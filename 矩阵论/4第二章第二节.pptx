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42"/>
  </p:notesMasterIdLst>
  <p:sldIdLst>
    <p:sldId id="383" r:id="rId2"/>
    <p:sldId id="384" r:id="rId3"/>
    <p:sldId id="385" r:id="rId4"/>
    <p:sldId id="386" r:id="rId5"/>
    <p:sldId id="387" r:id="rId6"/>
    <p:sldId id="388" r:id="rId7"/>
    <p:sldId id="389" r:id="rId8"/>
    <p:sldId id="390" r:id="rId9"/>
    <p:sldId id="391" r:id="rId10"/>
    <p:sldId id="392" r:id="rId11"/>
    <p:sldId id="393" r:id="rId12"/>
    <p:sldId id="416" r:id="rId13"/>
    <p:sldId id="417" r:id="rId14"/>
    <p:sldId id="418" r:id="rId15"/>
    <p:sldId id="395" r:id="rId16"/>
    <p:sldId id="419" r:id="rId17"/>
    <p:sldId id="397" r:id="rId18"/>
    <p:sldId id="399" r:id="rId19"/>
    <p:sldId id="400" r:id="rId20"/>
    <p:sldId id="401" r:id="rId21"/>
    <p:sldId id="403" r:id="rId22"/>
    <p:sldId id="404" r:id="rId23"/>
    <p:sldId id="405" r:id="rId24"/>
    <p:sldId id="406" r:id="rId25"/>
    <p:sldId id="407" r:id="rId26"/>
    <p:sldId id="408" r:id="rId27"/>
    <p:sldId id="409" r:id="rId28"/>
    <p:sldId id="410" r:id="rId29"/>
    <p:sldId id="411" r:id="rId30"/>
    <p:sldId id="412" r:id="rId31"/>
    <p:sldId id="413" r:id="rId32"/>
    <p:sldId id="414" r:id="rId33"/>
    <p:sldId id="415" r:id="rId34"/>
    <p:sldId id="420" r:id="rId35"/>
    <p:sldId id="425" r:id="rId36"/>
    <p:sldId id="421" r:id="rId37"/>
    <p:sldId id="423" r:id="rId38"/>
    <p:sldId id="422" r:id="rId39"/>
    <p:sldId id="426" r:id="rId40"/>
    <p:sldId id="427" r:id="rId4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u="sng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u="sng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u="sng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u="sng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u="sng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u="sng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u="sng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u="sng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u="sng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99" autoAdjust="0"/>
    <p:restoredTop sz="94702" autoAdjust="0"/>
  </p:normalViewPr>
  <p:slideViewPr>
    <p:cSldViewPr>
      <p:cViewPr varScale="1">
        <p:scale>
          <a:sx n="89" d="100"/>
          <a:sy n="89" d="100"/>
        </p:scale>
        <p:origin x="130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20.emf"/><Relationship Id="rId7" Type="http://schemas.openxmlformats.org/officeDocument/2006/relationships/image" Target="../media/image24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6" Type="http://schemas.openxmlformats.org/officeDocument/2006/relationships/image" Target="../media/image31.emf"/><Relationship Id="rId11" Type="http://schemas.openxmlformats.org/officeDocument/2006/relationships/image" Target="../media/image36.emf"/><Relationship Id="rId5" Type="http://schemas.openxmlformats.org/officeDocument/2006/relationships/image" Target="../media/image30.emf"/><Relationship Id="rId10" Type="http://schemas.openxmlformats.org/officeDocument/2006/relationships/image" Target="../media/image35.emf"/><Relationship Id="rId4" Type="http://schemas.openxmlformats.org/officeDocument/2006/relationships/image" Target="../media/image29.emf"/><Relationship Id="rId9" Type="http://schemas.openxmlformats.org/officeDocument/2006/relationships/image" Target="../media/image34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Relationship Id="rId4" Type="http://schemas.openxmlformats.org/officeDocument/2006/relationships/image" Target="../media/image40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3" Type="http://schemas.openxmlformats.org/officeDocument/2006/relationships/image" Target="../media/image17.emf"/><Relationship Id="rId7" Type="http://schemas.openxmlformats.org/officeDocument/2006/relationships/image" Target="../media/image46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Relationship Id="rId6" Type="http://schemas.openxmlformats.org/officeDocument/2006/relationships/image" Target="../media/image45.emf"/><Relationship Id="rId5" Type="http://schemas.openxmlformats.org/officeDocument/2006/relationships/image" Target="../media/image44.emf"/><Relationship Id="rId10" Type="http://schemas.openxmlformats.org/officeDocument/2006/relationships/image" Target="../media/image49.emf"/><Relationship Id="rId4" Type="http://schemas.openxmlformats.org/officeDocument/2006/relationships/image" Target="../media/image43.emf"/><Relationship Id="rId9" Type="http://schemas.openxmlformats.org/officeDocument/2006/relationships/image" Target="../media/image48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13" Type="http://schemas.openxmlformats.org/officeDocument/2006/relationships/image" Target="../media/image62.emf"/><Relationship Id="rId3" Type="http://schemas.openxmlformats.org/officeDocument/2006/relationships/image" Target="../media/image52.emf"/><Relationship Id="rId7" Type="http://schemas.openxmlformats.org/officeDocument/2006/relationships/image" Target="../media/image56.emf"/><Relationship Id="rId12" Type="http://schemas.openxmlformats.org/officeDocument/2006/relationships/image" Target="../media/image61.emf"/><Relationship Id="rId2" Type="http://schemas.openxmlformats.org/officeDocument/2006/relationships/image" Target="../media/image51.emf"/><Relationship Id="rId1" Type="http://schemas.openxmlformats.org/officeDocument/2006/relationships/image" Target="../media/image50.emf"/><Relationship Id="rId6" Type="http://schemas.openxmlformats.org/officeDocument/2006/relationships/image" Target="../media/image55.emf"/><Relationship Id="rId11" Type="http://schemas.openxmlformats.org/officeDocument/2006/relationships/image" Target="../media/image60.emf"/><Relationship Id="rId5" Type="http://schemas.openxmlformats.org/officeDocument/2006/relationships/image" Target="../media/image54.emf"/><Relationship Id="rId10" Type="http://schemas.openxmlformats.org/officeDocument/2006/relationships/image" Target="../media/image59.emf"/><Relationship Id="rId4" Type="http://schemas.openxmlformats.org/officeDocument/2006/relationships/image" Target="../media/image53.emf"/><Relationship Id="rId9" Type="http://schemas.openxmlformats.org/officeDocument/2006/relationships/image" Target="../media/image58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13" Type="http://schemas.openxmlformats.org/officeDocument/2006/relationships/image" Target="../media/image75.emf"/><Relationship Id="rId3" Type="http://schemas.openxmlformats.org/officeDocument/2006/relationships/image" Target="../media/image65.emf"/><Relationship Id="rId7" Type="http://schemas.openxmlformats.org/officeDocument/2006/relationships/image" Target="../media/image69.emf"/><Relationship Id="rId12" Type="http://schemas.openxmlformats.org/officeDocument/2006/relationships/image" Target="../media/image74.emf"/><Relationship Id="rId2" Type="http://schemas.openxmlformats.org/officeDocument/2006/relationships/image" Target="../media/image64.emf"/><Relationship Id="rId1" Type="http://schemas.openxmlformats.org/officeDocument/2006/relationships/image" Target="../media/image63.emf"/><Relationship Id="rId6" Type="http://schemas.openxmlformats.org/officeDocument/2006/relationships/image" Target="../media/image68.emf"/><Relationship Id="rId11" Type="http://schemas.openxmlformats.org/officeDocument/2006/relationships/image" Target="../media/image73.emf"/><Relationship Id="rId5" Type="http://schemas.openxmlformats.org/officeDocument/2006/relationships/image" Target="../media/image67.emf"/><Relationship Id="rId10" Type="http://schemas.openxmlformats.org/officeDocument/2006/relationships/image" Target="../media/image72.emf"/><Relationship Id="rId4" Type="http://schemas.openxmlformats.org/officeDocument/2006/relationships/image" Target="../media/image66.emf"/><Relationship Id="rId9" Type="http://schemas.openxmlformats.org/officeDocument/2006/relationships/image" Target="../media/image71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image" Target="../media/image77.emf"/><Relationship Id="rId1" Type="http://schemas.openxmlformats.org/officeDocument/2006/relationships/image" Target="../media/image76.emf"/><Relationship Id="rId5" Type="http://schemas.openxmlformats.org/officeDocument/2006/relationships/image" Target="../media/image80.emf"/><Relationship Id="rId4" Type="http://schemas.openxmlformats.org/officeDocument/2006/relationships/image" Target="../media/image79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3" Type="http://schemas.openxmlformats.org/officeDocument/2006/relationships/image" Target="../media/image83.emf"/><Relationship Id="rId7" Type="http://schemas.openxmlformats.org/officeDocument/2006/relationships/image" Target="../media/image87.emf"/><Relationship Id="rId2" Type="http://schemas.openxmlformats.org/officeDocument/2006/relationships/image" Target="../media/image82.emf"/><Relationship Id="rId1" Type="http://schemas.openxmlformats.org/officeDocument/2006/relationships/image" Target="../media/image81.emf"/><Relationship Id="rId6" Type="http://schemas.openxmlformats.org/officeDocument/2006/relationships/image" Target="../media/image86.emf"/><Relationship Id="rId5" Type="http://schemas.openxmlformats.org/officeDocument/2006/relationships/image" Target="../media/image85.emf"/><Relationship Id="rId10" Type="http://schemas.openxmlformats.org/officeDocument/2006/relationships/image" Target="../media/image90.emf"/><Relationship Id="rId4" Type="http://schemas.openxmlformats.org/officeDocument/2006/relationships/image" Target="../media/image84.emf"/><Relationship Id="rId9" Type="http://schemas.openxmlformats.org/officeDocument/2006/relationships/image" Target="../media/image89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3" Type="http://schemas.openxmlformats.org/officeDocument/2006/relationships/image" Target="../media/image93.emf"/><Relationship Id="rId7" Type="http://schemas.openxmlformats.org/officeDocument/2006/relationships/image" Target="../media/image97.emf"/><Relationship Id="rId2" Type="http://schemas.openxmlformats.org/officeDocument/2006/relationships/image" Target="../media/image92.emf"/><Relationship Id="rId1" Type="http://schemas.openxmlformats.org/officeDocument/2006/relationships/image" Target="../media/image91.emf"/><Relationship Id="rId6" Type="http://schemas.openxmlformats.org/officeDocument/2006/relationships/image" Target="../media/image96.emf"/><Relationship Id="rId11" Type="http://schemas.openxmlformats.org/officeDocument/2006/relationships/image" Target="../media/image101.emf"/><Relationship Id="rId5" Type="http://schemas.openxmlformats.org/officeDocument/2006/relationships/image" Target="../media/image95.emf"/><Relationship Id="rId10" Type="http://schemas.openxmlformats.org/officeDocument/2006/relationships/image" Target="../media/image100.emf"/><Relationship Id="rId4" Type="http://schemas.openxmlformats.org/officeDocument/2006/relationships/image" Target="../media/image94.emf"/><Relationship Id="rId9" Type="http://schemas.openxmlformats.org/officeDocument/2006/relationships/image" Target="../media/image99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13" Type="http://schemas.openxmlformats.org/officeDocument/2006/relationships/image" Target="../media/image113.emf"/><Relationship Id="rId3" Type="http://schemas.openxmlformats.org/officeDocument/2006/relationships/image" Target="../media/image104.emf"/><Relationship Id="rId7" Type="http://schemas.openxmlformats.org/officeDocument/2006/relationships/image" Target="../media/image108.emf"/><Relationship Id="rId12" Type="http://schemas.openxmlformats.org/officeDocument/2006/relationships/image" Target="../media/image112.emf"/><Relationship Id="rId2" Type="http://schemas.openxmlformats.org/officeDocument/2006/relationships/image" Target="../media/image103.emf"/><Relationship Id="rId1" Type="http://schemas.openxmlformats.org/officeDocument/2006/relationships/image" Target="../media/image102.emf"/><Relationship Id="rId6" Type="http://schemas.openxmlformats.org/officeDocument/2006/relationships/image" Target="../media/image107.emf"/><Relationship Id="rId11" Type="http://schemas.openxmlformats.org/officeDocument/2006/relationships/image" Target="../media/image111.emf"/><Relationship Id="rId5" Type="http://schemas.openxmlformats.org/officeDocument/2006/relationships/image" Target="../media/image106.emf"/><Relationship Id="rId15" Type="http://schemas.openxmlformats.org/officeDocument/2006/relationships/image" Target="../media/image115.emf"/><Relationship Id="rId10" Type="http://schemas.openxmlformats.org/officeDocument/2006/relationships/image" Target="../media/image110.emf"/><Relationship Id="rId4" Type="http://schemas.openxmlformats.org/officeDocument/2006/relationships/image" Target="../media/image105.emf"/><Relationship Id="rId9" Type="http://schemas.openxmlformats.org/officeDocument/2006/relationships/image" Target="../media/image109.emf"/><Relationship Id="rId14" Type="http://schemas.openxmlformats.org/officeDocument/2006/relationships/image" Target="../media/image114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emf"/><Relationship Id="rId13" Type="http://schemas.openxmlformats.org/officeDocument/2006/relationships/image" Target="../media/image126.emf"/><Relationship Id="rId3" Type="http://schemas.openxmlformats.org/officeDocument/2006/relationships/image" Target="../media/image118.emf"/><Relationship Id="rId7" Type="http://schemas.openxmlformats.org/officeDocument/2006/relationships/image" Target="../media/image121.emf"/><Relationship Id="rId12" Type="http://schemas.openxmlformats.org/officeDocument/2006/relationships/image" Target="../media/image125.emf"/><Relationship Id="rId2" Type="http://schemas.openxmlformats.org/officeDocument/2006/relationships/image" Target="../media/image117.emf"/><Relationship Id="rId1" Type="http://schemas.openxmlformats.org/officeDocument/2006/relationships/image" Target="../media/image116.emf"/><Relationship Id="rId6" Type="http://schemas.openxmlformats.org/officeDocument/2006/relationships/image" Target="../media/image120.emf"/><Relationship Id="rId11" Type="http://schemas.openxmlformats.org/officeDocument/2006/relationships/image" Target="../media/image124.emf"/><Relationship Id="rId5" Type="http://schemas.openxmlformats.org/officeDocument/2006/relationships/image" Target="../media/image119.emf"/><Relationship Id="rId10" Type="http://schemas.openxmlformats.org/officeDocument/2006/relationships/image" Target="../media/image123.emf"/><Relationship Id="rId4" Type="http://schemas.openxmlformats.org/officeDocument/2006/relationships/image" Target="../media/image112.emf"/><Relationship Id="rId9" Type="http://schemas.openxmlformats.org/officeDocument/2006/relationships/image" Target="../media/image17.emf"/><Relationship Id="rId14" Type="http://schemas.openxmlformats.org/officeDocument/2006/relationships/image" Target="../media/image127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emf"/><Relationship Id="rId13" Type="http://schemas.openxmlformats.org/officeDocument/2006/relationships/image" Target="../media/image140.emf"/><Relationship Id="rId3" Type="http://schemas.openxmlformats.org/officeDocument/2006/relationships/image" Target="../media/image130.emf"/><Relationship Id="rId7" Type="http://schemas.openxmlformats.org/officeDocument/2006/relationships/image" Target="../media/image134.emf"/><Relationship Id="rId12" Type="http://schemas.openxmlformats.org/officeDocument/2006/relationships/image" Target="../media/image139.emf"/><Relationship Id="rId2" Type="http://schemas.openxmlformats.org/officeDocument/2006/relationships/image" Target="../media/image129.emf"/><Relationship Id="rId1" Type="http://schemas.openxmlformats.org/officeDocument/2006/relationships/image" Target="../media/image128.emf"/><Relationship Id="rId6" Type="http://schemas.openxmlformats.org/officeDocument/2006/relationships/image" Target="../media/image133.emf"/><Relationship Id="rId11" Type="http://schemas.openxmlformats.org/officeDocument/2006/relationships/image" Target="../media/image138.emf"/><Relationship Id="rId5" Type="http://schemas.openxmlformats.org/officeDocument/2006/relationships/image" Target="../media/image132.emf"/><Relationship Id="rId10" Type="http://schemas.openxmlformats.org/officeDocument/2006/relationships/image" Target="../media/image137.emf"/><Relationship Id="rId4" Type="http://schemas.openxmlformats.org/officeDocument/2006/relationships/image" Target="../media/image131.emf"/><Relationship Id="rId9" Type="http://schemas.openxmlformats.org/officeDocument/2006/relationships/image" Target="../media/image136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emf"/><Relationship Id="rId3" Type="http://schemas.openxmlformats.org/officeDocument/2006/relationships/image" Target="../media/image143.emf"/><Relationship Id="rId7" Type="http://schemas.openxmlformats.org/officeDocument/2006/relationships/image" Target="../media/image147.emf"/><Relationship Id="rId12" Type="http://schemas.openxmlformats.org/officeDocument/2006/relationships/image" Target="../media/image152.emf"/><Relationship Id="rId2" Type="http://schemas.openxmlformats.org/officeDocument/2006/relationships/image" Target="../media/image142.emf"/><Relationship Id="rId1" Type="http://schemas.openxmlformats.org/officeDocument/2006/relationships/image" Target="../media/image141.emf"/><Relationship Id="rId6" Type="http://schemas.openxmlformats.org/officeDocument/2006/relationships/image" Target="../media/image146.emf"/><Relationship Id="rId11" Type="http://schemas.openxmlformats.org/officeDocument/2006/relationships/image" Target="../media/image151.emf"/><Relationship Id="rId5" Type="http://schemas.openxmlformats.org/officeDocument/2006/relationships/image" Target="../media/image145.emf"/><Relationship Id="rId10" Type="http://schemas.openxmlformats.org/officeDocument/2006/relationships/image" Target="../media/image150.emf"/><Relationship Id="rId4" Type="http://schemas.openxmlformats.org/officeDocument/2006/relationships/image" Target="../media/image144.emf"/><Relationship Id="rId9" Type="http://schemas.openxmlformats.org/officeDocument/2006/relationships/image" Target="../media/image149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154.emf"/><Relationship Id="rId1" Type="http://schemas.openxmlformats.org/officeDocument/2006/relationships/image" Target="../media/image153.emf"/><Relationship Id="rId6" Type="http://schemas.openxmlformats.org/officeDocument/2006/relationships/image" Target="../media/image157.emf"/><Relationship Id="rId5" Type="http://schemas.openxmlformats.org/officeDocument/2006/relationships/image" Target="../media/image156.emf"/><Relationship Id="rId4" Type="http://schemas.openxmlformats.org/officeDocument/2006/relationships/image" Target="../media/image155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emf"/><Relationship Id="rId2" Type="http://schemas.openxmlformats.org/officeDocument/2006/relationships/image" Target="../media/image159.emf"/><Relationship Id="rId1" Type="http://schemas.openxmlformats.org/officeDocument/2006/relationships/image" Target="../media/image158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emf"/><Relationship Id="rId2" Type="http://schemas.openxmlformats.org/officeDocument/2006/relationships/image" Target="../media/image162.emf"/><Relationship Id="rId1" Type="http://schemas.openxmlformats.org/officeDocument/2006/relationships/image" Target="../media/image161.emf"/><Relationship Id="rId4" Type="http://schemas.openxmlformats.org/officeDocument/2006/relationships/image" Target="../media/image164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emf"/><Relationship Id="rId2" Type="http://schemas.openxmlformats.org/officeDocument/2006/relationships/image" Target="../media/image166.emf"/><Relationship Id="rId1" Type="http://schemas.openxmlformats.org/officeDocument/2006/relationships/image" Target="../media/image165.emf"/><Relationship Id="rId4" Type="http://schemas.openxmlformats.org/officeDocument/2006/relationships/image" Target="../media/image168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emf"/><Relationship Id="rId2" Type="http://schemas.openxmlformats.org/officeDocument/2006/relationships/image" Target="../media/image170.emf"/><Relationship Id="rId1" Type="http://schemas.openxmlformats.org/officeDocument/2006/relationships/image" Target="../media/image169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emf"/><Relationship Id="rId7" Type="http://schemas.openxmlformats.org/officeDocument/2006/relationships/image" Target="../media/image178.emf"/><Relationship Id="rId2" Type="http://schemas.openxmlformats.org/officeDocument/2006/relationships/image" Target="../media/image173.emf"/><Relationship Id="rId1" Type="http://schemas.openxmlformats.org/officeDocument/2006/relationships/image" Target="../media/image172.emf"/><Relationship Id="rId6" Type="http://schemas.openxmlformats.org/officeDocument/2006/relationships/image" Target="../media/image177.emf"/><Relationship Id="rId5" Type="http://schemas.openxmlformats.org/officeDocument/2006/relationships/image" Target="../media/image176.emf"/><Relationship Id="rId4" Type="http://schemas.openxmlformats.org/officeDocument/2006/relationships/image" Target="../media/image175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emf"/><Relationship Id="rId1" Type="http://schemas.openxmlformats.org/officeDocument/2006/relationships/image" Target="../media/image179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emf"/><Relationship Id="rId2" Type="http://schemas.openxmlformats.org/officeDocument/2006/relationships/image" Target="../media/image182.emf"/><Relationship Id="rId1" Type="http://schemas.openxmlformats.org/officeDocument/2006/relationships/image" Target="../media/image181.emf"/><Relationship Id="rId4" Type="http://schemas.openxmlformats.org/officeDocument/2006/relationships/image" Target="../media/image184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emf"/><Relationship Id="rId2" Type="http://schemas.openxmlformats.org/officeDocument/2006/relationships/image" Target="../media/image183.emf"/><Relationship Id="rId1" Type="http://schemas.openxmlformats.org/officeDocument/2006/relationships/image" Target="../media/image185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emf"/><Relationship Id="rId1" Type="http://schemas.openxmlformats.org/officeDocument/2006/relationships/image" Target="../media/image187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emf"/><Relationship Id="rId2" Type="http://schemas.openxmlformats.org/officeDocument/2006/relationships/image" Target="../media/image190.emf"/><Relationship Id="rId1" Type="http://schemas.openxmlformats.org/officeDocument/2006/relationships/image" Target="../media/image189.emf"/><Relationship Id="rId5" Type="http://schemas.openxmlformats.org/officeDocument/2006/relationships/image" Target="../media/image193.emf"/><Relationship Id="rId4" Type="http://schemas.openxmlformats.org/officeDocument/2006/relationships/image" Target="../media/image192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emf"/><Relationship Id="rId1" Type="http://schemas.openxmlformats.org/officeDocument/2006/relationships/image" Target="../media/image190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emf"/><Relationship Id="rId1" Type="http://schemas.openxmlformats.org/officeDocument/2006/relationships/image" Target="../media/image195.e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emf"/><Relationship Id="rId1" Type="http://schemas.openxmlformats.org/officeDocument/2006/relationships/image" Target="../media/image197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emf"/><Relationship Id="rId2" Type="http://schemas.openxmlformats.org/officeDocument/2006/relationships/image" Target="../media/image200.emf"/><Relationship Id="rId1" Type="http://schemas.openxmlformats.org/officeDocument/2006/relationships/image" Target="../media/image19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6336896-6B40-DB1A-A9FB-954D7F3218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2D38B2-907F-1D2F-00F4-DF8B75CCD40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87E513D-9CDB-2648-B5FE-884DA5BEBB4D}" type="datetimeFigureOut">
              <a:rPr lang="zh-CN" altLang="en-US"/>
              <a:pPr>
                <a:defRPr/>
              </a:pPr>
              <a:t>2023/9/18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8D469C5E-1360-D1D3-B205-5F44F5547A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71268C3-5CE0-1423-D287-1136DB985C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4CE12B-5794-657C-4D66-430DD13DF8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FC1F72-7BDB-8514-7CC8-5ED17E963D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B77AF53-0850-014E-BE42-017D266F410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347CE23-AA2A-D6F4-EDD9-13210713078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5728F5A-4A21-907E-1ED9-4BDF7985DE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800D6794-0C3B-2E1B-A374-859938337787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u="sng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u="sng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u="sng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u="sng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u="sng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u="sng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u="sng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u="sng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u="sng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4" name="Group 5">
                <a:extLst>
                  <a:ext uri="{FF2B5EF4-FFF2-40B4-BE49-F238E27FC236}">
                    <a16:creationId xmlns:a16="http://schemas.microsoft.com/office/drawing/2014/main" id="{E3790282-4ED4-533F-6271-F682E0C52A9E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6" name="Line 6">
                  <a:extLst>
                    <a:ext uri="{FF2B5EF4-FFF2-40B4-BE49-F238E27FC236}">
                      <a16:creationId xmlns:a16="http://schemas.microsoft.com/office/drawing/2014/main" id="{E71003AE-3624-E57D-ADD1-6DC077551F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7" name="Line 7">
                  <a:extLst>
                    <a:ext uri="{FF2B5EF4-FFF2-40B4-BE49-F238E27FC236}">
                      <a16:creationId xmlns:a16="http://schemas.microsoft.com/office/drawing/2014/main" id="{D91D267F-F7A7-BB17-CB8C-42D2EED9DF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8" name="Line 8">
                  <a:extLst>
                    <a:ext uri="{FF2B5EF4-FFF2-40B4-BE49-F238E27FC236}">
                      <a16:creationId xmlns:a16="http://schemas.microsoft.com/office/drawing/2014/main" id="{640809FB-0E92-3988-A50D-B92EFE1A3E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9" name="Line 9">
                  <a:extLst>
                    <a:ext uri="{FF2B5EF4-FFF2-40B4-BE49-F238E27FC236}">
                      <a16:creationId xmlns:a16="http://schemas.microsoft.com/office/drawing/2014/main" id="{1C203B9E-4A52-6322-7916-8B8886495C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0" name="Line 10">
                  <a:extLst>
                    <a:ext uri="{FF2B5EF4-FFF2-40B4-BE49-F238E27FC236}">
                      <a16:creationId xmlns:a16="http://schemas.microsoft.com/office/drawing/2014/main" id="{7816E2EC-9422-411F-9219-29D1D8992A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1" name="Line 11">
                  <a:extLst>
                    <a:ext uri="{FF2B5EF4-FFF2-40B4-BE49-F238E27FC236}">
                      <a16:creationId xmlns:a16="http://schemas.microsoft.com/office/drawing/2014/main" id="{A4358E09-0A11-37E6-665C-EC7A9C0AEB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2" name="Line 12">
                  <a:extLst>
                    <a:ext uri="{FF2B5EF4-FFF2-40B4-BE49-F238E27FC236}">
                      <a16:creationId xmlns:a16="http://schemas.microsoft.com/office/drawing/2014/main" id="{C7D8E62B-7F32-B27D-4869-E103D5A104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3" name="Line 13">
                  <a:extLst>
                    <a:ext uri="{FF2B5EF4-FFF2-40B4-BE49-F238E27FC236}">
                      <a16:creationId xmlns:a16="http://schemas.microsoft.com/office/drawing/2014/main" id="{B0EFD68D-CF7C-8BF9-A503-28CE3F678C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4" name="Line 14">
                  <a:extLst>
                    <a:ext uri="{FF2B5EF4-FFF2-40B4-BE49-F238E27FC236}">
                      <a16:creationId xmlns:a16="http://schemas.microsoft.com/office/drawing/2014/main" id="{1EC8492B-0D80-0F33-9B58-B85B9BB779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5" name="Line 15">
                  <a:extLst>
                    <a:ext uri="{FF2B5EF4-FFF2-40B4-BE49-F238E27FC236}">
                      <a16:creationId xmlns:a16="http://schemas.microsoft.com/office/drawing/2014/main" id="{1E6429E3-DCBB-92F1-FFC7-4219F4545E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6" name="Line 16">
                  <a:extLst>
                    <a:ext uri="{FF2B5EF4-FFF2-40B4-BE49-F238E27FC236}">
                      <a16:creationId xmlns:a16="http://schemas.microsoft.com/office/drawing/2014/main" id="{F287049A-6AFC-E890-4019-8CDAF35F59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7" name="Line 17">
                  <a:extLst>
                    <a:ext uri="{FF2B5EF4-FFF2-40B4-BE49-F238E27FC236}">
                      <a16:creationId xmlns:a16="http://schemas.microsoft.com/office/drawing/2014/main" id="{8D7826B5-056D-D06B-1069-61036B7B6B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8" name="Line 18">
                  <a:extLst>
                    <a:ext uri="{FF2B5EF4-FFF2-40B4-BE49-F238E27FC236}">
                      <a16:creationId xmlns:a16="http://schemas.microsoft.com/office/drawing/2014/main" id="{F80237E9-C5CB-62FB-2E14-1CCD40843D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9" name="Line 19">
                  <a:extLst>
                    <a:ext uri="{FF2B5EF4-FFF2-40B4-BE49-F238E27FC236}">
                      <a16:creationId xmlns:a16="http://schemas.microsoft.com/office/drawing/2014/main" id="{7F3BFE38-BD7F-5407-9591-6359AC0057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30" name="Line 20">
                  <a:extLst>
                    <a:ext uri="{FF2B5EF4-FFF2-40B4-BE49-F238E27FC236}">
                      <a16:creationId xmlns:a16="http://schemas.microsoft.com/office/drawing/2014/main" id="{6AA26B73-1DD9-F606-96AE-AEFB20C96B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31" name="Line 21">
                  <a:extLst>
                    <a:ext uri="{FF2B5EF4-FFF2-40B4-BE49-F238E27FC236}">
                      <a16:creationId xmlns:a16="http://schemas.microsoft.com/office/drawing/2014/main" id="{2730F7FD-7433-48B5-A93E-C3048FB2EC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32" name="Line 22">
                  <a:extLst>
                    <a:ext uri="{FF2B5EF4-FFF2-40B4-BE49-F238E27FC236}">
                      <a16:creationId xmlns:a16="http://schemas.microsoft.com/office/drawing/2014/main" id="{7FDC43AC-C5C4-709D-5752-67E1ABAFAC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33" name="Line 23">
                  <a:extLst>
                    <a:ext uri="{FF2B5EF4-FFF2-40B4-BE49-F238E27FC236}">
                      <a16:creationId xmlns:a16="http://schemas.microsoft.com/office/drawing/2014/main" id="{0C3B2BE8-9478-4022-DD3D-2F9B40BF77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34" name="Line 24">
                  <a:extLst>
                    <a:ext uri="{FF2B5EF4-FFF2-40B4-BE49-F238E27FC236}">
                      <a16:creationId xmlns:a16="http://schemas.microsoft.com/office/drawing/2014/main" id="{E0465519-99F6-9876-B721-3F1AA5C3D0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35" name="Line 25">
                  <a:extLst>
                    <a:ext uri="{FF2B5EF4-FFF2-40B4-BE49-F238E27FC236}">
                      <a16:creationId xmlns:a16="http://schemas.microsoft.com/office/drawing/2014/main" id="{60A2B66B-0EFB-0410-0A49-5199A3F0C7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36" name="Line 26">
                  <a:extLst>
                    <a:ext uri="{FF2B5EF4-FFF2-40B4-BE49-F238E27FC236}">
                      <a16:creationId xmlns:a16="http://schemas.microsoft.com/office/drawing/2014/main" id="{7941FB2A-D240-A81E-8DCE-18E183E746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37" name="Line 27">
                  <a:extLst>
                    <a:ext uri="{FF2B5EF4-FFF2-40B4-BE49-F238E27FC236}">
                      <a16:creationId xmlns:a16="http://schemas.microsoft.com/office/drawing/2014/main" id="{CD81377F-2F89-D20D-F36A-4AAE1F350B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38" name="Line 28">
                  <a:extLst>
                    <a:ext uri="{FF2B5EF4-FFF2-40B4-BE49-F238E27FC236}">
                      <a16:creationId xmlns:a16="http://schemas.microsoft.com/office/drawing/2014/main" id="{C334D11C-8953-5369-93EA-830F76F421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39" name="Line 29">
                  <a:extLst>
                    <a:ext uri="{FF2B5EF4-FFF2-40B4-BE49-F238E27FC236}">
                      <a16:creationId xmlns:a16="http://schemas.microsoft.com/office/drawing/2014/main" id="{A38D55A4-E562-EDD4-B252-60332C86FF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40" name="Line 30">
                  <a:extLst>
                    <a:ext uri="{FF2B5EF4-FFF2-40B4-BE49-F238E27FC236}">
                      <a16:creationId xmlns:a16="http://schemas.microsoft.com/office/drawing/2014/main" id="{EE27E59A-561B-BE67-932E-D436F9F0CE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41" name="Line 31">
                  <a:extLst>
                    <a:ext uri="{FF2B5EF4-FFF2-40B4-BE49-F238E27FC236}">
                      <a16:creationId xmlns:a16="http://schemas.microsoft.com/office/drawing/2014/main" id="{DA03F941-F0B9-94B1-F937-6E8B73D2F6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42" name="Line 32">
                  <a:extLst>
                    <a:ext uri="{FF2B5EF4-FFF2-40B4-BE49-F238E27FC236}">
                      <a16:creationId xmlns:a16="http://schemas.microsoft.com/office/drawing/2014/main" id="{C9839C10-8A19-3330-230D-0C42047DFE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43" name="Line 33">
                  <a:extLst>
                    <a:ext uri="{FF2B5EF4-FFF2-40B4-BE49-F238E27FC236}">
                      <a16:creationId xmlns:a16="http://schemas.microsoft.com/office/drawing/2014/main" id="{36936778-3948-453C-B18A-489FD3B387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44" name="Line 34">
                  <a:extLst>
                    <a:ext uri="{FF2B5EF4-FFF2-40B4-BE49-F238E27FC236}">
                      <a16:creationId xmlns:a16="http://schemas.microsoft.com/office/drawing/2014/main" id="{0CD0913F-4A0B-E874-66CE-8D0D09E3C0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45" name="Line 35">
                  <a:extLst>
                    <a:ext uri="{FF2B5EF4-FFF2-40B4-BE49-F238E27FC236}">
                      <a16:creationId xmlns:a16="http://schemas.microsoft.com/office/drawing/2014/main" id="{2AA4AD3C-5399-6503-C38C-2ECFDCEBBD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46" name="Line 36">
                  <a:extLst>
                    <a:ext uri="{FF2B5EF4-FFF2-40B4-BE49-F238E27FC236}">
                      <a16:creationId xmlns:a16="http://schemas.microsoft.com/office/drawing/2014/main" id="{7A1C49AC-5AF6-89EC-A470-B2D4FE6C45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47" name="Line 37">
                  <a:extLst>
                    <a:ext uri="{FF2B5EF4-FFF2-40B4-BE49-F238E27FC236}">
                      <a16:creationId xmlns:a16="http://schemas.microsoft.com/office/drawing/2014/main" id="{9CAD7D92-2334-98F9-EC05-9AB550F57A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48" name="Line 38">
                  <a:extLst>
                    <a:ext uri="{FF2B5EF4-FFF2-40B4-BE49-F238E27FC236}">
                      <a16:creationId xmlns:a16="http://schemas.microsoft.com/office/drawing/2014/main" id="{5B0A0881-B054-2726-0DB8-3E0E33B68E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49" name="Line 39">
                  <a:extLst>
                    <a:ext uri="{FF2B5EF4-FFF2-40B4-BE49-F238E27FC236}">
                      <a16:creationId xmlns:a16="http://schemas.microsoft.com/office/drawing/2014/main" id="{15708458-BD13-64AB-8D20-89A239CFB5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50" name="Line 40">
                  <a:extLst>
                    <a:ext uri="{FF2B5EF4-FFF2-40B4-BE49-F238E27FC236}">
                      <a16:creationId xmlns:a16="http://schemas.microsoft.com/office/drawing/2014/main" id="{E1B6ED2E-5BE9-7D82-C67E-F339BCB0B8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51" name="Line 41">
                  <a:extLst>
                    <a:ext uri="{FF2B5EF4-FFF2-40B4-BE49-F238E27FC236}">
                      <a16:creationId xmlns:a16="http://schemas.microsoft.com/office/drawing/2014/main" id="{557C7D5D-1521-2A9F-936F-D4B9654E13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52" name="Line 42">
                  <a:extLst>
                    <a:ext uri="{FF2B5EF4-FFF2-40B4-BE49-F238E27FC236}">
                      <a16:creationId xmlns:a16="http://schemas.microsoft.com/office/drawing/2014/main" id="{C013A898-64DF-82BC-7ADA-F8C927C323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53" name="Line 43">
                  <a:extLst>
                    <a:ext uri="{FF2B5EF4-FFF2-40B4-BE49-F238E27FC236}">
                      <a16:creationId xmlns:a16="http://schemas.microsoft.com/office/drawing/2014/main" id="{B4F080AD-7D62-40AC-79CF-AC77251E24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54" name="Line 44">
                  <a:extLst>
                    <a:ext uri="{FF2B5EF4-FFF2-40B4-BE49-F238E27FC236}">
                      <a16:creationId xmlns:a16="http://schemas.microsoft.com/office/drawing/2014/main" id="{ED4007D7-04FB-FFE1-A29C-0A1445DF67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55" name="Line 45">
                  <a:extLst>
                    <a:ext uri="{FF2B5EF4-FFF2-40B4-BE49-F238E27FC236}">
                      <a16:creationId xmlns:a16="http://schemas.microsoft.com/office/drawing/2014/main" id="{71D38BB6-061E-D87F-3BD4-A06E74D2E0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56" name="Line 46">
                  <a:extLst>
                    <a:ext uri="{FF2B5EF4-FFF2-40B4-BE49-F238E27FC236}">
                      <a16:creationId xmlns:a16="http://schemas.microsoft.com/office/drawing/2014/main" id="{C2B64D44-CDE9-F98A-F108-573E8AC4A6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57" name="Line 47">
                  <a:extLst>
                    <a:ext uri="{FF2B5EF4-FFF2-40B4-BE49-F238E27FC236}">
                      <a16:creationId xmlns:a16="http://schemas.microsoft.com/office/drawing/2014/main" id="{CE6D3160-CBF8-5A45-DDD9-E64F94F5F7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58" name="Line 48">
                  <a:extLst>
                    <a:ext uri="{FF2B5EF4-FFF2-40B4-BE49-F238E27FC236}">
                      <a16:creationId xmlns:a16="http://schemas.microsoft.com/office/drawing/2014/main" id="{F57A635C-7C5A-ECA0-2D62-B9968774DB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59" name="Line 49">
                  <a:extLst>
                    <a:ext uri="{FF2B5EF4-FFF2-40B4-BE49-F238E27FC236}">
                      <a16:creationId xmlns:a16="http://schemas.microsoft.com/office/drawing/2014/main" id="{A68EA4B3-6F46-C69A-8EDD-AB1CD57EBB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60" name="Line 50">
                  <a:extLst>
                    <a:ext uri="{FF2B5EF4-FFF2-40B4-BE49-F238E27FC236}">
                      <a16:creationId xmlns:a16="http://schemas.microsoft.com/office/drawing/2014/main" id="{B3519B6C-D163-5217-8AFF-0CEDBAD0BD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61" name="Line 51">
                  <a:extLst>
                    <a:ext uri="{FF2B5EF4-FFF2-40B4-BE49-F238E27FC236}">
                      <a16:creationId xmlns:a16="http://schemas.microsoft.com/office/drawing/2014/main" id="{52405EE4-05FF-9D97-C62B-A25082C88C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62" name="Line 52">
                  <a:extLst>
                    <a:ext uri="{FF2B5EF4-FFF2-40B4-BE49-F238E27FC236}">
                      <a16:creationId xmlns:a16="http://schemas.microsoft.com/office/drawing/2014/main" id="{DE052DAE-56C5-0F34-1A6B-CF52F15445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63" name="Line 53">
                  <a:extLst>
                    <a:ext uri="{FF2B5EF4-FFF2-40B4-BE49-F238E27FC236}">
                      <a16:creationId xmlns:a16="http://schemas.microsoft.com/office/drawing/2014/main" id="{5F367D68-BAD7-8D32-3BE7-1F1747FE04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8736" name="Line 54">
                  <a:extLst>
                    <a:ext uri="{FF2B5EF4-FFF2-40B4-BE49-F238E27FC236}">
                      <a16:creationId xmlns:a16="http://schemas.microsoft.com/office/drawing/2014/main" id="{0604112D-148A-8588-A1A8-22BDB07644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8737" name="Line 55">
                  <a:extLst>
                    <a:ext uri="{FF2B5EF4-FFF2-40B4-BE49-F238E27FC236}">
                      <a16:creationId xmlns:a16="http://schemas.microsoft.com/office/drawing/2014/main" id="{9EF7C6DA-487C-EA2A-06C8-2159473BD0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8738" name="Line 56">
                  <a:extLst>
                    <a:ext uri="{FF2B5EF4-FFF2-40B4-BE49-F238E27FC236}">
                      <a16:creationId xmlns:a16="http://schemas.microsoft.com/office/drawing/2014/main" id="{91A87905-12C2-62C4-326D-D1B19C9D83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</p:grpSp>
          <p:sp>
            <p:nvSpPr>
              <p:cNvPr id="15" name="Line 57">
                <a:extLst>
                  <a:ext uri="{FF2B5EF4-FFF2-40B4-BE49-F238E27FC236}">
                    <a16:creationId xmlns:a16="http://schemas.microsoft.com/office/drawing/2014/main" id="{5135F7F8-8F18-F25B-4335-9A43E08504B4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</p:grpSp>
        <p:grpSp>
          <p:nvGrpSpPr>
            <p:cNvPr id="4" name="Group 58">
              <a:extLst>
                <a:ext uri="{FF2B5EF4-FFF2-40B4-BE49-F238E27FC236}">
                  <a16:creationId xmlns:a16="http://schemas.microsoft.com/office/drawing/2014/main" id="{800CD693-48D2-EB67-823F-4399976F9EA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9" name="Line 59">
                <a:extLst>
                  <a:ext uri="{FF2B5EF4-FFF2-40B4-BE49-F238E27FC236}">
                    <a16:creationId xmlns:a16="http://schemas.microsoft.com/office/drawing/2014/main" id="{8F52C1C3-3682-B9B0-E4F5-77D55C1DDD4F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0" name="Line 60">
                <a:extLst>
                  <a:ext uri="{FF2B5EF4-FFF2-40B4-BE49-F238E27FC236}">
                    <a16:creationId xmlns:a16="http://schemas.microsoft.com/office/drawing/2014/main" id="{C3A26F09-588E-07A7-11BF-916B0BE229D4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1" name="Line 61">
                <a:extLst>
                  <a:ext uri="{FF2B5EF4-FFF2-40B4-BE49-F238E27FC236}">
                    <a16:creationId xmlns:a16="http://schemas.microsoft.com/office/drawing/2014/main" id="{08276E04-C110-ADBD-8934-6E39629C1C1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2" name="Arc 62">
                <a:extLst>
                  <a:ext uri="{FF2B5EF4-FFF2-40B4-BE49-F238E27FC236}">
                    <a16:creationId xmlns:a16="http://schemas.microsoft.com/office/drawing/2014/main" id="{9EEC49B4-52D0-2FAC-90BF-0B782A5FDD42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</p:grpSp>
        <p:grpSp>
          <p:nvGrpSpPr>
            <p:cNvPr id="5" name="Group 63">
              <a:extLst>
                <a:ext uri="{FF2B5EF4-FFF2-40B4-BE49-F238E27FC236}">
                  <a16:creationId xmlns:a16="http://schemas.microsoft.com/office/drawing/2014/main" id="{3B4AC963-ED81-04AE-5326-32F57DE8A15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6" name="Line 64">
                <a:extLst>
                  <a:ext uri="{FF2B5EF4-FFF2-40B4-BE49-F238E27FC236}">
                    <a16:creationId xmlns:a16="http://schemas.microsoft.com/office/drawing/2014/main" id="{A669847F-39B9-0CAE-7E6C-7C2CD4F14944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7" name="Line 65">
                <a:extLst>
                  <a:ext uri="{FF2B5EF4-FFF2-40B4-BE49-F238E27FC236}">
                    <a16:creationId xmlns:a16="http://schemas.microsoft.com/office/drawing/2014/main" id="{4BEA719B-A8C8-BAF6-5B3B-E5525B66E4E3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8" name="Arc 66">
                <a:extLst>
                  <a:ext uri="{FF2B5EF4-FFF2-40B4-BE49-F238E27FC236}">
                    <a16:creationId xmlns:a16="http://schemas.microsoft.com/office/drawing/2014/main" id="{7D28A49C-3D14-0AA0-B87C-FEAA38DD23F6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</p:grpSp>
      </p:grpSp>
      <p:sp>
        <p:nvSpPr>
          <p:cNvPr id="28739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8740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8741" name="Rectangle 69">
            <a:extLst>
              <a:ext uri="{FF2B5EF4-FFF2-40B4-BE49-F238E27FC236}">
                <a16:creationId xmlns:a16="http://schemas.microsoft.com/office/drawing/2014/main" id="{0E239855-195C-286A-0EA9-7A48CF14C12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742" name="Rectangle 70">
            <a:extLst>
              <a:ext uri="{FF2B5EF4-FFF2-40B4-BE49-F238E27FC236}">
                <a16:creationId xmlns:a16="http://schemas.microsoft.com/office/drawing/2014/main" id="{F21AA5A1-A635-104A-3367-935206167A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743" name="Rectangle 71">
            <a:extLst>
              <a:ext uri="{FF2B5EF4-FFF2-40B4-BE49-F238E27FC236}">
                <a16:creationId xmlns:a16="http://schemas.microsoft.com/office/drawing/2014/main" id="{762A8134-27B5-C297-96AF-6C4E48A189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73BAA8F-12A6-AC46-831C-05708A63981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5634809"/>
      </p:ext>
    </p:extLst>
  </p:cSld>
  <p:clrMapOvr>
    <a:masterClrMapping/>
  </p:clrMapOvr>
  <p:transition>
    <p:blinds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262FF892-124C-B25A-8B36-910C2A9382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E76AF36B-6D9B-BEA9-AF62-1279458541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7F77D647-E2BB-7D1F-BD7A-E0D3E78032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C6D080-87EE-BB4C-BCA5-1E644327749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5263620"/>
      </p:ext>
    </p:extLst>
  </p:cSld>
  <p:clrMapOvr>
    <a:masterClrMapping/>
  </p:clrMapOvr>
  <p:transition>
    <p:blinds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3F135AFB-8D50-F50C-FCD4-48BC684391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0299DF5E-3DDE-7E68-2E38-8EAF4981EF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5DC9CA67-286D-E2A0-7A5B-2C37C3992B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16528B-51D7-D44E-94EE-5EDE3B53610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2786940"/>
      </p:ext>
    </p:extLst>
  </p:cSld>
  <p:clrMapOvr>
    <a:masterClrMapping/>
  </p:clrMapOvr>
  <p:transition>
    <p:blinds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74EF0237-5313-9217-C901-3237D3A9D0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25C92D8C-5895-9204-65A2-03825A40FC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D2659878-7A46-A522-E4EB-02E8B061A1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6A629-4C8F-3C41-BF9E-7C277DFC995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5532468"/>
      </p:ext>
    </p:extLst>
  </p:cSld>
  <p:clrMapOvr>
    <a:masterClrMapping/>
  </p:clrMapOvr>
  <p:transition>
    <p:blinds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5">
            <a:extLst>
              <a:ext uri="{FF2B5EF4-FFF2-40B4-BE49-F238E27FC236}">
                <a16:creationId xmlns:a16="http://schemas.microsoft.com/office/drawing/2014/main" id="{3319149A-4BEB-5915-F05F-39B6340248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6">
            <a:extLst>
              <a:ext uri="{FF2B5EF4-FFF2-40B4-BE49-F238E27FC236}">
                <a16:creationId xmlns:a16="http://schemas.microsoft.com/office/drawing/2014/main" id="{3DB7D51B-84C3-00F2-22C0-CDE30CE2AC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7">
            <a:extLst>
              <a:ext uri="{FF2B5EF4-FFF2-40B4-BE49-F238E27FC236}">
                <a16:creationId xmlns:a16="http://schemas.microsoft.com/office/drawing/2014/main" id="{31B66FD4-557E-77DB-83F5-9AF36D2829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58BB82-F303-8242-96EE-4DF0FFC9D7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8875327"/>
      </p:ext>
    </p:extLst>
  </p:cSld>
  <p:clrMapOvr>
    <a:masterClrMapping/>
  </p:clrMapOvr>
  <p:transition>
    <p:blinds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5">
            <a:extLst>
              <a:ext uri="{FF2B5EF4-FFF2-40B4-BE49-F238E27FC236}">
                <a16:creationId xmlns:a16="http://schemas.microsoft.com/office/drawing/2014/main" id="{37AF5CEA-8410-83F0-16C4-40CFF33D2F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6">
            <a:extLst>
              <a:ext uri="{FF2B5EF4-FFF2-40B4-BE49-F238E27FC236}">
                <a16:creationId xmlns:a16="http://schemas.microsoft.com/office/drawing/2014/main" id="{170FD4A6-025C-ECBB-050C-54B8D78E15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7">
            <a:extLst>
              <a:ext uri="{FF2B5EF4-FFF2-40B4-BE49-F238E27FC236}">
                <a16:creationId xmlns:a16="http://schemas.microsoft.com/office/drawing/2014/main" id="{F1767675-C10B-5E6A-4D06-A9F527C4B6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CA3AD4-B57F-AD49-A11E-31FD1D40F98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7022980"/>
      </p:ext>
    </p:extLst>
  </p:cSld>
  <p:clrMapOvr>
    <a:masterClrMapping/>
  </p:clrMapOvr>
  <p:transition>
    <p:blinds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>
            <a:extLst>
              <a:ext uri="{FF2B5EF4-FFF2-40B4-BE49-F238E27FC236}">
                <a16:creationId xmlns:a16="http://schemas.microsoft.com/office/drawing/2014/main" id="{941DD321-3F6A-A7C7-10F3-3B0187E568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6">
            <a:extLst>
              <a:ext uri="{FF2B5EF4-FFF2-40B4-BE49-F238E27FC236}">
                <a16:creationId xmlns:a16="http://schemas.microsoft.com/office/drawing/2014/main" id="{9E148B75-90FB-67C1-5AF4-E94CFA9767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7">
            <a:extLst>
              <a:ext uri="{FF2B5EF4-FFF2-40B4-BE49-F238E27FC236}">
                <a16:creationId xmlns:a16="http://schemas.microsoft.com/office/drawing/2014/main" id="{657C0BC4-A636-F113-BB04-5A8BB73421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4DDE31-B8F5-4A4E-BB98-AB538E6D66F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0706661"/>
      </p:ext>
    </p:extLst>
  </p:cSld>
  <p:clrMapOvr>
    <a:masterClrMapping/>
  </p:clrMapOvr>
  <p:transition>
    <p:blinds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54A21033-B6DB-8054-5F62-FE3B82317D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34CA8A21-7F5C-8C83-DEA4-2BC6D9E599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705FA5B7-5EEE-4D3B-0CB7-02D3A608BD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37526-9F69-4349-8695-62080883478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4714992"/>
      </p:ext>
    </p:extLst>
  </p:cSld>
  <p:clrMapOvr>
    <a:masterClrMapping/>
  </p:clrMapOvr>
  <p:transition>
    <p:blinds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8C9E4801-E512-CEF7-C102-38EDEF1718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1071E7C6-3BC7-0767-38DA-D28831D6DA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AD6A6D05-47CA-F986-DE92-5939A17FF9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CAFA9-E122-E844-9866-B7C316A9A5F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5384445"/>
      </p:ext>
    </p:extLst>
  </p:cSld>
  <p:clrMapOvr>
    <a:masterClrMapping/>
  </p:clrMapOvr>
  <p:transition>
    <p:blinds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C5F3BC6E-B20D-5F62-FC79-1D6AEFCBAE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AC3B0457-B9FB-1F6D-7FD9-275767A57B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96A04632-8C29-CB5E-10B2-55DEBD9D1D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E9890-7B5B-4C47-9CC0-3BA3F9850D5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7077879"/>
      </p:ext>
    </p:extLst>
  </p:cSld>
  <p:clrMapOvr>
    <a:masterClrMapping/>
  </p:clrMapOvr>
  <p:transition>
    <p:blinds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F42D11DB-517A-C00D-902A-F051566DC3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FA397DD3-31E4-4920-4EBD-44FF80284D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75756ED8-E625-8B68-A138-1A4F11E6D6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2DA84-3615-1B4B-A811-119E8E22ECB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7104288"/>
      </p:ext>
    </p:extLst>
  </p:cSld>
  <p:clrMapOvr>
    <a:masterClrMapping/>
  </p:clrMapOvr>
  <p:transition>
    <p:blinds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7BE0C42E-022B-4FB0-F1ED-CDCFD34FB48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340EBEEA-8F71-CBF3-0B57-75EBEC296B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>
                <a:extLst>
                  <a:ext uri="{FF2B5EF4-FFF2-40B4-BE49-F238E27FC236}">
                    <a16:creationId xmlns:a16="http://schemas.microsoft.com/office/drawing/2014/main" id="{9C97858E-C4B4-94DA-BE21-04C98B89C4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>
                  <a:extLst>
                    <a:ext uri="{FF2B5EF4-FFF2-40B4-BE49-F238E27FC236}">
                      <a16:creationId xmlns:a16="http://schemas.microsoft.com/office/drawing/2014/main" id="{494A5B9D-5853-40E8-3BBA-0A8940212A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71" name="Line 6">
                  <a:extLst>
                    <a:ext uri="{FF2B5EF4-FFF2-40B4-BE49-F238E27FC236}">
                      <a16:creationId xmlns:a16="http://schemas.microsoft.com/office/drawing/2014/main" id="{6644AD6D-AA87-083F-21D8-F9BEDD9261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72" name="Line 7">
                  <a:extLst>
                    <a:ext uri="{FF2B5EF4-FFF2-40B4-BE49-F238E27FC236}">
                      <a16:creationId xmlns:a16="http://schemas.microsoft.com/office/drawing/2014/main" id="{7E2758E7-46BD-5185-8E8E-9946B00A5D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73" name="Line 8">
                  <a:extLst>
                    <a:ext uri="{FF2B5EF4-FFF2-40B4-BE49-F238E27FC236}">
                      <a16:creationId xmlns:a16="http://schemas.microsoft.com/office/drawing/2014/main" id="{B628F11F-54E8-EC09-107C-AE2899C4D7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74" name="Line 9">
                  <a:extLst>
                    <a:ext uri="{FF2B5EF4-FFF2-40B4-BE49-F238E27FC236}">
                      <a16:creationId xmlns:a16="http://schemas.microsoft.com/office/drawing/2014/main" id="{0EAB57B5-B6F4-C39B-382B-D84F09040E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75" name="Line 10">
                  <a:extLst>
                    <a:ext uri="{FF2B5EF4-FFF2-40B4-BE49-F238E27FC236}">
                      <a16:creationId xmlns:a16="http://schemas.microsoft.com/office/drawing/2014/main" id="{782FF791-8361-42F2-A10F-7F798A4EE2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76" name="Line 11">
                  <a:extLst>
                    <a:ext uri="{FF2B5EF4-FFF2-40B4-BE49-F238E27FC236}">
                      <a16:creationId xmlns:a16="http://schemas.microsoft.com/office/drawing/2014/main" id="{130013C4-0A19-20DB-9720-27AF378A62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77" name="Line 12">
                  <a:extLst>
                    <a:ext uri="{FF2B5EF4-FFF2-40B4-BE49-F238E27FC236}">
                      <a16:creationId xmlns:a16="http://schemas.microsoft.com/office/drawing/2014/main" id="{999F0167-6C65-1438-5D09-0F3954FD02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78" name="Line 13">
                  <a:extLst>
                    <a:ext uri="{FF2B5EF4-FFF2-40B4-BE49-F238E27FC236}">
                      <a16:creationId xmlns:a16="http://schemas.microsoft.com/office/drawing/2014/main" id="{EC8DDB99-8B37-63A2-5E58-C455F0AC37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79" name="Line 14">
                  <a:extLst>
                    <a:ext uri="{FF2B5EF4-FFF2-40B4-BE49-F238E27FC236}">
                      <a16:creationId xmlns:a16="http://schemas.microsoft.com/office/drawing/2014/main" id="{84FCFD17-35A3-1C87-8C12-0DE6AF4310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80" name="Line 15">
                  <a:extLst>
                    <a:ext uri="{FF2B5EF4-FFF2-40B4-BE49-F238E27FC236}">
                      <a16:creationId xmlns:a16="http://schemas.microsoft.com/office/drawing/2014/main" id="{70D2179D-05D9-EEA2-3EBE-9CDC0C2937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81" name="Line 16">
                  <a:extLst>
                    <a:ext uri="{FF2B5EF4-FFF2-40B4-BE49-F238E27FC236}">
                      <a16:creationId xmlns:a16="http://schemas.microsoft.com/office/drawing/2014/main" id="{C85D32D4-D639-9C34-089C-825F46BA96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82" name="Line 17">
                  <a:extLst>
                    <a:ext uri="{FF2B5EF4-FFF2-40B4-BE49-F238E27FC236}">
                      <a16:creationId xmlns:a16="http://schemas.microsoft.com/office/drawing/2014/main" id="{4ECEB92A-F91B-E14E-9ED6-C13D6ED23C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83" name="Line 18">
                  <a:extLst>
                    <a:ext uri="{FF2B5EF4-FFF2-40B4-BE49-F238E27FC236}">
                      <a16:creationId xmlns:a16="http://schemas.microsoft.com/office/drawing/2014/main" id="{118EEE53-DF01-4059-571D-531CBF677C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84" name="Line 19">
                  <a:extLst>
                    <a:ext uri="{FF2B5EF4-FFF2-40B4-BE49-F238E27FC236}">
                      <a16:creationId xmlns:a16="http://schemas.microsoft.com/office/drawing/2014/main" id="{B94319AF-A298-807D-10D0-72CE512577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85" name="Line 20">
                  <a:extLst>
                    <a:ext uri="{FF2B5EF4-FFF2-40B4-BE49-F238E27FC236}">
                      <a16:creationId xmlns:a16="http://schemas.microsoft.com/office/drawing/2014/main" id="{0D860C1C-EECE-A554-E402-3B1A8C99A3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86" name="Line 21">
                  <a:extLst>
                    <a:ext uri="{FF2B5EF4-FFF2-40B4-BE49-F238E27FC236}">
                      <a16:creationId xmlns:a16="http://schemas.microsoft.com/office/drawing/2014/main" id="{8C2D5510-3701-73F0-3E4D-C18FCA5804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87" name="Line 22">
                  <a:extLst>
                    <a:ext uri="{FF2B5EF4-FFF2-40B4-BE49-F238E27FC236}">
                      <a16:creationId xmlns:a16="http://schemas.microsoft.com/office/drawing/2014/main" id="{0A4AE278-29AE-F5F9-6A08-06AFB5BAD8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88" name="Line 23">
                  <a:extLst>
                    <a:ext uri="{FF2B5EF4-FFF2-40B4-BE49-F238E27FC236}">
                      <a16:creationId xmlns:a16="http://schemas.microsoft.com/office/drawing/2014/main" id="{65EA1EA0-CF60-B6FD-3044-EE1646FF79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89" name="Line 24">
                  <a:extLst>
                    <a:ext uri="{FF2B5EF4-FFF2-40B4-BE49-F238E27FC236}">
                      <a16:creationId xmlns:a16="http://schemas.microsoft.com/office/drawing/2014/main" id="{7848D6FF-BF85-15A1-A310-247B6AD7AF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90" name="Line 25">
                  <a:extLst>
                    <a:ext uri="{FF2B5EF4-FFF2-40B4-BE49-F238E27FC236}">
                      <a16:creationId xmlns:a16="http://schemas.microsoft.com/office/drawing/2014/main" id="{F79C8524-EDCD-6D68-DDAE-29A35A94AD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91" name="Line 26">
                  <a:extLst>
                    <a:ext uri="{FF2B5EF4-FFF2-40B4-BE49-F238E27FC236}">
                      <a16:creationId xmlns:a16="http://schemas.microsoft.com/office/drawing/2014/main" id="{96227756-A38F-DB87-7A03-7CE3ED0AC4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</p:grp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B17260A5-5E39-7B7F-C000-B582D26610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>
                  <a:extLst>
                    <a:ext uri="{FF2B5EF4-FFF2-40B4-BE49-F238E27FC236}">
                      <a16:creationId xmlns:a16="http://schemas.microsoft.com/office/drawing/2014/main" id="{DA7CF499-F7FE-0CC9-363C-DAC8B47049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42" name="Line 29">
                  <a:extLst>
                    <a:ext uri="{FF2B5EF4-FFF2-40B4-BE49-F238E27FC236}">
                      <a16:creationId xmlns:a16="http://schemas.microsoft.com/office/drawing/2014/main" id="{2C229B9E-8783-D008-4302-8E3FCD8ECF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43" name="Line 30">
                  <a:extLst>
                    <a:ext uri="{FF2B5EF4-FFF2-40B4-BE49-F238E27FC236}">
                      <a16:creationId xmlns:a16="http://schemas.microsoft.com/office/drawing/2014/main" id="{0EBDBB19-60BD-AE65-BD5C-F4CADB0329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44" name="Line 31">
                  <a:extLst>
                    <a:ext uri="{FF2B5EF4-FFF2-40B4-BE49-F238E27FC236}">
                      <a16:creationId xmlns:a16="http://schemas.microsoft.com/office/drawing/2014/main" id="{8F55BF2D-0ABE-4A9A-6D15-2E0031DA8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45" name="Line 32">
                  <a:extLst>
                    <a:ext uri="{FF2B5EF4-FFF2-40B4-BE49-F238E27FC236}">
                      <a16:creationId xmlns:a16="http://schemas.microsoft.com/office/drawing/2014/main" id="{31F9D729-1FAD-DA1E-EE28-E91E16D4D5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46" name="Line 33">
                  <a:extLst>
                    <a:ext uri="{FF2B5EF4-FFF2-40B4-BE49-F238E27FC236}">
                      <a16:creationId xmlns:a16="http://schemas.microsoft.com/office/drawing/2014/main" id="{5536EB80-D90F-2D2E-4258-D794CA813A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47" name="Line 34">
                  <a:extLst>
                    <a:ext uri="{FF2B5EF4-FFF2-40B4-BE49-F238E27FC236}">
                      <a16:creationId xmlns:a16="http://schemas.microsoft.com/office/drawing/2014/main" id="{A901B925-2396-2961-D314-2F7850CF07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48" name="Line 35">
                  <a:extLst>
                    <a:ext uri="{FF2B5EF4-FFF2-40B4-BE49-F238E27FC236}">
                      <a16:creationId xmlns:a16="http://schemas.microsoft.com/office/drawing/2014/main" id="{164B633B-F981-20AE-04F7-B3ADD7C4A1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49" name="Line 36">
                  <a:extLst>
                    <a:ext uri="{FF2B5EF4-FFF2-40B4-BE49-F238E27FC236}">
                      <a16:creationId xmlns:a16="http://schemas.microsoft.com/office/drawing/2014/main" id="{1971C361-3053-63EE-3DB5-8B5153A2BC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50" name="Line 37">
                  <a:extLst>
                    <a:ext uri="{FF2B5EF4-FFF2-40B4-BE49-F238E27FC236}">
                      <a16:creationId xmlns:a16="http://schemas.microsoft.com/office/drawing/2014/main" id="{E2BD923E-8F91-3F5C-045F-8F3881DE8E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51" name="Line 38">
                  <a:extLst>
                    <a:ext uri="{FF2B5EF4-FFF2-40B4-BE49-F238E27FC236}">
                      <a16:creationId xmlns:a16="http://schemas.microsoft.com/office/drawing/2014/main" id="{0182D0B9-8B67-4088-6CBD-3881D27C76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52" name="Line 39">
                  <a:extLst>
                    <a:ext uri="{FF2B5EF4-FFF2-40B4-BE49-F238E27FC236}">
                      <a16:creationId xmlns:a16="http://schemas.microsoft.com/office/drawing/2014/main" id="{A0255E04-F45C-1A92-6C43-A7AAD9E8DD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53" name="Line 40">
                  <a:extLst>
                    <a:ext uri="{FF2B5EF4-FFF2-40B4-BE49-F238E27FC236}">
                      <a16:creationId xmlns:a16="http://schemas.microsoft.com/office/drawing/2014/main" id="{3EA59A26-498F-348E-0181-F9D848ED2C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54" name="Line 41">
                  <a:extLst>
                    <a:ext uri="{FF2B5EF4-FFF2-40B4-BE49-F238E27FC236}">
                      <a16:creationId xmlns:a16="http://schemas.microsoft.com/office/drawing/2014/main" id="{50A1606B-B118-CB39-729F-8264FA480A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55" name="Line 42">
                  <a:extLst>
                    <a:ext uri="{FF2B5EF4-FFF2-40B4-BE49-F238E27FC236}">
                      <a16:creationId xmlns:a16="http://schemas.microsoft.com/office/drawing/2014/main" id="{F8231511-BDAA-48A9-E0F6-A240F46A65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56" name="Line 43">
                  <a:extLst>
                    <a:ext uri="{FF2B5EF4-FFF2-40B4-BE49-F238E27FC236}">
                      <a16:creationId xmlns:a16="http://schemas.microsoft.com/office/drawing/2014/main" id="{7F8FF71F-9E4D-DC77-A646-121205AF93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57" name="Line 44">
                  <a:extLst>
                    <a:ext uri="{FF2B5EF4-FFF2-40B4-BE49-F238E27FC236}">
                      <a16:creationId xmlns:a16="http://schemas.microsoft.com/office/drawing/2014/main" id="{A409D076-D1D9-2ADC-EAD2-D9E2345B70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58" name="Line 45">
                  <a:extLst>
                    <a:ext uri="{FF2B5EF4-FFF2-40B4-BE49-F238E27FC236}">
                      <a16:creationId xmlns:a16="http://schemas.microsoft.com/office/drawing/2014/main" id="{A1EEA424-0F13-A232-B929-AD18C582E2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59" name="Line 46">
                  <a:extLst>
                    <a:ext uri="{FF2B5EF4-FFF2-40B4-BE49-F238E27FC236}">
                      <a16:creationId xmlns:a16="http://schemas.microsoft.com/office/drawing/2014/main" id="{D73D473F-4205-8691-58E5-BC5225D6E9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60" name="Line 47">
                  <a:extLst>
                    <a:ext uri="{FF2B5EF4-FFF2-40B4-BE49-F238E27FC236}">
                      <a16:creationId xmlns:a16="http://schemas.microsoft.com/office/drawing/2014/main" id="{26BD9701-A4E1-2A26-EECD-DFBB797638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61" name="Line 48">
                  <a:extLst>
                    <a:ext uri="{FF2B5EF4-FFF2-40B4-BE49-F238E27FC236}">
                      <a16:creationId xmlns:a16="http://schemas.microsoft.com/office/drawing/2014/main" id="{10D44F6F-840D-88A7-3899-325945FF98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62" name="Line 49">
                  <a:extLst>
                    <a:ext uri="{FF2B5EF4-FFF2-40B4-BE49-F238E27FC236}">
                      <a16:creationId xmlns:a16="http://schemas.microsoft.com/office/drawing/2014/main" id="{DD608987-86A1-D7ED-02FD-67072D4E73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63" name="Line 50">
                  <a:extLst>
                    <a:ext uri="{FF2B5EF4-FFF2-40B4-BE49-F238E27FC236}">
                      <a16:creationId xmlns:a16="http://schemas.microsoft.com/office/drawing/2014/main" id="{2358F5FC-F36A-650F-C905-722F5FB8CA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64" name="Line 51">
                  <a:extLst>
                    <a:ext uri="{FF2B5EF4-FFF2-40B4-BE49-F238E27FC236}">
                      <a16:creationId xmlns:a16="http://schemas.microsoft.com/office/drawing/2014/main" id="{9A7FD938-B1BD-28F5-BB6D-8C16805ED1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65" name="Line 52">
                  <a:extLst>
                    <a:ext uri="{FF2B5EF4-FFF2-40B4-BE49-F238E27FC236}">
                      <a16:creationId xmlns:a16="http://schemas.microsoft.com/office/drawing/2014/main" id="{4D962250-C88F-9C21-CDFD-B597313C89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66" name="Line 53">
                  <a:extLst>
                    <a:ext uri="{FF2B5EF4-FFF2-40B4-BE49-F238E27FC236}">
                      <a16:creationId xmlns:a16="http://schemas.microsoft.com/office/drawing/2014/main" id="{3EDD7019-7EB4-C8B4-FA7C-09C28EC67F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67" name="Line 54">
                  <a:extLst>
                    <a:ext uri="{FF2B5EF4-FFF2-40B4-BE49-F238E27FC236}">
                      <a16:creationId xmlns:a16="http://schemas.microsoft.com/office/drawing/2014/main" id="{6ABB372E-80A2-48A1-C5FE-F910C1EE22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68" name="Line 55">
                  <a:extLst>
                    <a:ext uri="{FF2B5EF4-FFF2-40B4-BE49-F238E27FC236}">
                      <a16:creationId xmlns:a16="http://schemas.microsoft.com/office/drawing/2014/main" id="{E815C902-95D7-57D5-806D-D0B5DFB580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69" name="Line 56">
                  <a:extLst>
                    <a:ext uri="{FF2B5EF4-FFF2-40B4-BE49-F238E27FC236}">
                      <a16:creationId xmlns:a16="http://schemas.microsoft.com/office/drawing/2014/main" id="{3FF2545F-3E55-30AF-60D7-C9103F2ED2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</p:grpSp>
        </p:grpSp>
        <p:sp>
          <p:nvSpPr>
            <p:cNvPr id="1033" name="Rectangle 57" descr="60%">
              <a:extLst>
                <a:ext uri="{FF2B5EF4-FFF2-40B4-BE49-F238E27FC236}">
                  <a16:creationId xmlns:a16="http://schemas.microsoft.com/office/drawing/2014/main" id="{891943A0-9DFC-AA81-EC1C-1544C66D0352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blipFill dpi="0" rotWithShape="0">
              <a:blip r:embed="rId1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u="sng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u="sng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u="sng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u="sng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u="sng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u="sng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u="sng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u="sng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u="sng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34" name="Line 58">
              <a:extLst>
                <a:ext uri="{FF2B5EF4-FFF2-40B4-BE49-F238E27FC236}">
                  <a16:creationId xmlns:a16="http://schemas.microsoft.com/office/drawing/2014/main" id="{26488B7C-FE6F-3925-5E98-F74D715DD177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N"/>
            </a:p>
          </p:txBody>
        </p:sp>
        <p:grpSp>
          <p:nvGrpSpPr>
            <p:cNvPr id="1035" name="Group 59">
              <a:extLst>
                <a:ext uri="{FF2B5EF4-FFF2-40B4-BE49-F238E27FC236}">
                  <a16:creationId xmlns:a16="http://schemas.microsoft.com/office/drawing/2014/main" id="{4D371D93-6CF7-02C1-C18F-0769DE8432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>
                <a:extLst>
                  <a:ext uri="{FF2B5EF4-FFF2-40B4-BE49-F238E27FC236}">
                    <a16:creationId xmlns:a16="http://schemas.microsoft.com/office/drawing/2014/main" id="{94EB3B65-E83F-3BD7-6031-2A372F6E3638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037" name="Line 61">
                <a:extLst>
                  <a:ext uri="{FF2B5EF4-FFF2-40B4-BE49-F238E27FC236}">
                    <a16:creationId xmlns:a16="http://schemas.microsoft.com/office/drawing/2014/main" id="{5014C570-0F23-AD30-7999-EF6D17A1346D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038" name="Arc 62">
                <a:extLst>
                  <a:ext uri="{FF2B5EF4-FFF2-40B4-BE49-F238E27FC236}">
                    <a16:creationId xmlns:a16="http://schemas.microsoft.com/office/drawing/2014/main" id="{66079409-4BA9-E8E1-EDAC-16724716DB3F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80073914-B03F-38BA-24DE-777E5973BE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5E0CD51-65DC-9828-1867-54AD6EA01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713" name="Rectangle 65">
            <a:extLst>
              <a:ext uri="{FF2B5EF4-FFF2-40B4-BE49-F238E27FC236}">
                <a16:creationId xmlns:a16="http://schemas.microsoft.com/office/drawing/2014/main" id="{B2CE679F-7FEF-C321-4518-288D2C2A24C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 u="none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714" name="Rectangle 66">
            <a:extLst>
              <a:ext uri="{FF2B5EF4-FFF2-40B4-BE49-F238E27FC236}">
                <a16:creationId xmlns:a16="http://schemas.microsoft.com/office/drawing/2014/main" id="{8C005CC8-B235-BCA7-A92B-976770C772F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 u="none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715" name="Rectangle 67">
            <a:extLst>
              <a:ext uri="{FF2B5EF4-FFF2-40B4-BE49-F238E27FC236}">
                <a16:creationId xmlns:a16="http://schemas.microsoft.com/office/drawing/2014/main" id="{6E3782E9-2D1A-D38E-3237-68DF4DFFF44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u="none" smtClean="0"/>
            </a:lvl1pPr>
          </a:lstStyle>
          <a:p>
            <a:pPr>
              <a:defRPr/>
            </a:pPr>
            <a:fld id="{0646AB83-875C-5949-9FB6-BA1BFABD192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transition>
    <p:blinds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4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2.png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2.emf"/><Relationship Id="rId3" Type="http://schemas.openxmlformats.org/officeDocument/2006/relationships/oleObject" Target="../embeddings/oleObject6.bin"/><Relationship Id="rId7" Type="http://schemas.openxmlformats.org/officeDocument/2006/relationships/image" Target="../media/image9.emf"/><Relationship Id="rId12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1.emf"/><Relationship Id="rId5" Type="http://schemas.openxmlformats.org/officeDocument/2006/relationships/image" Target="../media/image2.png"/><Relationship Id="rId10" Type="http://schemas.openxmlformats.org/officeDocument/2006/relationships/oleObject" Target="../embeddings/oleObject9.bin"/><Relationship Id="rId4" Type="http://schemas.openxmlformats.org/officeDocument/2006/relationships/image" Target="../media/image8.emf"/><Relationship Id="rId9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7.emf"/><Relationship Id="rId3" Type="http://schemas.openxmlformats.org/officeDocument/2006/relationships/oleObject" Target="../embeddings/oleObject11.bin"/><Relationship Id="rId7" Type="http://schemas.openxmlformats.org/officeDocument/2006/relationships/image" Target="../media/image2.png"/><Relationship Id="rId12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emf"/><Relationship Id="rId11" Type="http://schemas.openxmlformats.org/officeDocument/2006/relationships/image" Target="../media/image16.emf"/><Relationship Id="rId5" Type="http://schemas.openxmlformats.org/officeDocument/2006/relationships/oleObject" Target="../embeddings/oleObject12.bin"/><Relationship Id="rId10" Type="http://schemas.openxmlformats.org/officeDocument/2006/relationships/oleObject" Target="../embeddings/oleObject14.bin"/><Relationship Id="rId4" Type="http://schemas.openxmlformats.org/officeDocument/2006/relationships/image" Target="../media/image13.emf"/><Relationship Id="rId9" Type="http://schemas.openxmlformats.org/officeDocument/2006/relationships/image" Target="../media/image15.emf"/><Relationship Id="rId14" Type="http://schemas.openxmlformats.org/officeDocument/2006/relationships/oleObject" Target="../embeddings/oleObject1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2.emf"/><Relationship Id="rId18" Type="http://schemas.openxmlformats.org/officeDocument/2006/relationships/oleObject" Target="../embeddings/oleObject24.bin"/><Relationship Id="rId3" Type="http://schemas.openxmlformats.org/officeDocument/2006/relationships/oleObject" Target="../embeddings/oleObject17.bin"/><Relationship Id="rId7" Type="http://schemas.openxmlformats.org/officeDocument/2006/relationships/image" Target="../media/image2.png"/><Relationship Id="rId12" Type="http://schemas.openxmlformats.org/officeDocument/2006/relationships/oleObject" Target="../embeddings/oleObject21.bin"/><Relationship Id="rId17" Type="http://schemas.openxmlformats.org/officeDocument/2006/relationships/image" Target="../media/image2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3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emf"/><Relationship Id="rId11" Type="http://schemas.openxmlformats.org/officeDocument/2006/relationships/image" Target="../media/image21.emf"/><Relationship Id="rId5" Type="http://schemas.openxmlformats.org/officeDocument/2006/relationships/oleObject" Target="../embeddings/oleObject18.bin"/><Relationship Id="rId15" Type="http://schemas.openxmlformats.org/officeDocument/2006/relationships/image" Target="../media/image23.emf"/><Relationship Id="rId10" Type="http://schemas.openxmlformats.org/officeDocument/2006/relationships/oleObject" Target="../embeddings/oleObject20.bin"/><Relationship Id="rId19" Type="http://schemas.openxmlformats.org/officeDocument/2006/relationships/image" Target="../media/image25.emf"/><Relationship Id="rId4" Type="http://schemas.openxmlformats.org/officeDocument/2006/relationships/image" Target="../media/image18.emf"/><Relationship Id="rId9" Type="http://schemas.openxmlformats.org/officeDocument/2006/relationships/image" Target="../media/image20.emf"/><Relationship Id="rId14" Type="http://schemas.openxmlformats.org/officeDocument/2006/relationships/oleObject" Target="../embeddings/oleObject2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30.emf"/><Relationship Id="rId18" Type="http://schemas.openxmlformats.org/officeDocument/2006/relationships/oleObject" Target="../embeddings/oleObject32.bin"/><Relationship Id="rId3" Type="http://schemas.openxmlformats.org/officeDocument/2006/relationships/oleObject" Target="../embeddings/oleObject25.bin"/><Relationship Id="rId21" Type="http://schemas.openxmlformats.org/officeDocument/2006/relationships/image" Target="../media/image34.emf"/><Relationship Id="rId7" Type="http://schemas.openxmlformats.org/officeDocument/2006/relationships/image" Target="../media/image2.png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32.emf"/><Relationship Id="rId25" Type="http://schemas.openxmlformats.org/officeDocument/2006/relationships/image" Target="../media/image3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1.bin"/><Relationship Id="rId20" Type="http://schemas.openxmlformats.org/officeDocument/2006/relationships/oleObject" Target="../embeddings/oleObject33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27.emf"/><Relationship Id="rId11" Type="http://schemas.openxmlformats.org/officeDocument/2006/relationships/image" Target="../media/image29.emf"/><Relationship Id="rId24" Type="http://schemas.openxmlformats.org/officeDocument/2006/relationships/oleObject" Target="../embeddings/oleObject35.bin"/><Relationship Id="rId5" Type="http://schemas.openxmlformats.org/officeDocument/2006/relationships/oleObject" Target="../embeddings/oleObject26.bin"/><Relationship Id="rId15" Type="http://schemas.openxmlformats.org/officeDocument/2006/relationships/image" Target="../media/image31.emf"/><Relationship Id="rId23" Type="http://schemas.openxmlformats.org/officeDocument/2006/relationships/image" Target="../media/image35.emf"/><Relationship Id="rId10" Type="http://schemas.openxmlformats.org/officeDocument/2006/relationships/oleObject" Target="../embeddings/oleObject28.bin"/><Relationship Id="rId19" Type="http://schemas.openxmlformats.org/officeDocument/2006/relationships/image" Target="../media/image33.emf"/><Relationship Id="rId4" Type="http://schemas.openxmlformats.org/officeDocument/2006/relationships/image" Target="../media/image26.emf"/><Relationship Id="rId9" Type="http://schemas.openxmlformats.org/officeDocument/2006/relationships/image" Target="../media/image28.emf"/><Relationship Id="rId14" Type="http://schemas.openxmlformats.org/officeDocument/2006/relationships/oleObject" Target="../embeddings/oleObject30.bin"/><Relationship Id="rId22" Type="http://schemas.openxmlformats.org/officeDocument/2006/relationships/oleObject" Target="../embeddings/oleObject3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oleObject" Target="../embeddings/oleObject36.bin"/><Relationship Id="rId7" Type="http://schemas.openxmlformats.org/officeDocument/2006/relationships/image" Target="../media/image3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40.emf"/><Relationship Id="rId5" Type="http://schemas.openxmlformats.org/officeDocument/2006/relationships/image" Target="../media/image2.png"/><Relationship Id="rId10" Type="http://schemas.openxmlformats.org/officeDocument/2006/relationships/oleObject" Target="../embeddings/oleObject39.bin"/><Relationship Id="rId4" Type="http://schemas.openxmlformats.org/officeDocument/2006/relationships/image" Target="../media/image37.emf"/><Relationship Id="rId9" Type="http://schemas.openxmlformats.org/officeDocument/2006/relationships/image" Target="../media/image39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44.emf"/><Relationship Id="rId18" Type="http://schemas.openxmlformats.org/officeDocument/2006/relationships/oleObject" Target="../embeddings/oleObject47.bin"/><Relationship Id="rId3" Type="http://schemas.openxmlformats.org/officeDocument/2006/relationships/image" Target="../media/image2.png"/><Relationship Id="rId21" Type="http://schemas.openxmlformats.org/officeDocument/2006/relationships/image" Target="../media/image48.emf"/><Relationship Id="rId7" Type="http://schemas.openxmlformats.org/officeDocument/2006/relationships/image" Target="../media/image42.emf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4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6.bin"/><Relationship Id="rId20" Type="http://schemas.openxmlformats.org/officeDocument/2006/relationships/oleObject" Target="../embeddings/oleObject48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3.emf"/><Relationship Id="rId5" Type="http://schemas.openxmlformats.org/officeDocument/2006/relationships/image" Target="../media/image41.emf"/><Relationship Id="rId15" Type="http://schemas.openxmlformats.org/officeDocument/2006/relationships/image" Target="../media/image45.emf"/><Relationship Id="rId23" Type="http://schemas.openxmlformats.org/officeDocument/2006/relationships/image" Target="../media/image49.emf"/><Relationship Id="rId10" Type="http://schemas.openxmlformats.org/officeDocument/2006/relationships/oleObject" Target="../embeddings/oleObject43.bin"/><Relationship Id="rId19" Type="http://schemas.openxmlformats.org/officeDocument/2006/relationships/image" Target="../media/image47.e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17.emf"/><Relationship Id="rId14" Type="http://schemas.openxmlformats.org/officeDocument/2006/relationships/oleObject" Target="../embeddings/oleObject45.bin"/><Relationship Id="rId22" Type="http://schemas.openxmlformats.org/officeDocument/2006/relationships/oleObject" Target="../embeddings/oleObject4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13" Type="http://schemas.openxmlformats.org/officeDocument/2006/relationships/image" Target="../media/image54.emf"/><Relationship Id="rId18" Type="http://schemas.openxmlformats.org/officeDocument/2006/relationships/oleObject" Target="../embeddings/oleObject57.bin"/><Relationship Id="rId26" Type="http://schemas.openxmlformats.org/officeDocument/2006/relationships/oleObject" Target="../embeddings/oleObject61.bin"/><Relationship Id="rId3" Type="http://schemas.openxmlformats.org/officeDocument/2006/relationships/oleObject" Target="../embeddings/oleObject50.bin"/><Relationship Id="rId21" Type="http://schemas.openxmlformats.org/officeDocument/2006/relationships/image" Target="../media/image58.emf"/><Relationship Id="rId7" Type="http://schemas.openxmlformats.org/officeDocument/2006/relationships/oleObject" Target="../embeddings/oleObject52.bin"/><Relationship Id="rId12" Type="http://schemas.openxmlformats.org/officeDocument/2006/relationships/oleObject" Target="../embeddings/oleObject54.bin"/><Relationship Id="rId17" Type="http://schemas.openxmlformats.org/officeDocument/2006/relationships/image" Target="../media/image56.emf"/><Relationship Id="rId25" Type="http://schemas.openxmlformats.org/officeDocument/2006/relationships/image" Target="../media/image60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6.bin"/><Relationship Id="rId20" Type="http://schemas.openxmlformats.org/officeDocument/2006/relationships/oleObject" Target="../embeddings/oleObject58.bin"/><Relationship Id="rId29" Type="http://schemas.openxmlformats.org/officeDocument/2006/relationships/image" Target="../media/image62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51.emf"/><Relationship Id="rId11" Type="http://schemas.openxmlformats.org/officeDocument/2006/relationships/image" Target="../media/image53.emf"/><Relationship Id="rId24" Type="http://schemas.openxmlformats.org/officeDocument/2006/relationships/oleObject" Target="../embeddings/oleObject60.bin"/><Relationship Id="rId5" Type="http://schemas.openxmlformats.org/officeDocument/2006/relationships/oleObject" Target="../embeddings/oleObject51.bin"/><Relationship Id="rId15" Type="http://schemas.openxmlformats.org/officeDocument/2006/relationships/image" Target="../media/image55.emf"/><Relationship Id="rId23" Type="http://schemas.openxmlformats.org/officeDocument/2006/relationships/image" Target="../media/image59.emf"/><Relationship Id="rId28" Type="http://schemas.openxmlformats.org/officeDocument/2006/relationships/oleObject" Target="../embeddings/oleObject62.bin"/><Relationship Id="rId10" Type="http://schemas.openxmlformats.org/officeDocument/2006/relationships/oleObject" Target="../embeddings/oleObject53.bin"/><Relationship Id="rId19" Type="http://schemas.openxmlformats.org/officeDocument/2006/relationships/image" Target="../media/image57.emf"/><Relationship Id="rId4" Type="http://schemas.openxmlformats.org/officeDocument/2006/relationships/image" Target="../media/image50.emf"/><Relationship Id="rId9" Type="http://schemas.openxmlformats.org/officeDocument/2006/relationships/image" Target="../media/image2.png"/><Relationship Id="rId14" Type="http://schemas.openxmlformats.org/officeDocument/2006/relationships/oleObject" Target="../embeddings/oleObject55.bin"/><Relationship Id="rId22" Type="http://schemas.openxmlformats.org/officeDocument/2006/relationships/oleObject" Target="../embeddings/oleObject59.bin"/><Relationship Id="rId27" Type="http://schemas.openxmlformats.org/officeDocument/2006/relationships/image" Target="../media/image61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13" Type="http://schemas.openxmlformats.org/officeDocument/2006/relationships/image" Target="../media/image67.emf"/><Relationship Id="rId18" Type="http://schemas.openxmlformats.org/officeDocument/2006/relationships/oleObject" Target="../embeddings/oleObject70.bin"/><Relationship Id="rId26" Type="http://schemas.openxmlformats.org/officeDocument/2006/relationships/oleObject" Target="../embeddings/oleObject74.bin"/><Relationship Id="rId3" Type="http://schemas.openxmlformats.org/officeDocument/2006/relationships/image" Target="../media/image2.png"/><Relationship Id="rId21" Type="http://schemas.openxmlformats.org/officeDocument/2006/relationships/image" Target="../media/image71.emf"/><Relationship Id="rId7" Type="http://schemas.openxmlformats.org/officeDocument/2006/relationships/image" Target="../media/image64.emf"/><Relationship Id="rId12" Type="http://schemas.openxmlformats.org/officeDocument/2006/relationships/oleObject" Target="../embeddings/oleObject67.bin"/><Relationship Id="rId17" Type="http://schemas.openxmlformats.org/officeDocument/2006/relationships/image" Target="../media/image69.emf"/><Relationship Id="rId25" Type="http://schemas.openxmlformats.org/officeDocument/2006/relationships/image" Target="../media/image73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9.bin"/><Relationship Id="rId20" Type="http://schemas.openxmlformats.org/officeDocument/2006/relationships/oleObject" Target="../embeddings/oleObject71.bin"/><Relationship Id="rId29" Type="http://schemas.openxmlformats.org/officeDocument/2006/relationships/image" Target="../media/image75.e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66.emf"/><Relationship Id="rId24" Type="http://schemas.openxmlformats.org/officeDocument/2006/relationships/oleObject" Target="../embeddings/oleObject73.bin"/><Relationship Id="rId5" Type="http://schemas.openxmlformats.org/officeDocument/2006/relationships/image" Target="../media/image63.emf"/><Relationship Id="rId15" Type="http://schemas.openxmlformats.org/officeDocument/2006/relationships/image" Target="../media/image68.emf"/><Relationship Id="rId23" Type="http://schemas.openxmlformats.org/officeDocument/2006/relationships/image" Target="../media/image72.emf"/><Relationship Id="rId28" Type="http://schemas.openxmlformats.org/officeDocument/2006/relationships/oleObject" Target="../embeddings/oleObject75.bin"/><Relationship Id="rId10" Type="http://schemas.openxmlformats.org/officeDocument/2006/relationships/oleObject" Target="../embeddings/oleObject66.bin"/><Relationship Id="rId19" Type="http://schemas.openxmlformats.org/officeDocument/2006/relationships/image" Target="../media/image70.emf"/><Relationship Id="rId4" Type="http://schemas.openxmlformats.org/officeDocument/2006/relationships/oleObject" Target="../embeddings/oleObject63.bin"/><Relationship Id="rId9" Type="http://schemas.openxmlformats.org/officeDocument/2006/relationships/image" Target="../media/image65.emf"/><Relationship Id="rId14" Type="http://schemas.openxmlformats.org/officeDocument/2006/relationships/oleObject" Target="../embeddings/oleObject68.bin"/><Relationship Id="rId22" Type="http://schemas.openxmlformats.org/officeDocument/2006/relationships/oleObject" Target="../embeddings/oleObject72.bin"/><Relationship Id="rId27" Type="http://schemas.openxmlformats.org/officeDocument/2006/relationships/image" Target="../media/image7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13" Type="http://schemas.openxmlformats.org/officeDocument/2006/relationships/image" Target="../media/image80.emf"/><Relationship Id="rId3" Type="http://schemas.openxmlformats.org/officeDocument/2006/relationships/image" Target="../media/image2.png"/><Relationship Id="rId7" Type="http://schemas.openxmlformats.org/officeDocument/2006/relationships/image" Target="../media/image77.emf"/><Relationship Id="rId12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79.emf"/><Relationship Id="rId5" Type="http://schemas.openxmlformats.org/officeDocument/2006/relationships/image" Target="../media/image76.emf"/><Relationship Id="rId10" Type="http://schemas.openxmlformats.org/officeDocument/2006/relationships/oleObject" Target="../embeddings/oleObject79.bin"/><Relationship Id="rId4" Type="http://schemas.openxmlformats.org/officeDocument/2006/relationships/oleObject" Target="../embeddings/oleObject76.bin"/><Relationship Id="rId9" Type="http://schemas.openxmlformats.org/officeDocument/2006/relationships/image" Target="../media/image7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85.emf"/><Relationship Id="rId18" Type="http://schemas.openxmlformats.org/officeDocument/2006/relationships/oleObject" Target="../embeddings/oleObject88.bin"/><Relationship Id="rId3" Type="http://schemas.openxmlformats.org/officeDocument/2006/relationships/oleObject" Target="../embeddings/oleObject81.bin"/><Relationship Id="rId21" Type="http://schemas.openxmlformats.org/officeDocument/2006/relationships/image" Target="../media/image89.emf"/><Relationship Id="rId7" Type="http://schemas.openxmlformats.org/officeDocument/2006/relationships/image" Target="../media/image82.emf"/><Relationship Id="rId12" Type="http://schemas.openxmlformats.org/officeDocument/2006/relationships/oleObject" Target="../embeddings/oleObject85.bin"/><Relationship Id="rId17" Type="http://schemas.openxmlformats.org/officeDocument/2006/relationships/image" Target="../media/image8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7.bin"/><Relationship Id="rId20" Type="http://schemas.openxmlformats.org/officeDocument/2006/relationships/oleObject" Target="../embeddings/oleObject89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84.emf"/><Relationship Id="rId5" Type="http://schemas.openxmlformats.org/officeDocument/2006/relationships/image" Target="../media/image2.png"/><Relationship Id="rId15" Type="http://schemas.openxmlformats.org/officeDocument/2006/relationships/image" Target="../media/image86.emf"/><Relationship Id="rId23" Type="http://schemas.openxmlformats.org/officeDocument/2006/relationships/image" Target="../media/image90.emf"/><Relationship Id="rId10" Type="http://schemas.openxmlformats.org/officeDocument/2006/relationships/oleObject" Target="../embeddings/oleObject84.bin"/><Relationship Id="rId19" Type="http://schemas.openxmlformats.org/officeDocument/2006/relationships/image" Target="../media/image88.emf"/><Relationship Id="rId4" Type="http://schemas.openxmlformats.org/officeDocument/2006/relationships/image" Target="../media/image81.emf"/><Relationship Id="rId9" Type="http://schemas.openxmlformats.org/officeDocument/2006/relationships/image" Target="../media/image83.emf"/><Relationship Id="rId14" Type="http://schemas.openxmlformats.org/officeDocument/2006/relationships/oleObject" Target="../embeddings/oleObject86.bin"/><Relationship Id="rId22" Type="http://schemas.openxmlformats.org/officeDocument/2006/relationships/oleObject" Target="../embeddings/oleObject90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13" Type="http://schemas.openxmlformats.org/officeDocument/2006/relationships/image" Target="../media/image95.emf"/><Relationship Id="rId18" Type="http://schemas.openxmlformats.org/officeDocument/2006/relationships/oleObject" Target="../embeddings/oleObject98.bin"/><Relationship Id="rId3" Type="http://schemas.openxmlformats.org/officeDocument/2006/relationships/image" Target="../media/image2.png"/><Relationship Id="rId21" Type="http://schemas.openxmlformats.org/officeDocument/2006/relationships/image" Target="../media/image99.emf"/><Relationship Id="rId7" Type="http://schemas.openxmlformats.org/officeDocument/2006/relationships/image" Target="../media/image92.emf"/><Relationship Id="rId12" Type="http://schemas.openxmlformats.org/officeDocument/2006/relationships/oleObject" Target="../embeddings/oleObject95.bin"/><Relationship Id="rId17" Type="http://schemas.openxmlformats.org/officeDocument/2006/relationships/image" Target="../media/image97.emf"/><Relationship Id="rId25" Type="http://schemas.openxmlformats.org/officeDocument/2006/relationships/image" Target="../media/image10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97.bin"/><Relationship Id="rId20" Type="http://schemas.openxmlformats.org/officeDocument/2006/relationships/oleObject" Target="../embeddings/oleObject99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94.emf"/><Relationship Id="rId24" Type="http://schemas.openxmlformats.org/officeDocument/2006/relationships/oleObject" Target="../embeddings/oleObject101.bin"/><Relationship Id="rId5" Type="http://schemas.openxmlformats.org/officeDocument/2006/relationships/image" Target="../media/image91.emf"/><Relationship Id="rId15" Type="http://schemas.openxmlformats.org/officeDocument/2006/relationships/image" Target="../media/image96.emf"/><Relationship Id="rId23" Type="http://schemas.openxmlformats.org/officeDocument/2006/relationships/image" Target="../media/image100.emf"/><Relationship Id="rId10" Type="http://schemas.openxmlformats.org/officeDocument/2006/relationships/oleObject" Target="../embeddings/oleObject94.bin"/><Relationship Id="rId19" Type="http://schemas.openxmlformats.org/officeDocument/2006/relationships/image" Target="../media/image98.emf"/><Relationship Id="rId4" Type="http://schemas.openxmlformats.org/officeDocument/2006/relationships/oleObject" Target="../embeddings/oleObject91.bin"/><Relationship Id="rId9" Type="http://schemas.openxmlformats.org/officeDocument/2006/relationships/image" Target="../media/image93.emf"/><Relationship Id="rId14" Type="http://schemas.openxmlformats.org/officeDocument/2006/relationships/oleObject" Target="../embeddings/oleObject96.bin"/><Relationship Id="rId22" Type="http://schemas.openxmlformats.org/officeDocument/2006/relationships/oleObject" Target="../embeddings/oleObject100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6.emf"/><Relationship Id="rId18" Type="http://schemas.openxmlformats.org/officeDocument/2006/relationships/oleObject" Target="../embeddings/oleObject109.bin"/><Relationship Id="rId26" Type="http://schemas.openxmlformats.org/officeDocument/2006/relationships/oleObject" Target="../embeddings/oleObject114.bin"/><Relationship Id="rId21" Type="http://schemas.openxmlformats.org/officeDocument/2006/relationships/image" Target="../media/image109.emf"/><Relationship Id="rId34" Type="http://schemas.openxmlformats.org/officeDocument/2006/relationships/image" Target="../media/image114.emf"/><Relationship Id="rId7" Type="http://schemas.openxmlformats.org/officeDocument/2006/relationships/image" Target="../media/image103.emf"/><Relationship Id="rId12" Type="http://schemas.openxmlformats.org/officeDocument/2006/relationships/oleObject" Target="../embeddings/oleObject106.bin"/><Relationship Id="rId17" Type="http://schemas.openxmlformats.org/officeDocument/2006/relationships/image" Target="../media/image108.emf"/><Relationship Id="rId25" Type="http://schemas.openxmlformats.org/officeDocument/2006/relationships/oleObject" Target="../embeddings/oleObject113.bin"/><Relationship Id="rId33" Type="http://schemas.openxmlformats.org/officeDocument/2006/relationships/oleObject" Target="../embeddings/oleObject118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08.bin"/><Relationship Id="rId20" Type="http://schemas.openxmlformats.org/officeDocument/2006/relationships/oleObject" Target="../embeddings/oleObject110.bin"/><Relationship Id="rId29" Type="http://schemas.openxmlformats.org/officeDocument/2006/relationships/oleObject" Target="../embeddings/oleObject116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03.bin"/><Relationship Id="rId11" Type="http://schemas.openxmlformats.org/officeDocument/2006/relationships/image" Target="../media/image105.emf"/><Relationship Id="rId24" Type="http://schemas.openxmlformats.org/officeDocument/2006/relationships/image" Target="../media/image110.emf"/><Relationship Id="rId32" Type="http://schemas.openxmlformats.org/officeDocument/2006/relationships/image" Target="../media/image113.emf"/><Relationship Id="rId37" Type="http://schemas.openxmlformats.org/officeDocument/2006/relationships/oleObject" Target="../embeddings/oleObject120.bin"/><Relationship Id="rId5" Type="http://schemas.openxmlformats.org/officeDocument/2006/relationships/image" Target="../media/image102.emf"/><Relationship Id="rId15" Type="http://schemas.openxmlformats.org/officeDocument/2006/relationships/image" Target="../media/image107.emf"/><Relationship Id="rId23" Type="http://schemas.openxmlformats.org/officeDocument/2006/relationships/oleObject" Target="../embeddings/oleObject112.bin"/><Relationship Id="rId28" Type="http://schemas.openxmlformats.org/officeDocument/2006/relationships/oleObject" Target="../embeddings/oleObject115.bin"/><Relationship Id="rId36" Type="http://schemas.openxmlformats.org/officeDocument/2006/relationships/image" Target="../media/image115.emf"/><Relationship Id="rId10" Type="http://schemas.openxmlformats.org/officeDocument/2006/relationships/oleObject" Target="../embeddings/oleObject105.bin"/><Relationship Id="rId19" Type="http://schemas.openxmlformats.org/officeDocument/2006/relationships/image" Target="../media/image66.emf"/><Relationship Id="rId31" Type="http://schemas.openxmlformats.org/officeDocument/2006/relationships/oleObject" Target="../embeddings/oleObject117.bin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104.emf"/><Relationship Id="rId14" Type="http://schemas.openxmlformats.org/officeDocument/2006/relationships/oleObject" Target="../embeddings/oleObject107.bin"/><Relationship Id="rId22" Type="http://schemas.openxmlformats.org/officeDocument/2006/relationships/oleObject" Target="../embeddings/oleObject111.bin"/><Relationship Id="rId27" Type="http://schemas.openxmlformats.org/officeDocument/2006/relationships/image" Target="../media/image111.emf"/><Relationship Id="rId30" Type="http://schemas.openxmlformats.org/officeDocument/2006/relationships/image" Target="../media/image112.emf"/><Relationship Id="rId35" Type="http://schemas.openxmlformats.org/officeDocument/2006/relationships/oleObject" Target="../embeddings/oleObject119.bin"/><Relationship Id="rId8" Type="http://schemas.openxmlformats.org/officeDocument/2006/relationships/oleObject" Target="../embeddings/oleObject104.bin"/><Relationship Id="rId3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emf"/><Relationship Id="rId13" Type="http://schemas.openxmlformats.org/officeDocument/2006/relationships/image" Target="../media/image119.emf"/><Relationship Id="rId18" Type="http://schemas.openxmlformats.org/officeDocument/2006/relationships/image" Target="../media/image121.emf"/><Relationship Id="rId26" Type="http://schemas.openxmlformats.org/officeDocument/2006/relationships/image" Target="../media/image124.emf"/><Relationship Id="rId3" Type="http://schemas.openxmlformats.org/officeDocument/2006/relationships/oleObject" Target="../embeddings/oleObject121.bin"/><Relationship Id="rId21" Type="http://schemas.openxmlformats.org/officeDocument/2006/relationships/oleObject" Target="../embeddings/oleObject130.bin"/><Relationship Id="rId7" Type="http://schemas.openxmlformats.org/officeDocument/2006/relationships/oleObject" Target="../embeddings/oleObject123.bin"/><Relationship Id="rId12" Type="http://schemas.openxmlformats.org/officeDocument/2006/relationships/oleObject" Target="../embeddings/oleObject125.bin"/><Relationship Id="rId17" Type="http://schemas.openxmlformats.org/officeDocument/2006/relationships/oleObject" Target="../embeddings/oleObject128.bin"/><Relationship Id="rId25" Type="http://schemas.openxmlformats.org/officeDocument/2006/relationships/oleObject" Target="../embeddings/oleObject1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0.emf"/><Relationship Id="rId20" Type="http://schemas.openxmlformats.org/officeDocument/2006/relationships/image" Target="../media/image122.emf"/><Relationship Id="rId29" Type="http://schemas.openxmlformats.org/officeDocument/2006/relationships/oleObject" Target="../embeddings/oleObject134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7.emf"/><Relationship Id="rId11" Type="http://schemas.openxmlformats.org/officeDocument/2006/relationships/image" Target="../media/image2.png"/><Relationship Id="rId24" Type="http://schemas.openxmlformats.org/officeDocument/2006/relationships/image" Target="../media/image123.emf"/><Relationship Id="rId32" Type="http://schemas.openxmlformats.org/officeDocument/2006/relationships/image" Target="../media/image127.emf"/><Relationship Id="rId5" Type="http://schemas.openxmlformats.org/officeDocument/2006/relationships/oleObject" Target="../embeddings/oleObject122.bin"/><Relationship Id="rId15" Type="http://schemas.openxmlformats.org/officeDocument/2006/relationships/oleObject" Target="../embeddings/oleObject127.bin"/><Relationship Id="rId23" Type="http://schemas.openxmlformats.org/officeDocument/2006/relationships/oleObject" Target="../embeddings/oleObject131.bin"/><Relationship Id="rId28" Type="http://schemas.openxmlformats.org/officeDocument/2006/relationships/image" Target="../media/image125.emf"/><Relationship Id="rId10" Type="http://schemas.openxmlformats.org/officeDocument/2006/relationships/image" Target="../media/image112.emf"/><Relationship Id="rId19" Type="http://schemas.openxmlformats.org/officeDocument/2006/relationships/oleObject" Target="../embeddings/oleObject129.bin"/><Relationship Id="rId31" Type="http://schemas.openxmlformats.org/officeDocument/2006/relationships/oleObject" Target="../embeddings/oleObject135.bin"/><Relationship Id="rId4" Type="http://schemas.openxmlformats.org/officeDocument/2006/relationships/image" Target="../media/image116.emf"/><Relationship Id="rId9" Type="http://schemas.openxmlformats.org/officeDocument/2006/relationships/oleObject" Target="../embeddings/oleObject124.bin"/><Relationship Id="rId14" Type="http://schemas.openxmlformats.org/officeDocument/2006/relationships/oleObject" Target="../embeddings/oleObject126.bin"/><Relationship Id="rId22" Type="http://schemas.openxmlformats.org/officeDocument/2006/relationships/image" Target="../media/image17.emf"/><Relationship Id="rId27" Type="http://schemas.openxmlformats.org/officeDocument/2006/relationships/oleObject" Target="../embeddings/oleObject133.bin"/><Relationship Id="rId30" Type="http://schemas.openxmlformats.org/officeDocument/2006/relationships/image" Target="../media/image126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8.bin"/><Relationship Id="rId13" Type="http://schemas.openxmlformats.org/officeDocument/2006/relationships/image" Target="../media/image132.emf"/><Relationship Id="rId18" Type="http://schemas.openxmlformats.org/officeDocument/2006/relationships/oleObject" Target="../embeddings/oleObject143.bin"/><Relationship Id="rId26" Type="http://schemas.openxmlformats.org/officeDocument/2006/relationships/oleObject" Target="../embeddings/oleObject147.bin"/><Relationship Id="rId3" Type="http://schemas.openxmlformats.org/officeDocument/2006/relationships/image" Target="../media/image2.png"/><Relationship Id="rId21" Type="http://schemas.openxmlformats.org/officeDocument/2006/relationships/image" Target="../media/image136.emf"/><Relationship Id="rId7" Type="http://schemas.openxmlformats.org/officeDocument/2006/relationships/image" Target="../media/image129.emf"/><Relationship Id="rId12" Type="http://schemas.openxmlformats.org/officeDocument/2006/relationships/oleObject" Target="../embeddings/oleObject140.bin"/><Relationship Id="rId17" Type="http://schemas.openxmlformats.org/officeDocument/2006/relationships/image" Target="../media/image134.emf"/><Relationship Id="rId25" Type="http://schemas.openxmlformats.org/officeDocument/2006/relationships/image" Target="../media/image138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2.bin"/><Relationship Id="rId20" Type="http://schemas.openxmlformats.org/officeDocument/2006/relationships/oleObject" Target="../embeddings/oleObject144.bin"/><Relationship Id="rId29" Type="http://schemas.openxmlformats.org/officeDocument/2006/relationships/image" Target="../media/image140.emf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37.bin"/><Relationship Id="rId11" Type="http://schemas.openxmlformats.org/officeDocument/2006/relationships/image" Target="../media/image131.emf"/><Relationship Id="rId24" Type="http://schemas.openxmlformats.org/officeDocument/2006/relationships/oleObject" Target="../embeddings/oleObject146.bin"/><Relationship Id="rId5" Type="http://schemas.openxmlformats.org/officeDocument/2006/relationships/image" Target="../media/image128.emf"/><Relationship Id="rId15" Type="http://schemas.openxmlformats.org/officeDocument/2006/relationships/image" Target="../media/image133.emf"/><Relationship Id="rId23" Type="http://schemas.openxmlformats.org/officeDocument/2006/relationships/image" Target="../media/image137.emf"/><Relationship Id="rId28" Type="http://schemas.openxmlformats.org/officeDocument/2006/relationships/oleObject" Target="../embeddings/oleObject148.bin"/><Relationship Id="rId10" Type="http://schemas.openxmlformats.org/officeDocument/2006/relationships/oleObject" Target="../embeddings/oleObject139.bin"/><Relationship Id="rId19" Type="http://schemas.openxmlformats.org/officeDocument/2006/relationships/image" Target="../media/image135.emf"/><Relationship Id="rId4" Type="http://schemas.openxmlformats.org/officeDocument/2006/relationships/oleObject" Target="../embeddings/oleObject136.bin"/><Relationship Id="rId9" Type="http://schemas.openxmlformats.org/officeDocument/2006/relationships/image" Target="../media/image130.emf"/><Relationship Id="rId14" Type="http://schemas.openxmlformats.org/officeDocument/2006/relationships/oleObject" Target="../embeddings/oleObject141.bin"/><Relationship Id="rId22" Type="http://schemas.openxmlformats.org/officeDocument/2006/relationships/oleObject" Target="../embeddings/oleObject145.bin"/><Relationship Id="rId27" Type="http://schemas.openxmlformats.org/officeDocument/2006/relationships/image" Target="../media/image139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emf"/><Relationship Id="rId13" Type="http://schemas.openxmlformats.org/officeDocument/2006/relationships/image" Target="../media/image145.emf"/><Relationship Id="rId18" Type="http://schemas.openxmlformats.org/officeDocument/2006/relationships/oleObject" Target="../embeddings/oleObject156.bin"/><Relationship Id="rId26" Type="http://schemas.openxmlformats.org/officeDocument/2006/relationships/oleObject" Target="../embeddings/oleObject160.bin"/><Relationship Id="rId3" Type="http://schemas.openxmlformats.org/officeDocument/2006/relationships/oleObject" Target="../embeddings/oleObject149.bin"/><Relationship Id="rId21" Type="http://schemas.openxmlformats.org/officeDocument/2006/relationships/image" Target="../media/image149.emf"/><Relationship Id="rId7" Type="http://schemas.openxmlformats.org/officeDocument/2006/relationships/oleObject" Target="../embeddings/oleObject151.bin"/><Relationship Id="rId12" Type="http://schemas.openxmlformats.org/officeDocument/2006/relationships/oleObject" Target="../embeddings/oleObject153.bin"/><Relationship Id="rId17" Type="http://schemas.openxmlformats.org/officeDocument/2006/relationships/image" Target="../media/image147.emf"/><Relationship Id="rId25" Type="http://schemas.openxmlformats.org/officeDocument/2006/relationships/image" Target="../media/image151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5.bin"/><Relationship Id="rId20" Type="http://schemas.openxmlformats.org/officeDocument/2006/relationships/oleObject" Target="../embeddings/oleObject157.bin"/><Relationship Id="rId29" Type="http://schemas.openxmlformats.org/officeDocument/2006/relationships/oleObject" Target="../embeddings/oleObject162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42.emf"/><Relationship Id="rId11" Type="http://schemas.openxmlformats.org/officeDocument/2006/relationships/image" Target="../media/image144.emf"/><Relationship Id="rId24" Type="http://schemas.openxmlformats.org/officeDocument/2006/relationships/oleObject" Target="../embeddings/oleObject159.bin"/><Relationship Id="rId5" Type="http://schemas.openxmlformats.org/officeDocument/2006/relationships/oleObject" Target="../embeddings/oleObject150.bin"/><Relationship Id="rId15" Type="http://schemas.openxmlformats.org/officeDocument/2006/relationships/image" Target="../media/image146.emf"/><Relationship Id="rId23" Type="http://schemas.openxmlformats.org/officeDocument/2006/relationships/image" Target="../media/image150.emf"/><Relationship Id="rId28" Type="http://schemas.openxmlformats.org/officeDocument/2006/relationships/oleObject" Target="../embeddings/oleObject161.bin"/><Relationship Id="rId10" Type="http://schemas.openxmlformats.org/officeDocument/2006/relationships/oleObject" Target="../embeddings/oleObject152.bin"/><Relationship Id="rId19" Type="http://schemas.openxmlformats.org/officeDocument/2006/relationships/image" Target="../media/image148.emf"/><Relationship Id="rId4" Type="http://schemas.openxmlformats.org/officeDocument/2006/relationships/image" Target="../media/image141.emf"/><Relationship Id="rId9" Type="http://schemas.openxmlformats.org/officeDocument/2006/relationships/image" Target="../media/image2.png"/><Relationship Id="rId14" Type="http://schemas.openxmlformats.org/officeDocument/2006/relationships/oleObject" Target="../embeddings/oleObject154.bin"/><Relationship Id="rId22" Type="http://schemas.openxmlformats.org/officeDocument/2006/relationships/oleObject" Target="../embeddings/oleObject158.bin"/><Relationship Id="rId27" Type="http://schemas.openxmlformats.org/officeDocument/2006/relationships/image" Target="../media/image152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5.bin"/><Relationship Id="rId13" Type="http://schemas.openxmlformats.org/officeDocument/2006/relationships/image" Target="../media/image156.emf"/><Relationship Id="rId3" Type="http://schemas.openxmlformats.org/officeDocument/2006/relationships/image" Target="../media/image2.png"/><Relationship Id="rId7" Type="http://schemas.openxmlformats.org/officeDocument/2006/relationships/image" Target="../media/image154.emf"/><Relationship Id="rId12" Type="http://schemas.openxmlformats.org/officeDocument/2006/relationships/oleObject" Target="../embeddings/oleObject16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64.bin"/><Relationship Id="rId11" Type="http://schemas.openxmlformats.org/officeDocument/2006/relationships/image" Target="../media/image155.emf"/><Relationship Id="rId5" Type="http://schemas.openxmlformats.org/officeDocument/2006/relationships/image" Target="../media/image153.emf"/><Relationship Id="rId15" Type="http://schemas.openxmlformats.org/officeDocument/2006/relationships/image" Target="../media/image157.emf"/><Relationship Id="rId10" Type="http://schemas.openxmlformats.org/officeDocument/2006/relationships/oleObject" Target="../embeddings/oleObject166.bin"/><Relationship Id="rId4" Type="http://schemas.openxmlformats.org/officeDocument/2006/relationships/oleObject" Target="../embeddings/oleObject163.bin"/><Relationship Id="rId9" Type="http://schemas.openxmlformats.org/officeDocument/2006/relationships/image" Target="../media/image41.emf"/><Relationship Id="rId14" Type="http://schemas.openxmlformats.org/officeDocument/2006/relationships/oleObject" Target="../embeddings/oleObject16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1.bin"/><Relationship Id="rId3" Type="http://schemas.openxmlformats.org/officeDocument/2006/relationships/image" Target="../media/image2.png"/><Relationship Id="rId7" Type="http://schemas.openxmlformats.org/officeDocument/2006/relationships/image" Target="../media/image15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70.bin"/><Relationship Id="rId5" Type="http://schemas.openxmlformats.org/officeDocument/2006/relationships/image" Target="../media/image158.emf"/><Relationship Id="rId4" Type="http://schemas.openxmlformats.org/officeDocument/2006/relationships/oleObject" Target="../embeddings/oleObject169.bin"/><Relationship Id="rId9" Type="http://schemas.openxmlformats.org/officeDocument/2006/relationships/image" Target="../media/image160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4.bin"/><Relationship Id="rId3" Type="http://schemas.openxmlformats.org/officeDocument/2006/relationships/oleObject" Target="../embeddings/oleObject172.bin"/><Relationship Id="rId7" Type="http://schemas.openxmlformats.org/officeDocument/2006/relationships/image" Target="../media/image16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73.bin"/><Relationship Id="rId11" Type="http://schemas.openxmlformats.org/officeDocument/2006/relationships/image" Target="../media/image164.emf"/><Relationship Id="rId5" Type="http://schemas.openxmlformats.org/officeDocument/2006/relationships/image" Target="../media/image2.png"/><Relationship Id="rId10" Type="http://schemas.openxmlformats.org/officeDocument/2006/relationships/oleObject" Target="../embeddings/oleObject175.bin"/><Relationship Id="rId4" Type="http://schemas.openxmlformats.org/officeDocument/2006/relationships/image" Target="../media/image161.emf"/><Relationship Id="rId9" Type="http://schemas.openxmlformats.org/officeDocument/2006/relationships/image" Target="../media/image163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8.bin"/><Relationship Id="rId3" Type="http://schemas.openxmlformats.org/officeDocument/2006/relationships/oleObject" Target="../embeddings/oleObject176.bin"/><Relationship Id="rId7" Type="http://schemas.openxmlformats.org/officeDocument/2006/relationships/image" Target="../media/image16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77.bin"/><Relationship Id="rId11" Type="http://schemas.openxmlformats.org/officeDocument/2006/relationships/image" Target="../media/image168.emf"/><Relationship Id="rId5" Type="http://schemas.openxmlformats.org/officeDocument/2006/relationships/image" Target="../media/image2.png"/><Relationship Id="rId10" Type="http://schemas.openxmlformats.org/officeDocument/2006/relationships/oleObject" Target="../embeddings/oleObject179.bin"/><Relationship Id="rId4" Type="http://schemas.openxmlformats.org/officeDocument/2006/relationships/image" Target="../media/image165.emf"/><Relationship Id="rId9" Type="http://schemas.openxmlformats.org/officeDocument/2006/relationships/image" Target="../media/image167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emf"/><Relationship Id="rId3" Type="http://schemas.openxmlformats.org/officeDocument/2006/relationships/oleObject" Target="../embeddings/oleObject180.bin"/><Relationship Id="rId7" Type="http://schemas.openxmlformats.org/officeDocument/2006/relationships/oleObject" Target="../embeddings/oleObject18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70.emf"/><Relationship Id="rId5" Type="http://schemas.openxmlformats.org/officeDocument/2006/relationships/oleObject" Target="../embeddings/oleObject181.bin"/><Relationship Id="rId4" Type="http://schemas.openxmlformats.org/officeDocument/2006/relationships/image" Target="../media/image169.emf"/><Relationship Id="rId9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13" Type="http://schemas.openxmlformats.org/officeDocument/2006/relationships/image" Target="../media/image176.emf"/><Relationship Id="rId3" Type="http://schemas.openxmlformats.org/officeDocument/2006/relationships/image" Target="../media/image2.png"/><Relationship Id="rId7" Type="http://schemas.openxmlformats.org/officeDocument/2006/relationships/image" Target="../media/image173.emf"/><Relationship Id="rId12" Type="http://schemas.openxmlformats.org/officeDocument/2006/relationships/oleObject" Target="../embeddings/oleObject187.bin"/><Relationship Id="rId17" Type="http://schemas.openxmlformats.org/officeDocument/2006/relationships/image" Target="../media/image178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9.bin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84.bin"/><Relationship Id="rId11" Type="http://schemas.openxmlformats.org/officeDocument/2006/relationships/image" Target="../media/image175.emf"/><Relationship Id="rId5" Type="http://schemas.openxmlformats.org/officeDocument/2006/relationships/image" Target="../media/image172.emf"/><Relationship Id="rId15" Type="http://schemas.openxmlformats.org/officeDocument/2006/relationships/image" Target="../media/image177.emf"/><Relationship Id="rId10" Type="http://schemas.openxmlformats.org/officeDocument/2006/relationships/oleObject" Target="../embeddings/oleObject186.bin"/><Relationship Id="rId4" Type="http://schemas.openxmlformats.org/officeDocument/2006/relationships/oleObject" Target="../embeddings/oleObject183.bin"/><Relationship Id="rId9" Type="http://schemas.openxmlformats.org/officeDocument/2006/relationships/image" Target="../media/image174.emf"/><Relationship Id="rId14" Type="http://schemas.openxmlformats.org/officeDocument/2006/relationships/oleObject" Target="../embeddings/oleObject188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2.bin"/><Relationship Id="rId3" Type="http://schemas.openxmlformats.org/officeDocument/2006/relationships/image" Target="../media/image2.png"/><Relationship Id="rId7" Type="http://schemas.openxmlformats.org/officeDocument/2006/relationships/image" Target="../media/image18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91.bin"/><Relationship Id="rId5" Type="http://schemas.openxmlformats.org/officeDocument/2006/relationships/image" Target="../media/image179.emf"/><Relationship Id="rId4" Type="http://schemas.openxmlformats.org/officeDocument/2006/relationships/oleObject" Target="../embeddings/oleObject190.bin"/><Relationship Id="rId9" Type="http://schemas.openxmlformats.org/officeDocument/2006/relationships/oleObject" Target="../embeddings/oleObject193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6.bin"/><Relationship Id="rId3" Type="http://schemas.openxmlformats.org/officeDocument/2006/relationships/oleObject" Target="../embeddings/oleObject194.bin"/><Relationship Id="rId7" Type="http://schemas.openxmlformats.org/officeDocument/2006/relationships/image" Target="../media/image18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95.bin"/><Relationship Id="rId11" Type="http://schemas.openxmlformats.org/officeDocument/2006/relationships/image" Target="../media/image184.emf"/><Relationship Id="rId5" Type="http://schemas.openxmlformats.org/officeDocument/2006/relationships/image" Target="../media/image2.png"/><Relationship Id="rId10" Type="http://schemas.openxmlformats.org/officeDocument/2006/relationships/oleObject" Target="../embeddings/oleObject197.bin"/><Relationship Id="rId4" Type="http://schemas.openxmlformats.org/officeDocument/2006/relationships/image" Target="../media/image181.emf"/><Relationship Id="rId9" Type="http://schemas.openxmlformats.org/officeDocument/2006/relationships/image" Target="../media/image183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0.bin"/><Relationship Id="rId3" Type="http://schemas.openxmlformats.org/officeDocument/2006/relationships/oleObject" Target="../embeddings/oleObject198.bin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83.emf"/><Relationship Id="rId5" Type="http://schemas.openxmlformats.org/officeDocument/2006/relationships/oleObject" Target="../embeddings/oleObject199.bin"/><Relationship Id="rId4" Type="http://schemas.openxmlformats.org/officeDocument/2006/relationships/image" Target="../media/image185.emf"/><Relationship Id="rId9" Type="http://schemas.openxmlformats.org/officeDocument/2006/relationships/image" Target="../media/image18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202.bin"/><Relationship Id="rId5" Type="http://schemas.openxmlformats.org/officeDocument/2006/relationships/image" Target="../media/image187.emf"/><Relationship Id="rId4" Type="http://schemas.openxmlformats.org/officeDocument/2006/relationships/oleObject" Target="../embeddings/oleObject201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5.bin"/><Relationship Id="rId13" Type="http://schemas.openxmlformats.org/officeDocument/2006/relationships/image" Target="../media/image193.emf"/><Relationship Id="rId3" Type="http://schemas.openxmlformats.org/officeDocument/2006/relationships/oleObject" Target="../embeddings/oleObject203.bin"/><Relationship Id="rId7" Type="http://schemas.openxmlformats.org/officeDocument/2006/relationships/image" Target="../media/image190.emf"/><Relationship Id="rId12" Type="http://schemas.openxmlformats.org/officeDocument/2006/relationships/oleObject" Target="../embeddings/oleObject2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04.bin"/><Relationship Id="rId11" Type="http://schemas.openxmlformats.org/officeDocument/2006/relationships/image" Target="../media/image192.emf"/><Relationship Id="rId5" Type="http://schemas.openxmlformats.org/officeDocument/2006/relationships/image" Target="../media/image2.png"/><Relationship Id="rId10" Type="http://schemas.openxmlformats.org/officeDocument/2006/relationships/oleObject" Target="../embeddings/oleObject206.bin"/><Relationship Id="rId4" Type="http://schemas.openxmlformats.org/officeDocument/2006/relationships/image" Target="../media/image189.emf"/><Relationship Id="rId9" Type="http://schemas.openxmlformats.org/officeDocument/2006/relationships/image" Target="../media/image191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209.bin"/><Relationship Id="rId5" Type="http://schemas.openxmlformats.org/officeDocument/2006/relationships/image" Target="../media/image190.emf"/><Relationship Id="rId4" Type="http://schemas.openxmlformats.org/officeDocument/2006/relationships/oleObject" Target="../embeddings/oleObject208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211.bin"/><Relationship Id="rId5" Type="http://schemas.openxmlformats.org/officeDocument/2006/relationships/image" Target="../media/image195.emf"/><Relationship Id="rId4" Type="http://schemas.openxmlformats.org/officeDocument/2006/relationships/oleObject" Target="../embeddings/oleObject210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213.bin"/><Relationship Id="rId5" Type="http://schemas.openxmlformats.org/officeDocument/2006/relationships/image" Target="../media/image197.emf"/><Relationship Id="rId4" Type="http://schemas.openxmlformats.org/officeDocument/2006/relationships/oleObject" Target="../embeddings/oleObject212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emf"/><Relationship Id="rId3" Type="http://schemas.openxmlformats.org/officeDocument/2006/relationships/oleObject" Target="../embeddings/oleObject214.bin"/><Relationship Id="rId7" Type="http://schemas.openxmlformats.org/officeDocument/2006/relationships/oleObject" Target="../embeddings/oleObject2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00.emf"/><Relationship Id="rId5" Type="http://schemas.openxmlformats.org/officeDocument/2006/relationships/oleObject" Target="../embeddings/oleObject215.bin"/><Relationship Id="rId4" Type="http://schemas.openxmlformats.org/officeDocument/2006/relationships/image" Target="../media/image199.emf"/><Relationship Id="rId9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6.png"/><Relationship Id="rId5" Type="http://schemas.openxmlformats.org/officeDocument/2006/relationships/image" Target="../media/image215.png"/><Relationship Id="rId4" Type="http://schemas.openxmlformats.org/officeDocument/2006/relationships/image" Target="../media/image21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6">
            <a:extLst>
              <a:ext uri="{FF2B5EF4-FFF2-40B4-BE49-F238E27FC236}">
                <a16:creationId xmlns:a16="http://schemas.microsoft.com/office/drawing/2014/main" id="{AD066205-A2DD-D60B-8EB2-D4D42EDF9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908050"/>
            <a:ext cx="3087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u="none">
                <a:latin typeface="Times New Roman" panose="02020603050405020304" pitchFamily="18" charset="0"/>
                <a:ea typeface="黑体" panose="02010609060101010101" pitchFamily="49" charset="-122"/>
              </a:rPr>
              <a:t>§2.2 </a:t>
            </a:r>
            <a:r>
              <a:rPr lang="en-US" altLang="zh-CN" sz="2800" u="none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Jordan</a:t>
            </a:r>
            <a:r>
              <a:rPr lang="zh-CN" altLang="en-US" sz="2800" u="none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标准形</a:t>
            </a: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0D3E1D41-5725-1860-FA5C-D08C5612410B}"/>
              </a:ext>
            </a:extLst>
          </p:cNvPr>
          <p:cNvGrpSpPr>
            <a:grpSpLocks/>
          </p:cNvGrpSpPr>
          <p:nvPr/>
        </p:nvGrpSpPr>
        <p:grpSpPr bwMode="auto">
          <a:xfrm>
            <a:off x="903288" y="1628775"/>
            <a:ext cx="7670800" cy="3019425"/>
            <a:chOff x="569" y="1026"/>
            <a:chExt cx="4832" cy="1902"/>
          </a:xfrm>
        </p:grpSpPr>
        <p:graphicFrame>
          <p:nvGraphicFramePr>
            <p:cNvPr id="14343" name="Object 2">
              <a:extLst>
                <a:ext uri="{FF2B5EF4-FFF2-40B4-BE49-F238E27FC236}">
                  <a16:creationId xmlns:a16="http://schemas.microsoft.com/office/drawing/2014/main" id="{C78E83FB-A3AD-6183-C4EE-F7D5358513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01" y="2688"/>
            <a:ext cx="17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r:id="rId4" imgW="3213100" imgH="4102100" progId="Equation.3">
                    <p:embed/>
                  </p:oleObj>
                </mc:Choice>
                <mc:Fallback>
                  <p:oleObj r:id="rId4" imgW="3213100" imgH="41021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1" y="2688"/>
                          <a:ext cx="179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44" name="组合 9">
              <a:extLst>
                <a:ext uri="{FF2B5EF4-FFF2-40B4-BE49-F238E27FC236}">
                  <a16:creationId xmlns:a16="http://schemas.microsoft.com/office/drawing/2014/main" id="{4ECC518F-8CAF-DD43-1318-B1167A96AF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9" y="1026"/>
              <a:ext cx="4832" cy="1902"/>
              <a:chOff x="903288" y="1628775"/>
              <a:chExt cx="7670800" cy="3019425"/>
            </a:xfrm>
          </p:grpSpPr>
          <p:sp>
            <p:nvSpPr>
              <p:cNvPr id="14345" name="Rectangle 8">
                <a:extLst>
                  <a:ext uri="{FF2B5EF4-FFF2-40B4-BE49-F238E27FC236}">
                    <a16:creationId xmlns:a16="http://schemas.microsoft.com/office/drawing/2014/main" id="{6D036CE2-B779-E5CA-C7B3-8789C0686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2338" y="4191000"/>
                <a:ext cx="76517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的    阶方阵称为一个</a:t>
                </a:r>
                <a:r>
                  <a:rPr lang="en-US" altLang="zh-CN" sz="2400" u="none">
                    <a:latin typeface="宋体" panose="02010600030101010101" pitchFamily="2" charset="-122"/>
                  </a:rPr>
                  <a:t>Jordan</a:t>
                </a:r>
                <a:r>
                  <a:rPr lang="zh-CN" altLang="en-US" sz="2400" u="none">
                    <a:latin typeface="宋体" panose="02010600030101010101" pitchFamily="2" charset="-122"/>
                  </a:rPr>
                  <a:t>块，其中  是实数或复数.</a:t>
                </a:r>
              </a:p>
            </p:txBody>
          </p:sp>
          <p:graphicFrame>
            <p:nvGraphicFramePr>
              <p:cNvPr id="14346" name="Object 4">
                <a:extLst>
                  <a:ext uri="{FF2B5EF4-FFF2-40B4-BE49-F238E27FC236}">
                    <a16:creationId xmlns:a16="http://schemas.microsoft.com/office/drawing/2014/main" id="{81AC78EE-3378-C35F-3D48-F6629DAC44E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33725" y="2038350"/>
              <a:ext cx="2590800" cy="2076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7" r:id="rId6" imgW="26619200" imgH="21361400" progId="Equation.3">
                      <p:embed/>
                    </p:oleObj>
                  </mc:Choice>
                  <mc:Fallback>
                    <p:oleObj r:id="rId6" imgW="26619200" imgH="21361400" progId="Equation.3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33725" y="2038350"/>
                            <a:ext cx="2590800" cy="20764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47" name="Object 3">
                <a:extLst>
                  <a:ext uri="{FF2B5EF4-FFF2-40B4-BE49-F238E27FC236}">
                    <a16:creationId xmlns:a16="http://schemas.microsoft.com/office/drawing/2014/main" id="{C09D8836-284A-39D1-1454-56018795D72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03338" y="4267200"/>
              <a:ext cx="609600" cy="314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8" r:id="rId8" imgW="7315200" imgH="3797300" progId="Equation.3">
                      <p:embed/>
                    </p:oleObj>
                  </mc:Choice>
                  <mc:Fallback>
                    <p:oleObj r:id="rId8" imgW="7315200" imgH="3797300" progId="Equation.3">
                      <p:embed/>
                      <p:pic>
                        <p:nvPicPr>
                          <p:cNvPr id="0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03338" y="4267200"/>
                            <a:ext cx="609600" cy="314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48" name="Rectangle 7">
                <a:extLst>
                  <a:ext uri="{FF2B5EF4-FFF2-40B4-BE49-F238E27FC236}">
                    <a16:creationId xmlns:a16="http://schemas.microsoft.com/office/drawing/2014/main" id="{86E7F5CE-B5FF-2F7E-CA7A-40F3DE64FA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3288" y="1628775"/>
                <a:ext cx="20129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定义</a:t>
                </a:r>
                <a:r>
                  <a:rPr lang="zh-CN" altLang="en-US" sz="2400" u="none">
                    <a:latin typeface="宋体" panose="02010600030101010101" pitchFamily="2" charset="-122"/>
                  </a:rPr>
                  <a:t>  形式为</a:t>
                </a:r>
              </a:p>
            </p:txBody>
          </p:sp>
        </p:grpSp>
      </p:grpSp>
      <p:grpSp>
        <p:nvGrpSpPr>
          <p:cNvPr id="4" name="组合 10">
            <a:extLst>
              <a:ext uri="{FF2B5EF4-FFF2-40B4-BE49-F238E27FC236}">
                <a16:creationId xmlns:a16="http://schemas.microsoft.com/office/drawing/2014/main" id="{7B22B092-7FD7-8373-94B2-783D9BA9580E}"/>
              </a:ext>
            </a:extLst>
          </p:cNvPr>
          <p:cNvGrpSpPr>
            <a:grpSpLocks/>
          </p:cNvGrpSpPr>
          <p:nvPr/>
        </p:nvGrpSpPr>
        <p:grpSpPr bwMode="auto">
          <a:xfrm>
            <a:off x="541338" y="4876800"/>
            <a:ext cx="8602662" cy="1128713"/>
            <a:chOff x="541338" y="4876800"/>
            <a:chExt cx="8602662" cy="1128713"/>
          </a:xfrm>
        </p:grpSpPr>
        <p:sp>
          <p:nvSpPr>
            <p:cNvPr id="14341" name="Rectangle 5">
              <a:extLst>
                <a:ext uri="{FF2B5EF4-FFF2-40B4-BE49-F238E27FC236}">
                  <a16:creationId xmlns:a16="http://schemas.microsoft.com/office/drawing/2014/main" id="{049746E5-5B5B-1374-2DBD-ECD72BF54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338" y="4876800"/>
              <a:ext cx="860266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indent="333375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由若干个(包括单个)</a:t>
              </a: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块所构成的对角块矩阵称为</a:t>
              </a:r>
              <a:endParaRPr lang="zh-CN" altLang="en-US" sz="2400" u="none">
                <a:latin typeface="Times New Roman" panose="02020603050405020304" pitchFamily="18" charset="0"/>
              </a:endParaRPr>
            </a:p>
          </p:txBody>
        </p:sp>
        <p:sp>
          <p:nvSpPr>
            <p:cNvPr id="14342" name="Rectangle 9">
              <a:extLst>
                <a:ext uri="{FF2B5EF4-FFF2-40B4-BE49-F238E27FC236}">
                  <a16:creationId xmlns:a16="http://schemas.microsoft.com/office/drawing/2014/main" id="{7658BBC4-0684-00A6-E9C4-8428B3D33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138" y="5548313"/>
              <a:ext cx="2286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矩阵。</a:t>
              </a:r>
              <a:endParaRPr lang="zh-CN" altLang="en-US" sz="2400" u="none">
                <a:latin typeface="Times New Roman" panose="02020603050405020304" pitchFamily="18" charset="0"/>
              </a:endParaRPr>
            </a:p>
          </p:txBody>
        </p:sp>
      </p:grpSp>
      <p:sp>
        <p:nvSpPr>
          <p:cNvPr id="14340" name="灯片编号占位符 11">
            <a:extLst>
              <a:ext uri="{FF2B5EF4-FFF2-40B4-BE49-F238E27FC236}">
                <a16:creationId xmlns:a16="http://schemas.microsoft.com/office/drawing/2014/main" id="{D8165D2F-CC6E-96A9-6ABD-8AD1E965D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4D80FA1-FDB9-9443-B736-81AF9CA6D9E2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9" name="Object 1026">
            <a:extLst>
              <a:ext uri="{FF2B5EF4-FFF2-40B4-BE49-F238E27FC236}">
                <a16:creationId xmlns:a16="http://schemas.microsoft.com/office/drawing/2014/main" id="{00E5BA69-8788-B75B-677B-67FC9BF575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723900"/>
          <a:ext cx="48006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r:id="rId3" imgW="71678800" imgH="21069300" progId="Equation.3">
                  <p:embed/>
                </p:oleObj>
              </mc:Choice>
              <mc:Fallback>
                <p:oleObj r:id="rId3" imgW="71678800" imgH="21069300" progId="Equation.3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723900"/>
                        <a:ext cx="48006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1028">
            <a:extLst>
              <a:ext uri="{FF2B5EF4-FFF2-40B4-BE49-F238E27FC236}">
                <a16:creationId xmlns:a16="http://schemas.microsoft.com/office/drawing/2014/main" id="{DAFB2E4D-98E0-026A-BDD8-3ABED8247E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3516313"/>
          <a:ext cx="2971800" cy="197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r:id="rId5" imgW="39789100" imgH="26327100" progId="Equation.3">
                  <p:embed/>
                </p:oleObj>
              </mc:Choice>
              <mc:Fallback>
                <p:oleObj r:id="rId5" imgW="39789100" imgH="2632710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516313"/>
                        <a:ext cx="2971800" cy="197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5">
            <a:extLst>
              <a:ext uri="{FF2B5EF4-FFF2-40B4-BE49-F238E27FC236}">
                <a16:creationId xmlns:a16="http://schemas.microsoft.com/office/drawing/2014/main" id="{2162F943-4E26-E509-117A-CFE7933E2086}"/>
              </a:ext>
            </a:extLst>
          </p:cNvPr>
          <p:cNvGrpSpPr>
            <a:grpSpLocks/>
          </p:cNvGrpSpPr>
          <p:nvPr/>
        </p:nvGrpSpPr>
        <p:grpSpPr bwMode="auto">
          <a:xfrm>
            <a:off x="584200" y="2205038"/>
            <a:ext cx="8274050" cy="1147762"/>
            <a:chOff x="584200" y="2205038"/>
            <a:chExt cx="8274081" cy="1147762"/>
          </a:xfrm>
        </p:grpSpPr>
        <p:sp>
          <p:nvSpPr>
            <p:cNvPr id="15369" name="Rectangle 1027">
              <a:extLst>
                <a:ext uri="{FF2B5EF4-FFF2-40B4-BE49-F238E27FC236}">
                  <a16:creationId xmlns:a16="http://schemas.microsoft.com/office/drawing/2014/main" id="{1A11BC8C-6A72-AEB7-4DFC-6650DBC9B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189" y="2205038"/>
              <a:ext cx="824709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等都是</a:t>
              </a: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块（如果把它们看作是单个</a:t>
              </a: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块的方阵，</a:t>
              </a:r>
              <a:endParaRPr lang="zh-CN" altLang="en-US" sz="2400" u="none">
                <a:ea typeface="楷体_GB2312" pitchFamily="49" charset="-122"/>
              </a:endParaRPr>
            </a:p>
          </p:txBody>
        </p:sp>
        <p:sp>
          <p:nvSpPr>
            <p:cNvPr id="15370" name="Rectangle 1030">
              <a:extLst>
                <a:ext uri="{FF2B5EF4-FFF2-40B4-BE49-F238E27FC236}">
                  <a16:creationId xmlns:a16="http://schemas.microsoft.com/office/drawing/2014/main" id="{67FE1EE5-0CB9-ADE7-F7D8-704483890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200" y="2895600"/>
              <a:ext cx="457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则它们是</a:t>
              </a: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矩阵）.而</a:t>
              </a:r>
              <a:endParaRPr lang="zh-CN" altLang="en-US" sz="2400" u="none">
                <a:ea typeface="楷体_GB2312" pitchFamily="49" charset="-122"/>
              </a:endParaRPr>
            </a:p>
          </p:txBody>
        </p:sp>
      </p:grpSp>
      <p:sp>
        <p:nvSpPr>
          <p:cNvPr id="15364" name="灯片编号占位符 6">
            <a:extLst>
              <a:ext uri="{FF2B5EF4-FFF2-40B4-BE49-F238E27FC236}">
                <a16:creationId xmlns:a16="http://schemas.microsoft.com/office/drawing/2014/main" id="{6D807168-3F84-EFE7-F2EA-48DF7D1CF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421486-531E-994F-BDFE-E208E3A3D8C6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CN" sz="14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F8CE79-EB95-DA18-B902-DC20EFB4F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625" y="5715000"/>
            <a:ext cx="2492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宋体" panose="02010600030101010101" pitchFamily="2" charset="-122"/>
              </a:rPr>
              <a:t>也是</a:t>
            </a:r>
            <a:r>
              <a:rPr lang="en-US" altLang="zh-CN" sz="2400" u="none">
                <a:latin typeface="宋体" panose="02010600030101010101" pitchFamily="2" charset="-122"/>
              </a:rPr>
              <a:t>Jordan</a:t>
            </a:r>
            <a:r>
              <a:rPr lang="zh-CN" altLang="en-US" sz="2400" u="none">
                <a:latin typeface="宋体" panose="02010600030101010101" pitchFamily="2" charset="-122"/>
              </a:rPr>
              <a:t>矩阵.</a:t>
            </a:r>
            <a:endParaRPr lang="zh-CN" altLang="en-US" sz="2400"/>
          </a:p>
        </p:txBody>
      </p:sp>
      <p:grpSp>
        <p:nvGrpSpPr>
          <p:cNvPr id="3" name="组合 8">
            <a:extLst>
              <a:ext uri="{FF2B5EF4-FFF2-40B4-BE49-F238E27FC236}">
                <a16:creationId xmlns:a16="http://schemas.microsoft.com/office/drawing/2014/main" id="{A51E5D64-F288-6620-A170-1F6F051AEE31}"/>
              </a:ext>
            </a:extLst>
          </p:cNvPr>
          <p:cNvGrpSpPr>
            <a:grpSpLocks/>
          </p:cNvGrpSpPr>
          <p:nvPr/>
        </p:nvGrpSpPr>
        <p:grpSpPr bwMode="auto">
          <a:xfrm>
            <a:off x="2928938" y="5681663"/>
            <a:ext cx="6143625" cy="461962"/>
            <a:chOff x="3000364" y="571480"/>
            <a:chExt cx="6143636" cy="461665"/>
          </a:xfrm>
        </p:grpSpPr>
        <p:sp>
          <p:nvSpPr>
            <p:cNvPr id="15367" name="Rectangle 8">
              <a:extLst>
                <a:ext uri="{FF2B5EF4-FFF2-40B4-BE49-F238E27FC236}">
                  <a16:creationId xmlns:a16="http://schemas.microsoft.com/office/drawing/2014/main" id="{0FCA63C8-0ACA-12F9-DFAC-828194382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0364" y="571480"/>
              <a:ext cx="249299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  并且矩阵</a:t>
              </a:r>
              <a:r>
                <a:rPr lang="en-US" altLang="zh-CN" sz="2400" u="none">
                  <a:latin typeface="宋体" panose="02010600030101010101" pitchFamily="2" charset="-122"/>
                </a:rPr>
                <a:t>A</a:t>
              </a:r>
              <a:r>
                <a:rPr lang="zh-CN" altLang="en-US" sz="2400" u="none">
                  <a:latin typeface="宋体" panose="02010600030101010101" pitchFamily="2" charset="-122"/>
                </a:rPr>
                <a:t>可以</a:t>
              </a:r>
            </a:p>
          </p:txBody>
        </p:sp>
        <p:sp>
          <p:nvSpPr>
            <p:cNvPr id="15368" name="Rectangle 9">
              <a:extLst>
                <a:ext uri="{FF2B5EF4-FFF2-40B4-BE49-F238E27FC236}">
                  <a16:creationId xmlns:a16="http://schemas.microsoft.com/office/drawing/2014/main" id="{A81787AD-9831-BE41-C25A-7AE242399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2250" y="571480"/>
              <a:ext cx="3841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看成是由两个子</a:t>
              </a: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矩阵</a:t>
              </a:r>
            </a:p>
          </p:txBody>
        </p:sp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8" name="Object 6">
            <a:extLst>
              <a:ext uri="{FF2B5EF4-FFF2-40B4-BE49-F238E27FC236}">
                <a16:creationId xmlns:a16="http://schemas.microsoft.com/office/drawing/2014/main" id="{C0C75E83-82B7-C715-20F7-DFF38EF02C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8875" y="1285875"/>
          <a:ext cx="3886200" cy="1277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r:id="rId3" imgW="50025300" imgH="16383000" progId="Equation.3">
                  <p:embed/>
                </p:oleObj>
              </mc:Choice>
              <mc:Fallback>
                <p:oleObj r:id="rId3" imgW="500253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1285875"/>
                        <a:ext cx="3886200" cy="1277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9">
            <a:extLst>
              <a:ext uri="{FF2B5EF4-FFF2-40B4-BE49-F238E27FC236}">
                <a16:creationId xmlns:a16="http://schemas.microsoft.com/office/drawing/2014/main" id="{1EACD7A8-659E-11B5-F358-ABC2F979AB96}"/>
              </a:ext>
            </a:extLst>
          </p:cNvPr>
          <p:cNvGrpSpPr>
            <a:grpSpLocks/>
          </p:cNvGrpSpPr>
          <p:nvPr/>
        </p:nvGrpSpPr>
        <p:grpSpPr bwMode="auto">
          <a:xfrm>
            <a:off x="698500" y="2571750"/>
            <a:ext cx="7588250" cy="1077913"/>
            <a:chOff x="571500" y="2743200"/>
            <a:chExt cx="7588250" cy="1077913"/>
          </a:xfrm>
        </p:grpSpPr>
        <p:sp>
          <p:nvSpPr>
            <p:cNvPr id="16397" name="Rectangle 13">
              <a:extLst>
                <a:ext uri="{FF2B5EF4-FFF2-40B4-BE49-F238E27FC236}">
                  <a16:creationId xmlns:a16="http://schemas.microsoft.com/office/drawing/2014/main" id="{55C0658C-AD19-AC09-8430-BB0D62E4A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" y="3352800"/>
              <a:ext cx="29546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记为</a:t>
              </a:r>
              <a:r>
                <a:rPr lang="en-US" altLang="zh-CN" sz="2400" u="none">
                  <a:latin typeface="宋体" panose="02010600030101010101" pitchFamily="2" charset="-122"/>
                </a:rPr>
                <a:t>A=diag       .</a:t>
              </a:r>
              <a:endParaRPr lang="zh-CN" altLang="en-US" sz="2400" u="none">
                <a:latin typeface="宋体" panose="02010600030101010101" pitchFamily="2" charset="-122"/>
              </a:endParaRPr>
            </a:p>
          </p:txBody>
        </p:sp>
        <p:graphicFrame>
          <p:nvGraphicFramePr>
            <p:cNvPr id="16398" name="Object 5">
              <a:extLst>
                <a:ext uri="{FF2B5EF4-FFF2-40B4-BE49-F238E27FC236}">
                  <a16:creationId xmlns:a16="http://schemas.microsoft.com/office/drawing/2014/main" id="{8A4DA4D7-DDC5-94A1-7A5F-DCB39CBBA5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62200" y="2819400"/>
            <a:ext cx="330200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" r:id="rId6" imgW="3797300" imgH="4978400" progId="Equation.3">
                    <p:embed/>
                  </p:oleObj>
                </mc:Choice>
                <mc:Fallback>
                  <p:oleObj r:id="rId6" imgW="3797300" imgH="49784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2200" y="2819400"/>
                          <a:ext cx="330200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9" name="Object 4">
              <a:extLst>
                <a:ext uri="{FF2B5EF4-FFF2-40B4-BE49-F238E27FC236}">
                  <a16:creationId xmlns:a16="http://schemas.microsoft.com/office/drawing/2014/main" id="{88FB6FC9-5F8B-4F45-F74C-3E3195A141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83100" y="2844800"/>
            <a:ext cx="357188" cy="41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r:id="rId8" imgW="4394200" imgH="4978400" progId="Equation.3">
                    <p:embed/>
                  </p:oleObj>
                </mc:Choice>
                <mc:Fallback>
                  <p:oleObj r:id="rId8" imgW="4394200" imgH="49784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3100" y="2844800"/>
                          <a:ext cx="357188" cy="411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0" name="Object 3">
              <a:extLst>
                <a:ext uri="{FF2B5EF4-FFF2-40B4-BE49-F238E27FC236}">
                  <a16:creationId xmlns:a16="http://schemas.microsoft.com/office/drawing/2014/main" id="{35183755-3C4F-6014-FBC4-1C5BB33DBE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09800" y="3416300"/>
            <a:ext cx="914400" cy="404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r:id="rId10" imgW="11404600" imgH="4978400" progId="Equation.3">
                    <p:embed/>
                  </p:oleObj>
                </mc:Choice>
                <mc:Fallback>
                  <p:oleObj r:id="rId10" imgW="11404600" imgH="49784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9800" y="3416300"/>
                          <a:ext cx="914400" cy="4048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1" name="Rectangle 10">
              <a:extLst>
                <a:ext uri="{FF2B5EF4-FFF2-40B4-BE49-F238E27FC236}">
                  <a16:creationId xmlns:a16="http://schemas.microsoft.com/office/drawing/2014/main" id="{1B24B636-674E-0EBC-4E9E-877A50215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2743200"/>
              <a:ext cx="1860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组成的,其中</a:t>
              </a:r>
            </a:p>
          </p:txBody>
        </p:sp>
        <p:sp>
          <p:nvSpPr>
            <p:cNvPr id="16402" name="Rectangle 11">
              <a:extLst>
                <a:ext uri="{FF2B5EF4-FFF2-40B4-BE49-F238E27FC236}">
                  <a16:creationId xmlns:a16="http://schemas.microsoft.com/office/drawing/2014/main" id="{736D42F8-8088-53B7-9222-D4A29FCB1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2768600"/>
              <a:ext cx="1860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是</a:t>
              </a: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块,</a:t>
              </a:r>
            </a:p>
          </p:txBody>
        </p:sp>
        <p:sp>
          <p:nvSpPr>
            <p:cNvPr id="16403" name="Rectangle 12">
              <a:extLst>
                <a:ext uri="{FF2B5EF4-FFF2-40B4-BE49-F238E27FC236}">
                  <a16:creationId xmlns:a16="http://schemas.microsoft.com/office/drawing/2014/main" id="{676A53CE-21C5-AE0B-1D31-F5779FBAE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5200" y="2794000"/>
              <a:ext cx="3384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是关于-2的</a:t>
              </a: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矩阵.</a:t>
              </a:r>
            </a:p>
          </p:txBody>
        </p:sp>
      </p:grpSp>
      <p:grpSp>
        <p:nvGrpSpPr>
          <p:cNvPr id="3" name="组合 20">
            <a:extLst>
              <a:ext uri="{FF2B5EF4-FFF2-40B4-BE49-F238E27FC236}">
                <a16:creationId xmlns:a16="http://schemas.microsoft.com/office/drawing/2014/main" id="{B91FEFC9-AEC6-D23F-5597-390D46AC492F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643313"/>
            <a:ext cx="7874000" cy="990600"/>
            <a:chOff x="533400" y="3962400"/>
            <a:chExt cx="7874000" cy="990600"/>
          </a:xfrm>
        </p:grpSpPr>
        <p:sp>
          <p:nvSpPr>
            <p:cNvPr id="16395" name="Rectangle 14">
              <a:extLst>
                <a:ext uri="{FF2B5EF4-FFF2-40B4-BE49-F238E27FC236}">
                  <a16:creationId xmlns:a16="http://schemas.microsoft.com/office/drawing/2014/main" id="{BEE59F83-0998-E22B-5886-55B558F31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2850" y="3962400"/>
              <a:ext cx="7194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对角矩阵就是1阶</a:t>
              </a: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块所组成的对角块矩阵,所以</a:t>
              </a:r>
            </a:p>
          </p:txBody>
        </p:sp>
        <p:sp>
          <p:nvSpPr>
            <p:cNvPr id="16396" name="Rectangle 15">
              <a:extLst>
                <a:ext uri="{FF2B5EF4-FFF2-40B4-BE49-F238E27FC236}">
                  <a16:creationId xmlns:a16="http://schemas.microsoft.com/office/drawing/2014/main" id="{BD255F60-7B8D-A006-C582-D06C7A6EE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4495800"/>
              <a:ext cx="3841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矩阵包含对角矩阵。</a:t>
              </a:r>
            </a:p>
          </p:txBody>
        </p:sp>
      </p:grpSp>
      <p:grpSp>
        <p:nvGrpSpPr>
          <p:cNvPr id="4" name="Group 24">
            <a:extLst>
              <a:ext uri="{FF2B5EF4-FFF2-40B4-BE49-F238E27FC236}">
                <a16:creationId xmlns:a16="http://schemas.microsoft.com/office/drawing/2014/main" id="{516F00B7-C945-7381-FF4F-E5263E198CF0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4786313"/>
            <a:ext cx="8108950" cy="1587500"/>
            <a:chOff x="192" y="3176"/>
            <a:chExt cx="5108" cy="1000"/>
          </a:xfrm>
        </p:grpSpPr>
        <p:graphicFrame>
          <p:nvGraphicFramePr>
            <p:cNvPr id="16390" name="Object 2">
              <a:extLst>
                <a:ext uri="{FF2B5EF4-FFF2-40B4-BE49-F238E27FC236}">
                  <a16:creationId xmlns:a16="http://schemas.microsoft.com/office/drawing/2014/main" id="{26042191-44DE-6148-3F56-8441C531BC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52" y="3273"/>
            <a:ext cx="145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r:id="rId12" imgW="2921000" imgH="3213100" progId="Equation.3">
                    <p:embed/>
                  </p:oleObj>
                </mc:Choice>
                <mc:Fallback>
                  <p:oleObj r:id="rId12" imgW="2921000" imgH="32131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3273"/>
                          <a:ext cx="145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6391" name="组合 21">
              <a:extLst>
                <a:ext uri="{FF2B5EF4-FFF2-40B4-BE49-F238E27FC236}">
                  <a16:creationId xmlns:a16="http://schemas.microsoft.com/office/drawing/2014/main" id="{0D1BC509-11F6-AAFE-41E9-A5DFAB95F3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3176"/>
              <a:ext cx="5108" cy="1000"/>
              <a:chOff x="304800" y="5041900"/>
              <a:chExt cx="8108950" cy="1587500"/>
            </a:xfrm>
          </p:grpSpPr>
          <p:sp>
            <p:nvSpPr>
              <p:cNvPr id="16392" name="Rectangle 16">
                <a:extLst>
                  <a:ext uri="{FF2B5EF4-FFF2-40B4-BE49-F238E27FC236}">
                    <a16:creationId xmlns:a16="http://schemas.microsoft.com/office/drawing/2014/main" id="{A84B52AD-4A36-9EC9-9C83-82214C5780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6500" y="5041900"/>
                <a:ext cx="7194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5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本节的目的是论证复数域上任一  阶方阵都相似于一</a:t>
                </a:r>
              </a:p>
            </p:txBody>
          </p:sp>
          <p:sp>
            <p:nvSpPr>
              <p:cNvPr id="16393" name="Rectangle 7">
                <a:extLst>
                  <a:ext uri="{FF2B5EF4-FFF2-40B4-BE49-F238E27FC236}">
                    <a16:creationId xmlns:a16="http://schemas.microsoft.com/office/drawing/2014/main" id="{1CB1B074-641C-FBE8-587F-F5E451F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800" y="6172200"/>
                <a:ext cx="7767662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indent="26670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5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关特征向量的个数.</a:t>
                </a:r>
                <a:endParaRPr lang="zh-CN" altLang="en-US" sz="2400" u="none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394" name="Rectangle 17">
                <a:extLst>
                  <a:ext uri="{FF2B5EF4-FFF2-40B4-BE49-F238E27FC236}">
                    <a16:creationId xmlns:a16="http://schemas.microsoft.com/office/drawing/2014/main" id="{AA84A659-29B6-89EF-1B21-9E17393E81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5638800"/>
                <a:ext cx="78041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5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个</a:t>
                </a:r>
                <a:r>
                  <a:rPr lang="en-US" altLang="zh-CN" sz="2400" u="none">
                    <a:latin typeface="宋体" panose="02010600030101010101" pitchFamily="2" charset="-122"/>
                  </a:rPr>
                  <a:t>Jordan</a:t>
                </a:r>
                <a:r>
                  <a:rPr lang="zh-CN" altLang="en-US" sz="2400" u="none">
                    <a:latin typeface="宋体" panose="02010600030101010101" pitchFamily="2" charset="-122"/>
                  </a:rPr>
                  <a:t>矩阵，并且</a:t>
                </a:r>
                <a:r>
                  <a:rPr lang="en-US" altLang="zh-CN" sz="2400" u="none">
                    <a:latin typeface="宋体" panose="02010600030101010101" pitchFamily="2" charset="-122"/>
                  </a:rPr>
                  <a:t>Jordan</a:t>
                </a:r>
                <a:r>
                  <a:rPr lang="zh-CN" altLang="en-US" sz="2400" u="none">
                    <a:latin typeface="宋体" panose="02010600030101010101" pitchFamily="2" charset="-122"/>
                  </a:rPr>
                  <a:t>块的个数等于该方阵的线性无</a:t>
                </a:r>
              </a:p>
            </p:txBody>
          </p:sp>
        </p:grpSp>
      </p:grpSp>
      <p:sp>
        <p:nvSpPr>
          <p:cNvPr id="16389" name="灯片编号占位符 17">
            <a:extLst>
              <a:ext uri="{FF2B5EF4-FFF2-40B4-BE49-F238E27FC236}">
                <a16:creationId xmlns:a16="http://schemas.microsoft.com/office/drawing/2014/main" id="{80FD035D-1024-56E4-AEB3-4F59C83E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7410AC-47CC-8846-8362-433504A698C5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50" name="Object 5">
            <a:extLst>
              <a:ext uri="{FF2B5EF4-FFF2-40B4-BE49-F238E27FC236}">
                <a16:creationId xmlns:a16="http://schemas.microsoft.com/office/drawing/2014/main" id="{ADC31F61-424B-1127-7374-3CDDC61846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3095625"/>
          <a:ext cx="32766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r:id="rId3" imgW="41833800" imgH="5270500" progId="Equation.3">
                  <p:embed/>
                </p:oleObj>
              </mc:Choice>
              <mc:Fallback>
                <p:oleObj r:id="rId3" imgW="41833800" imgH="5270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095625"/>
                        <a:ext cx="32766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5">
            <a:extLst>
              <a:ext uri="{FF2B5EF4-FFF2-40B4-BE49-F238E27FC236}">
                <a16:creationId xmlns:a16="http://schemas.microsoft.com/office/drawing/2014/main" id="{6F973D7F-E0F3-8A83-6CBB-6E42B5CBA639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914400"/>
            <a:ext cx="4572000" cy="2138363"/>
            <a:chOff x="609600" y="914400"/>
            <a:chExt cx="4572000" cy="2138065"/>
          </a:xfrm>
        </p:grpSpPr>
        <p:graphicFrame>
          <p:nvGraphicFramePr>
            <p:cNvPr id="17425" name="Object 7">
              <a:extLst>
                <a:ext uri="{FF2B5EF4-FFF2-40B4-BE49-F238E27FC236}">
                  <a16:creationId xmlns:a16="http://schemas.microsoft.com/office/drawing/2014/main" id="{08796988-F961-B53A-75AA-FD1ACFD438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14600" y="1295400"/>
            <a:ext cx="2667000" cy="1289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9" r:id="rId5" imgW="29260800" imgH="16383000" progId="Equation.3">
                    <p:embed/>
                  </p:oleObj>
                </mc:Choice>
                <mc:Fallback>
                  <p:oleObj r:id="rId5" imgW="29260800" imgH="163830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4600" y="1295400"/>
                          <a:ext cx="2667000" cy="1289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6" name="Rectangle 9">
              <a:extLst>
                <a:ext uri="{FF2B5EF4-FFF2-40B4-BE49-F238E27FC236}">
                  <a16:creationId xmlns:a16="http://schemas.microsoft.com/office/drawing/2014/main" id="{F750B734-376F-F4F0-5C41-D07006889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914400"/>
              <a:ext cx="18621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u="none">
                  <a:latin typeface="宋体" panose="02010600030101010101" pitchFamily="2" charset="-122"/>
                </a:rPr>
                <a:t> </a:t>
              </a:r>
              <a:r>
                <a:rPr lang="zh-CN" altLang="en-US" sz="2400" u="none">
                  <a:solidFill>
                    <a:srgbClr val="FF0000"/>
                  </a:solidFill>
                  <a:ea typeface="黑体" panose="02010609060101010101" pitchFamily="49" charset="-122"/>
                </a:rPr>
                <a:t>例</a:t>
              </a: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lang="zh-CN" altLang="en-US" sz="2400" u="none">
                  <a:latin typeface="宋体" panose="02010600030101010101" pitchFamily="2" charset="-122"/>
                </a:rPr>
                <a:t>  方阵 </a:t>
              </a:r>
            </a:p>
          </p:txBody>
        </p:sp>
        <p:sp>
          <p:nvSpPr>
            <p:cNvPr id="17427" name="Rectangle 10">
              <a:extLst>
                <a:ext uri="{FF2B5EF4-FFF2-40B4-BE49-F238E27FC236}">
                  <a16:creationId xmlns:a16="http://schemas.microsoft.com/office/drawing/2014/main" id="{7B29ABF5-2149-B668-FE87-3D13C461C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2590800"/>
              <a:ext cx="249299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是不可对角化的.</a:t>
              </a:r>
            </a:p>
          </p:txBody>
        </p:sp>
      </p:grpSp>
      <p:grpSp>
        <p:nvGrpSpPr>
          <p:cNvPr id="3" name="组合 18">
            <a:extLst>
              <a:ext uri="{FF2B5EF4-FFF2-40B4-BE49-F238E27FC236}">
                <a16:creationId xmlns:a16="http://schemas.microsoft.com/office/drawing/2014/main" id="{00FD3CA2-690A-F78D-44EE-858069E5C50D}"/>
              </a:ext>
            </a:extLst>
          </p:cNvPr>
          <p:cNvGrpSpPr>
            <a:grpSpLocks/>
          </p:cNvGrpSpPr>
          <p:nvPr/>
        </p:nvGrpSpPr>
        <p:grpSpPr bwMode="auto">
          <a:xfrm>
            <a:off x="1238250" y="4343400"/>
            <a:ext cx="5546725" cy="468313"/>
            <a:chOff x="1238250" y="4343400"/>
            <a:chExt cx="5546725" cy="468313"/>
          </a:xfrm>
        </p:grpSpPr>
        <p:graphicFrame>
          <p:nvGraphicFramePr>
            <p:cNvPr id="17423" name="Object 2">
              <a:extLst>
                <a:ext uri="{FF2B5EF4-FFF2-40B4-BE49-F238E27FC236}">
                  <a16:creationId xmlns:a16="http://schemas.microsoft.com/office/drawing/2014/main" id="{010AF4CC-F5ED-9C69-036E-82FBB73F86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08175" y="4343400"/>
            <a:ext cx="4876800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" r:id="rId8" imgW="57048400" imgH="5562600" progId="Equation.3">
                    <p:embed/>
                  </p:oleObj>
                </mc:Choice>
                <mc:Fallback>
                  <p:oleObj r:id="rId8" imgW="57048400" imgH="55626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8175" y="4343400"/>
                          <a:ext cx="4876800" cy="468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4" name="Rectangle 12">
              <a:extLst>
                <a:ext uri="{FF2B5EF4-FFF2-40B4-BE49-F238E27FC236}">
                  <a16:creationId xmlns:a16="http://schemas.microsoft.com/office/drawing/2014/main" id="{1FBF9597-8C73-1C9C-49A1-02F3D3C039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8250" y="4343400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关于</a:t>
              </a:r>
            </a:p>
          </p:txBody>
        </p:sp>
      </p:grpSp>
      <p:grpSp>
        <p:nvGrpSpPr>
          <p:cNvPr id="4" name="组合 19">
            <a:extLst>
              <a:ext uri="{FF2B5EF4-FFF2-40B4-BE49-F238E27FC236}">
                <a16:creationId xmlns:a16="http://schemas.microsoft.com/office/drawing/2014/main" id="{315991D4-BF91-A5EC-3BF9-63826491D95D}"/>
              </a:ext>
            </a:extLst>
          </p:cNvPr>
          <p:cNvGrpSpPr>
            <a:grpSpLocks/>
          </p:cNvGrpSpPr>
          <p:nvPr/>
        </p:nvGrpSpPr>
        <p:grpSpPr bwMode="auto">
          <a:xfrm>
            <a:off x="317500" y="4292600"/>
            <a:ext cx="7893050" cy="1193800"/>
            <a:chOff x="317500" y="4292600"/>
            <a:chExt cx="7893050" cy="1193800"/>
          </a:xfrm>
        </p:grpSpPr>
        <p:sp>
          <p:nvSpPr>
            <p:cNvPr id="17421" name="Rectangle 8">
              <a:extLst>
                <a:ext uri="{FF2B5EF4-FFF2-40B4-BE49-F238E27FC236}">
                  <a16:creationId xmlns:a16="http://schemas.microsoft.com/office/drawing/2014/main" id="{A12F5E6F-AAD2-AE27-7DFE-4DE70AB2D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00" y="5029200"/>
              <a:ext cx="2590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indent="26670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次线性方程组</a:t>
              </a:r>
              <a:endParaRPr lang="zh-CN" altLang="en-US" sz="2400" u="none"/>
            </a:p>
          </p:txBody>
        </p:sp>
        <p:sp>
          <p:nvSpPr>
            <p:cNvPr id="17422" name="Rectangle 13">
              <a:extLst>
                <a:ext uri="{FF2B5EF4-FFF2-40B4-BE49-F238E27FC236}">
                  <a16:creationId xmlns:a16="http://schemas.microsoft.com/office/drawing/2014/main" id="{F5FF185F-3CB4-CB7F-D300-12B02BBD0C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7200" y="4292600"/>
              <a:ext cx="1403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，由于齐</a:t>
              </a:r>
            </a:p>
          </p:txBody>
        </p:sp>
      </p:grpSp>
      <p:grpSp>
        <p:nvGrpSpPr>
          <p:cNvPr id="5" name="组合 17">
            <a:extLst>
              <a:ext uri="{FF2B5EF4-FFF2-40B4-BE49-F238E27FC236}">
                <a16:creationId xmlns:a16="http://schemas.microsoft.com/office/drawing/2014/main" id="{55A84BF6-5582-BF28-BDD4-EBD7AEB07C4D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594100"/>
            <a:ext cx="6432550" cy="485775"/>
            <a:chOff x="609600" y="3594100"/>
            <a:chExt cx="6432550" cy="485775"/>
          </a:xfrm>
        </p:grpSpPr>
        <p:sp>
          <p:nvSpPr>
            <p:cNvPr id="17418" name="Rectangle 11">
              <a:extLst>
                <a:ext uri="{FF2B5EF4-FFF2-40B4-BE49-F238E27FC236}">
                  <a16:creationId xmlns:a16="http://schemas.microsoft.com/office/drawing/2014/main" id="{2F371251-4F0B-6C9B-092F-34E485A5D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3594100"/>
              <a:ext cx="6432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故  有两个互异的特征值:           (二重).</a:t>
              </a:r>
            </a:p>
          </p:txBody>
        </p:sp>
        <p:graphicFrame>
          <p:nvGraphicFramePr>
            <p:cNvPr id="17419" name="Object 3">
              <a:extLst>
                <a:ext uri="{FF2B5EF4-FFF2-40B4-BE49-F238E27FC236}">
                  <a16:creationId xmlns:a16="http://schemas.microsoft.com/office/drawing/2014/main" id="{EF7D4A57-BCDD-80C3-60AD-6A998038CD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06888" y="3671888"/>
            <a:ext cx="1397000" cy="407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1" name="Equation" r:id="rId10" imgW="18427700" imgH="5270500" progId="Equation.DSMT4">
                    <p:embed/>
                  </p:oleObj>
                </mc:Choice>
                <mc:Fallback>
                  <p:oleObj name="Equation" r:id="rId10" imgW="18427700" imgH="52705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6888" y="3671888"/>
                          <a:ext cx="1397000" cy="4079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0" name="Object 14">
              <a:extLst>
                <a:ext uri="{FF2B5EF4-FFF2-40B4-BE49-F238E27FC236}">
                  <a16:creationId xmlns:a16="http://schemas.microsoft.com/office/drawing/2014/main" id="{3E7B0847-E45F-C7A2-D0F1-46A5D6430D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0600" y="3657600"/>
            <a:ext cx="29527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2" r:id="rId12" imgW="3505200" imgH="3797300" progId="Equation.3">
                    <p:embed/>
                  </p:oleObj>
                </mc:Choice>
                <mc:Fallback>
                  <p:oleObj r:id="rId12" imgW="3505200" imgH="37973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0600" y="3657600"/>
                          <a:ext cx="295275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14" name="灯片编号占位符 13">
            <a:extLst>
              <a:ext uri="{FF2B5EF4-FFF2-40B4-BE49-F238E27FC236}">
                <a16:creationId xmlns:a16="http://schemas.microsoft.com/office/drawing/2014/main" id="{7750D9CD-4EA8-BB49-122A-206C032E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1DFED9E-88A4-9148-9C44-82512D80444E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CN" sz="1400"/>
          </a:p>
        </p:txBody>
      </p:sp>
      <p:grpSp>
        <p:nvGrpSpPr>
          <p:cNvPr id="6" name="组合 16">
            <a:extLst>
              <a:ext uri="{FF2B5EF4-FFF2-40B4-BE49-F238E27FC236}">
                <a16:creationId xmlns:a16="http://schemas.microsoft.com/office/drawing/2014/main" id="{F7FAA0A4-4534-149A-469E-F2C928F6FE9F}"/>
              </a:ext>
            </a:extLst>
          </p:cNvPr>
          <p:cNvGrpSpPr>
            <a:grpSpLocks/>
          </p:cNvGrpSpPr>
          <p:nvPr/>
        </p:nvGrpSpPr>
        <p:grpSpPr bwMode="auto">
          <a:xfrm>
            <a:off x="2979738" y="2571750"/>
            <a:ext cx="3878262" cy="461963"/>
            <a:chOff x="2980031" y="2571744"/>
            <a:chExt cx="3877985" cy="461665"/>
          </a:xfrm>
        </p:grpSpPr>
        <p:graphicFrame>
          <p:nvGraphicFramePr>
            <p:cNvPr id="17416" name="Object 6">
              <a:extLst>
                <a:ext uri="{FF2B5EF4-FFF2-40B4-BE49-F238E27FC236}">
                  <a16:creationId xmlns:a16="http://schemas.microsoft.com/office/drawing/2014/main" id="{C2AB11A1-FFB6-CB63-3BC4-F2A490520E5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1000" y="2667000"/>
            <a:ext cx="29527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" r:id="rId14" imgW="3505200" imgH="3797300" progId="Equation.3">
                    <p:embed/>
                  </p:oleObj>
                </mc:Choice>
                <mc:Fallback>
                  <p:oleObj r:id="rId14" imgW="3505200" imgH="37973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1000" y="2667000"/>
                          <a:ext cx="295275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7" name="矩形 14">
              <a:extLst>
                <a:ext uri="{FF2B5EF4-FFF2-40B4-BE49-F238E27FC236}">
                  <a16:creationId xmlns:a16="http://schemas.microsoft.com/office/drawing/2014/main" id="{4098B472-EBD3-335E-10E4-49CA0B4CF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0031" y="2571744"/>
              <a:ext cx="387798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事实上,   的特征多项式是</a:t>
              </a:r>
            </a:p>
          </p:txBody>
        </p:sp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2" name="Object 10">
            <a:extLst>
              <a:ext uri="{FF2B5EF4-FFF2-40B4-BE49-F238E27FC236}">
                <a16:creationId xmlns:a16="http://schemas.microsoft.com/office/drawing/2014/main" id="{586A6197-42CF-BA17-30E6-4D931A3F76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533400"/>
          <a:ext cx="327660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r:id="rId3" imgW="47688500" imgH="16383000" progId="Equation.3">
                  <p:embed/>
                </p:oleObj>
              </mc:Choice>
              <mc:Fallback>
                <p:oleObj r:id="rId3" imgW="47688500" imgH="16383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33400"/>
                        <a:ext cx="3276600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8">
            <a:extLst>
              <a:ext uri="{FF2B5EF4-FFF2-40B4-BE49-F238E27FC236}">
                <a16:creationId xmlns:a16="http://schemas.microsoft.com/office/drawing/2014/main" id="{4DECBBE8-EF79-BA3B-37E8-B27996E9DD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2250" y="2387600"/>
          <a:ext cx="19812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公式" r:id="rId5" imgW="26619200" imgH="5562600" progId="Equation.3">
                  <p:embed/>
                </p:oleObj>
              </mc:Choice>
              <mc:Fallback>
                <p:oleObj name="公式" r:id="rId5" imgW="26619200" imgH="5562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250" y="2387600"/>
                        <a:ext cx="19812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9">
            <a:extLst>
              <a:ext uri="{FF2B5EF4-FFF2-40B4-BE49-F238E27FC236}">
                <a16:creationId xmlns:a16="http://schemas.microsoft.com/office/drawing/2014/main" id="{9EFA36A5-285F-23F5-1188-F428A59AD34B}"/>
              </a:ext>
            </a:extLst>
          </p:cNvPr>
          <p:cNvGrpSpPr>
            <a:grpSpLocks/>
          </p:cNvGrpSpPr>
          <p:nvPr/>
        </p:nvGrpSpPr>
        <p:grpSpPr bwMode="auto">
          <a:xfrm>
            <a:off x="3549650" y="2374900"/>
            <a:ext cx="5108575" cy="485775"/>
            <a:chOff x="3549650" y="2374900"/>
            <a:chExt cx="5109091" cy="485775"/>
          </a:xfrm>
        </p:grpSpPr>
        <p:sp>
          <p:nvSpPr>
            <p:cNvPr id="18450" name="Rectangle 13">
              <a:extLst>
                <a:ext uri="{FF2B5EF4-FFF2-40B4-BE49-F238E27FC236}">
                  <a16:creationId xmlns:a16="http://schemas.microsoft.com/office/drawing/2014/main" id="{FBB43B5C-9D69-9A91-7575-186492404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9650" y="2374900"/>
              <a:ext cx="510909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因而       1&lt;2，故  不可对角化.</a:t>
              </a:r>
            </a:p>
          </p:txBody>
        </p:sp>
        <p:graphicFrame>
          <p:nvGraphicFramePr>
            <p:cNvPr id="18451" name="Object 7">
              <a:extLst>
                <a:ext uri="{FF2B5EF4-FFF2-40B4-BE49-F238E27FC236}">
                  <a16:creationId xmlns:a16="http://schemas.microsoft.com/office/drawing/2014/main" id="{813EC4D6-56D1-FA18-8A7A-E87F875CAE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35450" y="2425700"/>
            <a:ext cx="1143000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" r:id="rId8" imgW="15506700" imgH="5854700" progId="Equation.3">
                    <p:embed/>
                  </p:oleObj>
                </mc:Choice>
                <mc:Fallback>
                  <p:oleObj r:id="rId8" imgW="15506700" imgH="58547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5450" y="2425700"/>
                          <a:ext cx="1143000" cy="434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2" name="Object 6">
              <a:extLst>
                <a:ext uri="{FF2B5EF4-FFF2-40B4-BE49-F238E27FC236}">
                  <a16:creationId xmlns:a16="http://schemas.microsoft.com/office/drawing/2014/main" id="{934DE6A7-570A-3584-469E-A222FC216A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69050" y="2425700"/>
            <a:ext cx="368300" cy="39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5" r:id="rId10" imgW="3505200" imgH="3797300" progId="Equation.3">
                    <p:embed/>
                  </p:oleObj>
                </mc:Choice>
                <mc:Fallback>
                  <p:oleObj r:id="rId10" imgW="3505200" imgH="37973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69050" y="2425700"/>
                          <a:ext cx="368300" cy="390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2">
            <a:extLst>
              <a:ext uri="{FF2B5EF4-FFF2-40B4-BE49-F238E27FC236}">
                <a16:creationId xmlns:a16="http://schemas.microsoft.com/office/drawing/2014/main" id="{DDE30251-84D7-18E0-BEAB-77523EADE30E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3060700"/>
            <a:ext cx="8553450" cy="1892300"/>
            <a:chOff x="304800" y="3060700"/>
            <a:chExt cx="8553480" cy="1892300"/>
          </a:xfrm>
        </p:grpSpPr>
        <p:graphicFrame>
          <p:nvGraphicFramePr>
            <p:cNvPr id="18443" name="Object 4">
              <a:extLst>
                <a:ext uri="{FF2B5EF4-FFF2-40B4-BE49-F238E27FC236}">
                  <a16:creationId xmlns:a16="http://schemas.microsoft.com/office/drawing/2014/main" id="{33EC0E98-E232-D13E-14A4-7DD6698C66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67000" y="3136900"/>
            <a:ext cx="29845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6" r:id="rId12" imgW="3505200" imgH="3797300" progId="Equation.3">
                    <p:embed/>
                  </p:oleObj>
                </mc:Choice>
                <mc:Fallback>
                  <p:oleObj r:id="rId12" imgW="3505200" imgH="37973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7000" y="3136900"/>
                          <a:ext cx="298450" cy="317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8444" name="组合 20">
              <a:extLst>
                <a:ext uri="{FF2B5EF4-FFF2-40B4-BE49-F238E27FC236}">
                  <a16:creationId xmlns:a16="http://schemas.microsoft.com/office/drawing/2014/main" id="{85E42ED3-44FE-35FA-EBE4-18FE01E5AD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800" y="3060700"/>
              <a:ext cx="8553480" cy="1892300"/>
              <a:chOff x="304800" y="3060700"/>
              <a:chExt cx="8553480" cy="1892300"/>
            </a:xfrm>
          </p:grpSpPr>
          <p:sp>
            <p:nvSpPr>
              <p:cNvPr id="18445" name="Rectangle 11">
                <a:extLst>
                  <a:ext uri="{FF2B5EF4-FFF2-40B4-BE49-F238E27FC236}">
                    <a16:creationId xmlns:a16="http://schemas.microsoft.com/office/drawing/2014/main" id="{06035081-AE8A-EF42-CF99-D54B447D22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800" y="3810000"/>
                <a:ext cx="855348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indent="333375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7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的几何重数小于代数重数,而这又是因为      的秩是2</a:t>
                </a:r>
              </a:p>
            </p:txBody>
          </p:sp>
          <p:graphicFrame>
            <p:nvGraphicFramePr>
              <p:cNvPr id="18446" name="Object 9">
                <a:extLst>
                  <a:ext uri="{FF2B5EF4-FFF2-40B4-BE49-F238E27FC236}">
                    <a16:creationId xmlns:a16="http://schemas.microsoft.com/office/drawing/2014/main" id="{05660C37-8AAF-069E-8A70-88C6C42222E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070600" y="3886200"/>
              <a:ext cx="9144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7" r:id="rId14" imgW="10236200" imgH="3797300" progId="Equation.3">
                      <p:embed/>
                    </p:oleObj>
                  </mc:Choice>
                  <mc:Fallback>
                    <p:oleObj r:id="rId14" imgW="10236200" imgH="37973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70600" y="3886200"/>
                            <a:ext cx="914400" cy="330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447" name="Object 3">
                <a:extLst>
                  <a:ext uri="{FF2B5EF4-FFF2-40B4-BE49-F238E27FC236}">
                    <a16:creationId xmlns:a16="http://schemas.microsoft.com/office/drawing/2014/main" id="{BCA6C851-EE92-C87F-189C-60D725007D2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162800" y="3144838"/>
              <a:ext cx="762000" cy="3730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8" r:id="rId16" imgW="10236200" imgH="4978400" progId="Equation.3">
                      <p:embed/>
                    </p:oleObj>
                  </mc:Choice>
                  <mc:Fallback>
                    <p:oleObj r:id="rId16" imgW="10236200" imgH="4978400" progId="Equation.3">
                      <p:embed/>
                      <p:pic>
                        <p:nvPicPr>
                          <p:cNvPr id="0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162800" y="3144838"/>
                            <a:ext cx="762000" cy="3730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448" name="Rectangle 15">
                <a:extLst>
                  <a:ext uri="{FF2B5EF4-FFF2-40B4-BE49-F238E27FC236}">
                    <a16:creationId xmlns:a16="http://schemas.microsoft.com/office/drawing/2014/main" id="{7E618D1F-4F2E-AEA1-001E-FF9DC8853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9200" y="3060700"/>
                <a:ext cx="59753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7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我们看出,   不可对角化的原因就是特征值</a:t>
                </a:r>
              </a:p>
            </p:txBody>
          </p:sp>
          <p:sp>
            <p:nvSpPr>
              <p:cNvPr id="18449" name="Rectangle 16">
                <a:extLst>
                  <a:ext uri="{FF2B5EF4-FFF2-40B4-BE49-F238E27FC236}">
                    <a16:creationId xmlns:a16="http://schemas.microsoft.com/office/drawing/2014/main" id="{238AF6AA-0A4A-7EEE-FBEC-852B09B348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3100" y="4495800"/>
                <a:ext cx="12509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7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引起的.</a:t>
                </a:r>
              </a:p>
            </p:txBody>
          </p:sp>
        </p:grpSp>
      </p:grpSp>
      <p:grpSp>
        <p:nvGrpSpPr>
          <p:cNvPr id="5" name="组合 21">
            <a:extLst>
              <a:ext uri="{FF2B5EF4-FFF2-40B4-BE49-F238E27FC236}">
                <a16:creationId xmlns:a16="http://schemas.microsoft.com/office/drawing/2014/main" id="{3721ACB3-C1B4-3CF2-E71B-CA173B69733B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676400"/>
            <a:ext cx="7651750" cy="1143000"/>
            <a:chOff x="609600" y="1676400"/>
            <a:chExt cx="7651750" cy="1143000"/>
          </a:xfrm>
        </p:grpSpPr>
        <p:graphicFrame>
          <p:nvGraphicFramePr>
            <p:cNvPr id="18439" name="Object 2">
              <a:extLst>
                <a:ext uri="{FF2B5EF4-FFF2-40B4-BE49-F238E27FC236}">
                  <a16:creationId xmlns:a16="http://schemas.microsoft.com/office/drawing/2014/main" id="{9436E9A3-5AA8-06B2-529D-33B18161F1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6000" y="1778000"/>
            <a:ext cx="838200" cy="303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9" r:id="rId18" imgW="10236200" imgH="3797300" progId="Equation.3">
                    <p:embed/>
                  </p:oleObj>
                </mc:Choice>
                <mc:Fallback>
                  <p:oleObj r:id="rId18" imgW="10236200" imgH="37973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000" y="1778000"/>
                          <a:ext cx="838200" cy="303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8440" name="组合 18">
              <a:extLst>
                <a:ext uri="{FF2B5EF4-FFF2-40B4-BE49-F238E27FC236}">
                  <a16:creationId xmlns:a16="http://schemas.microsoft.com/office/drawing/2014/main" id="{7B2FFB5A-FDD3-104D-B694-03C2F28415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" y="1676400"/>
              <a:ext cx="7651750" cy="1143000"/>
              <a:chOff x="609600" y="1676400"/>
              <a:chExt cx="7651750" cy="1143000"/>
            </a:xfrm>
          </p:grpSpPr>
          <p:sp>
            <p:nvSpPr>
              <p:cNvPr id="18441" name="Rectangle 12">
                <a:extLst>
                  <a:ext uri="{FF2B5EF4-FFF2-40B4-BE49-F238E27FC236}">
                    <a16:creationId xmlns:a16="http://schemas.microsoft.com/office/drawing/2014/main" id="{1CE61A85-3F06-15C3-B3CD-F22BF384A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1676400"/>
                <a:ext cx="76517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7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的系数矩阵      的秩是2，所以它的基础解系只有一个</a:t>
                </a:r>
              </a:p>
            </p:txBody>
          </p:sp>
          <p:sp>
            <p:nvSpPr>
              <p:cNvPr id="18442" name="Rectangle 17">
                <a:extLst>
                  <a:ext uri="{FF2B5EF4-FFF2-40B4-BE49-F238E27FC236}">
                    <a16:creationId xmlns:a16="http://schemas.microsoft.com/office/drawing/2014/main" id="{744EA63C-101A-89E2-6177-85FCA18C6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2362200"/>
                <a:ext cx="9461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7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向量.</a:t>
                </a:r>
              </a:p>
            </p:txBody>
          </p:sp>
        </p:grpSp>
      </p:grpSp>
      <p:sp>
        <p:nvSpPr>
          <p:cNvPr id="18438" name="灯片编号占位符 17">
            <a:extLst>
              <a:ext uri="{FF2B5EF4-FFF2-40B4-BE49-F238E27FC236}">
                <a16:creationId xmlns:a16="http://schemas.microsoft.com/office/drawing/2014/main" id="{B9029FD6-627C-64D6-0AA6-3C9EF5288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D649F8-0B80-0B4B-A918-7881DDB49A6C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5" name="Object 12">
            <a:extLst>
              <a:ext uri="{FF2B5EF4-FFF2-40B4-BE49-F238E27FC236}">
                <a16:creationId xmlns:a16="http://schemas.microsoft.com/office/drawing/2014/main" id="{293E518B-3BF7-8C8D-E151-1CF0CB7F8E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1066800"/>
          <a:ext cx="33528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r:id="rId3" imgW="44183300" imgH="5270500" progId="Equation.3">
                  <p:embed/>
                </p:oleObj>
              </mc:Choice>
              <mc:Fallback>
                <p:oleObj r:id="rId3" imgW="44183300" imgH="52705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066800"/>
                        <a:ext cx="33528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11">
            <a:extLst>
              <a:ext uri="{FF2B5EF4-FFF2-40B4-BE49-F238E27FC236}">
                <a16:creationId xmlns:a16="http://schemas.microsoft.com/office/drawing/2014/main" id="{CAD6EE37-00C5-2910-8CBD-C0ED2F755C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2057400"/>
          <a:ext cx="32766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r:id="rId5" imgW="45643800" imgH="16383000" progId="Equation.3">
                  <p:embed/>
                </p:oleObj>
              </mc:Choice>
              <mc:Fallback>
                <p:oleObj r:id="rId5" imgW="45643800" imgH="16383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057400"/>
                        <a:ext cx="327660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6" name="Rectangle 14">
            <a:extLst>
              <a:ext uri="{FF2B5EF4-FFF2-40B4-BE49-F238E27FC236}">
                <a16:creationId xmlns:a16="http://schemas.microsoft.com/office/drawing/2014/main" id="{4D6ACA6B-1496-98D9-6454-EEB2C40B5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533400"/>
            <a:ext cx="612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宋体" panose="02010600030101010101" pitchFamily="2" charset="-122"/>
              </a:rPr>
              <a:t>由于矩阵乘积的秩的不等式(2.1-10),所以有</a:t>
            </a:r>
          </a:p>
        </p:txBody>
      </p:sp>
      <p:sp>
        <p:nvSpPr>
          <p:cNvPr id="8207" name="Rectangle 15">
            <a:extLst>
              <a:ext uri="{FF2B5EF4-FFF2-40B4-BE49-F238E27FC236}">
                <a16:creationId xmlns:a16="http://schemas.microsoft.com/office/drawing/2014/main" id="{B98DC5C2-04AB-460A-933B-BA61C7646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" y="1524000"/>
            <a:ext cx="445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宋体" panose="02010600030101010101" pitchFamily="2" charset="-122"/>
              </a:rPr>
              <a:t>故考虑求解下述齐次线性方程组</a:t>
            </a:r>
          </a:p>
        </p:txBody>
      </p:sp>
      <p:grpSp>
        <p:nvGrpSpPr>
          <p:cNvPr id="2" name="组合 26">
            <a:extLst>
              <a:ext uri="{FF2B5EF4-FFF2-40B4-BE49-F238E27FC236}">
                <a16:creationId xmlns:a16="http://schemas.microsoft.com/office/drawing/2014/main" id="{8F2A4C62-91F1-73A7-6FA2-60D74B96CC7B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3276600"/>
            <a:ext cx="2362200" cy="457200"/>
            <a:chOff x="1295400" y="3276600"/>
            <a:chExt cx="2362200" cy="457200"/>
          </a:xfrm>
        </p:grpSpPr>
        <p:graphicFrame>
          <p:nvGraphicFramePr>
            <p:cNvPr id="19486" name="Object 10">
              <a:extLst>
                <a:ext uri="{FF2B5EF4-FFF2-40B4-BE49-F238E27FC236}">
                  <a16:creationId xmlns:a16="http://schemas.microsoft.com/office/drawing/2014/main" id="{DA473AC0-4A80-3006-79C4-98BAE411E3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76400" y="3314700"/>
            <a:ext cx="19812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8" r:id="rId8" imgW="26035000" imgH="5270500" progId="Equation.3">
                    <p:embed/>
                  </p:oleObj>
                </mc:Choice>
                <mc:Fallback>
                  <p:oleObj r:id="rId8" imgW="26035000" imgH="52705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6400" y="3314700"/>
                          <a:ext cx="1981200" cy="400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7" name="Rectangle 16">
              <a:extLst>
                <a:ext uri="{FF2B5EF4-FFF2-40B4-BE49-F238E27FC236}">
                  <a16:creationId xmlns:a16="http://schemas.microsoft.com/office/drawing/2014/main" id="{57F2FF7F-F2EA-C378-96BD-D78C1EA47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32766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因</a:t>
              </a:r>
            </a:p>
          </p:txBody>
        </p:sp>
      </p:grpSp>
      <p:grpSp>
        <p:nvGrpSpPr>
          <p:cNvPr id="3" name="组合 27">
            <a:extLst>
              <a:ext uri="{FF2B5EF4-FFF2-40B4-BE49-F238E27FC236}">
                <a16:creationId xmlns:a16="http://schemas.microsoft.com/office/drawing/2014/main" id="{4D8C04D9-69CE-7991-A696-CB71ED1B2F65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276600"/>
            <a:ext cx="2811463" cy="457200"/>
            <a:chOff x="3581400" y="3276600"/>
            <a:chExt cx="2811463" cy="457200"/>
          </a:xfrm>
        </p:grpSpPr>
        <p:graphicFrame>
          <p:nvGraphicFramePr>
            <p:cNvPr id="19484" name="Object 9">
              <a:extLst>
                <a:ext uri="{FF2B5EF4-FFF2-40B4-BE49-F238E27FC236}">
                  <a16:creationId xmlns:a16="http://schemas.microsoft.com/office/drawing/2014/main" id="{86DEC040-E58E-7A4F-5167-41B62A57EA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40200" y="3340100"/>
            <a:ext cx="2252663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9" r:id="rId10" imgW="30137100" imgH="5270500" progId="Equation.3">
                    <p:embed/>
                  </p:oleObj>
                </mc:Choice>
                <mc:Fallback>
                  <p:oleObj r:id="rId10" imgW="30137100" imgH="52705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0200" y="3340100"/>
                          <a:ext cx="2252663" cy="393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5" name="Rectangle 17">
              <a:extLst>
                <a:ext uri="{FF2B5EF4-FFF2-40B4-BE49-F238E27FC236}">
                  <a16:creationId xmlns:a16="http://schemas.microsoft.com/office/drawing/2014/main" id="{251D2752-9DE2-3C52-CF80-B7F24163E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3276600"/>
              <a:ext cx="641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,故</a:t>
              </a:r>
            </a:p>
          </p:txBody>
        </p:sp>
      </p:grpSp>
      <p:grpSp>
        <p:nvGrpSpPr>
          <p:cNvPr id="4" name="组合 29">
            <a:extLst>
              <a:ext uri="{FF2B5EF4-FFF2-40B4-BE49-F238E27FC236}">
                <a16:creationId xmlns:a16="http://schemas.microsoft.com/office/drawing/2014/main" id="{9C1AA570-8E7D-DC54-50EE-3220DCFA4F73}"/>
              </a:ext>
            </a:extLst>
          </p:cNvPr>
          <p:cNvGrpSpPr>
            <a:grpSpLocks/>
          </p:cNvGrpSpPr>
          <p:nvPr/>
        </p:nvGrpSpPr>
        <p:grpSpPr bwMode="auto">
          <a:xfrm>
            <a:off x="596900" y="3327400"/>
            <a:ext cx="7935913" cy="969963"/>
            <a:chOff x="596900" y="3327400"/>
            <a:chExt cx="7935913" cy="969665"/>
          </a:xfrm>
        </p:grpSpPr>
        <p:graphicFrame>
          <p:nvGraphicFramePr>
            <p:cNvPr id="19481" name="Object 4">
              <a:extLst>
                <a:ext uri="{FF2B5EF4-FFF2-40B4-BE49-F238E27FC236}">
                  <a16:creationId xmlns:a16="http://schemas.microsoft.com/office/drawing/2014/main" id="{494FC914-5C00-5FEB-2426-C4D408C297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58100" y="3360738"/>
            <a:ext cx="874713" cy="427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0" r:id="rId12" imgW="10236200" imgH="4978400" progId="Equation.3">
                    <p:embed/>
                  </p:oleObj>
                </mc:Choice>
                <mc:Fallback>
                  <p:oleObj r:id="rId12" imgW="10236200" imgH="49784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58100" y="3360738"/>
                          <a:ext cx="874713" cy="4270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2" name="Rectangle 18">
              <a:extLst>
                <a:ext uri="{FF2B5EF4-FFF2-40B4-BE49-F238E27FC236}">
                  <a16:creationId xmlns:a16="http://schemas.microsoft.com/office/drawing/2014/main" id="{7489B2C9-202D-0CD2-7627-74F7D0B8B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6650" y="3327400"/>
              <a:ext cx="1555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,恰好等于</a:t>
              </a:r>
            </a:p>
          </p:txBody>
        </p:sp>
        <p:sp>
          <p:nvSpPr>
            <p:cNvPr id="19483" name="Rectangle 19">
              <a:extLst>
                <a:ext uri="{FF2B5EF4-FFF2-40B4-BE49-F238E27FC236}">
                  <a16:creationId xmlns:a16="http://schemas.microsoft.com/office/drawing/2014/main" id="{195E70B3-CA55-E96E-4987-616C309C8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900" y="3835400"/>
              <a:ext cx="634019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的代数重数,因此方程组有两个线性无关的解,</a:t>
              </a:r>
            </a:p>
          </p:txBody>
        </p:sp>
      </p:grpSp>
      <p:grpSp>
        <p:nvGrpSpPr>
          <p:cNvPr id="5" name="组合 31">
            <a:extLst>
              <a:ext uri="{FF2B5EF4-FFF2-40B4-BE49-F238E27FC236}">
                <a16:creationId xmlns:a16="http://schemas.microsoft.com/office/drawing/2014/main" id="{E094DF87-D163-3D89-0848-C98FE41A392E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5029200"/>
            <a:ext cx="7866063" cy="1152525"/>
            <a:chOff x="609600" y="5029200"/>
            <a:chExt cx="7866080" cy="1152525"/>
          </a:xfrm>
        </p:grpSpPr>
        <p:sp>
          <p:nvSpPr>
            <p:cNvPr id="19473" name="Rectangle 13">
              <a:extLst>
                <a:ext uri="{FF2B5EF4-FFF2-40B4-BE49-F238E27FC236}">
                  <a16:creationId xmlns:a16="http://schemas.microsoft.com/office/drawing/2014/main" id="{F3CF363F-2C61-792A-EAC8-2E7C82DC2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5715000"/>
              <a:ext cx="4038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的解可取为               ,</a:t>
              </a:r>
              <a:r>
                <a:rPr lang="zh-CN" altLang="en-US" sz="2400" u="none">
                  <a:ea typeface="楷体_GB2312" pitchFamily="49" charset="-122"/>
                </a:rPr>
                <a:t> </a:t>
              </a:r>
            </a:p>
          </p:txBody>
        </p:sp>
        <p:graphicFrame>
          <p:nvGraphicFramePr>
            <p:cNvPr id="19474" name="Object 8">
              <a:extLst>
                <a:ext uri="{FF2B5EF4-FFF2-40B4-BE49-F238E27FC236}">
                  <a16:creationId xmlns:a16="http://schemas.microsoft.com/office/drawing/2014/main" id="{4C3D2DF0-580B-B941-7FB8-284B2AA6D8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59130" y="5076825"/>
            <a:ext cx="838200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1" r:id="rId14" imgW="10236200" imgH="4978400" progId="Equation.3">
                    <p:embed/>
                  </p:oleObj>
                </mc:Choice>
                <mc:Fallback>
                  <p:oleObj r:id="rId14" imgW="10236200" imgH="49784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9130" y="5076825"/>
                          <a:ext cx="838200" cy="409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5" name="Object 5">
              <a:extLst>
                <a:ext uri="{FF2B5EF4-FFF2-40B4-BE49-F238E27FC236}">
                  <a16:creationId xmlns:a16="http://schemas.microsoft.com/office/drawing/2014/main" id="{C9852898-7DF4-B64A-3A36-92731C3D17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44730" y="5105400"/>
            <a:ext cx="296863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2" r:id="rId16" imgW="3505200" imgH="3797300" progId="Equation.3">
                    <p:embed/>
                  </p:oleObj>
                </mc:Choice>
                <mc:Fallback>
                  <p:oleObj r:id="rId16" imgW="3505200" imgH="37973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4730" y="5105400"/>
                          <a:ext cx="296863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6" name="Object 3">
              <a:extLst>
                <a:ext uri="{FF2B5EF4-FFF2-40B4-BE49-F238E27FC236}">
                  <a16:creationId xmlns:a16="http://schemas.microsoft.com/office/drawing/2014/main" id="{25DF7C83-1AB8-3987-6077-8D495C6732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15140" y="5029200"/>
            <a:ext cx="369888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3" r:id="rId18" imgW="4102100" imgH="4978400" progId="Equation.3">
                    <p:embed/>
                  </p:oleObj>
                </mc:Choice>
                <mc:Fallback>
                  <p:oleObj r:id="rId18" imgW="4102100" imgH="49784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15140" y="5029200"/>
                          <a:ext cx="369888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7" name="Object 2">
              <a:extLst>
                <a:ext uri="{FF2B5EF4-FFF2-40B4-BE49-F238E27FC236}">
                  <a16:creationId xmlns:a16="http://schemas.microsoft.com/office/drawing/2014/main" id="{E46B9197-1136-6675-A063-73AA19C8CF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6000" y="5727700"/>
            <a:ext cx="2133600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4" r:id="rId20" imgW="27800300" imgH="5854700" progId="Equation.3">
                    <p:embed/>
                  </p:oleObj>
                </mc:Choice>
                <mc:Fallback>
                  <p:oleObj r:id="rId20" imgW="27800300" imgH="58547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000" y="5727700"/>
                          <a:ext cx="2133600" cy="454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8" name="Rectangle 23">
              <a:extLst>
                <a:ext uri="{FF2B5EF4-FFF2-40B4-BE49-F238E27FC236}">
                  <a16:creationId xmlns:a16="http://schemas.microsoft.com/office/drawing/2014/main" id="{BBE38443-0B65-5341-DFE0-5E4D5C2F8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3330" y="5029200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关于</a:t>
              </a:r>
            </a:p>
          </p:txBody>
        </p:sp>
        <p:sp>
          <p:nvSpPr>
            <p:cNvPr id="19479" name="Rectangle 24">
              <a:extLst>
                <a:ext uri="{FF2B5EF4-FFF2-40B4-BE49-F238E27FC236}">
                  <a16:creationId xmlns:a16="http://schemas.microsoft.com/office/drawing/2014/main" id="{7BF5F2BD-9520-2BFE-1C0C-8C86DFEAA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380" y="5029200"/>
              <a:ext cx="3079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的特征向量.另一个与</a:t>
              </a:r>
            </a:p>
          </p:txBody>
        </p:sp>
        <p:sp>
          <p:nvSpPr>
            <p:cNvPr id="19480" name="Rectangle 25">
              <a:extLst>
                <a:ext uri="{FF2B5EF4-FFF2-40B4-BE49-F238E27FC236}">
                  <a16:creationId xmlns:a16="http://schemas.microsoft.com/office/drawing/2014/main" id="{B142CCD9-A4FD-89C1-CCAD-2D8D85178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2330" y="5041900"/>
              <a:ext cx="1403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线性无关</a:t>
              </a:r>
            </a:p>
          </p:txBody>
        </p:sp>
      </p:grpSp>
      <p:sp>
        <p:nvSpPr>
          <p:cNvPr id="19465" name="灯片编号占位符 25">
            <a:extLst>
              <a:ext uri="{FF2B5EF4-FFF2-40B4-BE49-F238E27FC236}">
                <a16:creationId xmlns:a16="http://schemas.microsoft.com/office/drawing/2014/main" id="{674F1D1A-041F-904B-57CD-3D8209CDE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5865D4-8C93-C845-BE3B-16D5E8E611ED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CN" sz="1400"/>
          </a:p>
        </p:txBody>
      </p:sp>
      <p:grpSp>
        <p:nvGrpSpPr>
          <p:cNvPr id="6" name="组合 30">
            <a:extLst>
              <a:ext uri="{FF2B5EF4-FFF2-40B4-BE49-F238E27FC236}">
                <a16:creationId xmlns:a16="http://schemas.microsoft.com/office/drawing/2014/main" id="{D32890D1-A110-128F-B6FD-A13465C289C3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786188"/>
            <a:ext cx="7756525" cy="1687512"/>
            <a:chOff x="609600" y="3786190"/>
            <a:chExt cx="7756546" cy="1687510"/>
          </a:xfrm>
        </p:grpSpPr>
        <p:graphicFrame>
          <p:nvGraphicFramePr>
            <p:cNvPr id="19467" name="Object 7">
              <a:extLst>
                <a:ext uri="{FF2B5EF4-FFF2-40B4-BE49-F238E27FC236}">
                  <a16:creationId xmlns:a16="http://schemas.microsoft.com/office/drawing/2014/main" id="{24FB501E-CE3C-6CEC-1B71-324FD1C777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5496" y="4445000"/>
            <a:ext cx="30480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5" r:id="rId22" imgW="39497000" imgH="5270500" progId="Equation.3">
                    <p:embed/>
                  </p:oleObj>
                </mc:Choice>
                <mc:Fallback>
                  <p:oleObj r:id="rId22" imgW="39497000" imgH="52705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496" y="4445000"/>
                          <a:ext cx="30480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8" name="Object 6">
              <a:extLst>
                <a:ext uri="{FF2B5EF4-FFF2-40B4-BE49-F238E27FC236}">
                  <a16:creationId xmlns:a16="http://schemas.microsoft.com/office/drawing/2014/main" id="{7635227B-134B-9558-4870-4169C7936D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78496" y="4419600"/>
            <a:ext cx="2133600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6" r:id="rId24" imgW="26619200" imgH="5562600" progId="Equation.3">
                    <p:embed/>
                  </p:oleObj>
                </mc:Choice>
                <mc:Fallback>
                  <p:oleObj r:id="rId24" imgW="26619200" imgH="5562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8496" y="4419600"/>
                          <a:ext cx="2133600" cy="441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69" name="Rectangle 20">
              <a:extLst>
                <a:ext uri="{FF2B5EF4-FFF2-40B4-BE49-F238E27FC236}">
                  <a16:creationId xmlns:a16="http://schemas.microsoft.com/office/drawing/2014/main" id="{F81A58C1-855D-1E1B-9C52-CA0BC2859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5546" y="4419600"/>
              <a:ext cx="2012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，所以上述的</a:t>
              </a:r>
            </a:p>
          </p:txBody>
        </p:sp>
        <p:sp>
          <p:nvSpPr>
            <p:cNvPr id="19470" name="Rectangle 21">
              <a:extLst>
                <a:ext uri="{FF2B5EF4-FFF2-40B4-BE49-F238E27FC236}">
                  <a16:creationId xmlns:a16="http://schemas.microsoft.com/office/drawing/2014/main" id="{45454BCB-379A-B4A3-E9E7-1B0BDE459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96" y="4419600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是一</a:t>
              </a:r>
            </a:p>
          </p:txBody>
        </p:sp>
        <p:sp>
          <p:nvSpPr>
            <p:cNvPr id="19471" name="Rectangle 22">
              <a:extLst>
                <a:ext uri="{FF2B5EF4-FFF2-40B4-BE49-F238E27FC236}">
                  <a16:creationId xmlns:a16="http://schemas.microsoft.com/office/drawing/2014/main" id="{19734E10-D9AD-3648-B841-CA4890FA60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5016500"/>
              <a:ext cx="1752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个解，它是</a:t>
              </a:r>
            </a:p>
          </p:txBody>
        </p:sp>
        <p:sp>
          <p:nvSpPr>
            <p:cNvPr id="19472" name="矩形 28">
              <a:extLst>
                <a:ext uri="{FF2B5EF4-FFF2-40B4-BE49-F238E27FC236}">
                  <a16:creationId xmlns:a16="http://schemas.microsoft.com/office/drawing/2014/main" id="{816F6879-2383-E49A-3D62-AC23BFA2F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9150" y="3786190"/>
              <a:ext cx="8002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由于</a:t>
              </a:r>
            </a:p>
          </p:txBody>
        </p:sp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6" grpId="0"/>
      <p:bldP spid="820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5">
            <a:extLst>
              <a:ext uri="{FF2B5EF4-FFF2-40B4-BE49-F238E27FC236}">
                <a16:creationId xmlns:a16="http://schemas.microsoft.com/office/drawing/2014/main" id="{9439C1D0-1895-4AA4-AC0E-25A6BCFBCC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1484313"/>
          <a:ext cx="19558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23114000" imgH="5270500" progId="Equation.3">
                  <p:embed/>
                </p:oleObj>
              </mc:Choice>
              <mc:Fallback>
                <p:oleObj name="Equation" r:id="rId3" imgW="23114000" imgH="5270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1484313"/>
                        <a:ext cx="19558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Rectangle 7">
            <a:extLst>
              <a:ext uri="{FF2B5EF4-FFF2-40B4-BE49-F238E27FC236}">
                <a16:creationId xmlns:a16="http://schemas.microsoft.com/office/drawing/2014/main" id="{2F5700C1-820B-82AB-6BAF-A13758180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990600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宋体" panose="02010600030101010101" pitchFamily="2" charset="-122"/>
              </a:rPr>
              <a:t>它满足关系式</a:t>
            </a:r>
          </a:p>
        </p:txBody>
      </p:sp>
      <p:grpSp>
        <p:nvGrpSpPr>
          <p:cNvPr id="2" name="组合 10">
            <a:extLst>
              <a:ext uri="{FF2B5EF4-FFF2-40B4-BE49-F238E27FC236}">
                <a16:creationId xmlns:a16="http://schemas.microsoft.com/office/drawing/2014/main" id="{CEAEF5B9-6DE8-BE87-4FCB-87F6B61441D1}"/>
              </a:ext>
            </a:extLst>
          </p:cNvPr>
          <p:cNvGrpSpPr>
            <a:grpSpLocks/>
          </p:cNvGrpSpPr>
          <p:nvPr/>
        </p:nvGrpSpPr>
        <p:grpSpPr bwMode="auto">
          <a:xfrm>
            <a:off x="698500" y="2057400"/>
            <a:ext cx="4541838" cy="482600"/>
            <a:chOff x="698500" y="2057400"/>
            <a:chExt cx="4541838" cy="482600"/>
          </a:xfrm>
        </p:grpSpPr>
        <p:graphicFrame>
          <p:nvGraphicFramePr>
            <p:cNvPr id="20491" name="Object 4">
              <a:extLst>
                <a:ext uri="{FF2B5EF4-FFF2-40B4-BE49-F238E27FC236}">
                  <a16:creationId xmlns:a16="http://schemas.microsoft.com/office/drawing/2014/main" id="{5D50ACA8-BCD0-7412-5EB8-B5738A70EF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3938" y="2133600"/>
            <a:ext cx="16764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1" name="Equation" r:id="rId6" imgW="21653500" imgH="5270500" progId="Equation.3">
                    <p:embed/>
                  </p:oleObj>
                </mc:Choice>
                <mc:Fallback>
                  <p:oleObj name="Equation" r:id="rId6" imgW="21653500" imgH="52705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3938" y="2133600"/>
                          <a:ext cx="16764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2" name="Rectangle 8">
              <a:extLst>
                <a:ext uri="{FF2B5EF4-FFF2-40B4-BE49-F238E27FC236}">
                  <a16:creationId xmlns:a16="http://schemas.microsoft.com/office/drawing/2014/main" id="{1FD4A4A8-27CD-E15D-D1A3-DA18F20D6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500" y="20574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即</a:t>
              </a:r>
            </a:p>
          </p:txBody>
        </p:sp>
      </p:grpSp>
      <p:grpSp>
        <p:nvGrpSpPr>
          <p:cNvPr id="3" name="组合 11">
            <a:extLst>
              <a:ext uri="{FF2B5EF4-FFF2-40B4-BE49-F238E27FC236}">
                <a16:creationId xmlns:a16="http://schemas.microsoft.com/office/drawing/2014/main" id="{E941D192-8B09-802E-29D8-1B431AF21DD4}"/>
              </a:ext>
            </a:extLst>
          </p:cNvPr>
          <p:cNvGrpSpPr>
            <a:grpSpLocks/>
          </p:cNvGrpSpPr>
          <p:nvPr/>
        </p:nvGrpSpPr>
        <p:grpSpPr bwMode="auto">
          <a:xfrm>
            <a:off x="673100" y="2743200"/>
            <a:ext cx="7931150" cy="1524000"/>
            <a:chOff x="673100" y="2743200"/>
            <a:chExt cx="7931150" cy="1524000"/>
          </a:xfrm>
        </p:grpSpPr>
        <p:graphicFrame>
          <p:nvGraphicFramePr>
            <p:cNvPr id="20489" name="Object 3">
              <a:extLst>
                <a:ext uri="{FF2B5EF4-FFF2-40B4-BE49-F238E27FC236}">
                  <a16:creationId xmlns:a16="http://schemas.microsoft.com/office/drawing/2014/main" id="{87684FA1-B1DC-0803-2A7D-F98D0B34F1A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7800" y="2954338"/>
            <a:ext cx="7156450" cy="1312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2" r:id="rId8" imgW="89814400" imgH="16383000" progId="Equation.3">
                    <p:embed/>
                  </p:oleObj>
                </mc:Choice>
                <mc:Fallback>
                  <p:oleObj r:id="rId8" imgW="89814400" imgH="163830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7800" y="2954338"/>
                          <a:ext cx="7156450" cy="13128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0" name="Rectangle 9">
              <a:extLst>
                <a:ext uri="{FF2B5EF4-FFF2-40B4-BE49-F238E27FC236}">
                  <a16:creationId xmlns:a16="http://schemas.microsoft.com/office/drawing/2014/main" id="{10994811-EA6E-21DA-5EA0-AA90D0CA6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00" y="2743200"/>
              <a:ext cx="1098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因此，</a:t>
              </a:r>
            </a:p>
          </p:txBody>
        </p:sp>
      </p:grpSp>
      <p:grpSp>
        <p:nvGrpSpPr>
          <p:cNvPr id="4" name="组合 12">
            <a:extLst>
              <a:ext uri="{FF2B5EF4-FFF2-40B4-BE49-F238E27FC236}">
                <a16:creationId xmlns:a16="http://schemas.microsoft.com/office/drawing/2014/main" id="{4C7CAEBB-69E0-65A1-CDD3-2973D66074C9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4267200"/>
            <a:ext cx="5715000" cy="1600200"/>
            <a:chOff x="685800" y="4267200"/>
            <a:chExt cx="5715000" cy="1600200"/>
          </a:xfrm>
        </p:grpSpPr>
        <p:graphicFrame>
          <p:nvGraphicFramePr>
            <p:cNvPr id="20487" name="Object 2">
              <a:extLst>
                <a:ext uri="{FF2B5EF4-FFF2-40B4-BE49-F238E27FC236}">
                  <a16:creationId xmlns:a16="http://schemas.microsoft.com/office/drawing/2014/main" id="{14B75525-5D7E-C404-AD08-DFEA282875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38400" y="4518025"/>
            <a:ext cx="3962400" cy="1349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3" r:id="rId10" imgW="50901600" imgH="17259300" progId="Equation.3">
                    <p:embed/>
                  </p:oleObj>
                </mc:Choice>
                <mc:Fallback>
                  <p:oleObj r:id="rId10" imgW="50901600" imgH="172593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8400" y="4518025"/>
                          <a:ext cx="3962400" cy="1349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88" name="Rectangle 10">
              <a:extLst>
                <a:ext uri="{FF2B5EF4-FFF2-40B4-BE49-F238E27FC236}">
                  <a16:creationId xmlns:a16="http://schemas.microsoft.com/office/drawing/2014/main" id="{4A77CE6F-069E-8585-687E-96AFC5277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42672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令</a:t>
              </a:r>
            </a:p>
          </p:txBody>
        </p:sp>
      </p:grpSp>
      <p:sp>
        <p:nvSpPr>
          <p:cNvPr id="20486" name="灯片编号占位符 9">
            <a:extLst>
              <a:ext uri="{FF2B5EF4-FFF2-40B4-BE49-F238E27FC236}">
                <a16:creationId xmlns:a16="http://schemas.microsoft.com/office/drawing/2014/main" id="{50F2C67A-8DC7-E1BB-5FF5-9952C6C50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AB2843-925F-F846-B4D7-ADB146659890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3">
            <a:extLst>
              <a:ext uri="{FF2B5EF4-FFF2-40B4-BE49-F238E27FC236}">
                <a16:creationId xmlns:a16="http://schemas.microsoft.com/office/drawing/2014/main" id="{0FBCEF0B-BF58-37A7-7816-515AA53C700C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514600"/>
            <a:ext cx="3536950" cy="457200"/>
            <a:chOff x="685800" y="2514600"/>
            <a:chExt cx="3536950" cy="457200"/>
          </a:xfrm>
        </p:grpSpPr>
        <p:sp>
          <p:nvSpPr>
            <p:cNvPr id="21530" name="Rectangle 14">
              <a:extLst>
                <a:ext uri="{FF2B5EF4-FFF2-40B4-BE49-F238E27FC236}">
                  <a16:creationId xmlns:a16="http://schemas.microsoft.com/office/drawing/2014/main" id="{07981DAD-84B5-8FF5-12A8-30F5FFF4B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2514600"/>
              <a:ext cx="3536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即   相似于</a:t>
              </a: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矩阵.</a:t>
              </a:r>
            </a:p>
          </p:txBody>
        </p:sp>
        <p:graphicFrame>
          <p:nvGraphicFramePr>
            <p:cNvPr id="21531" name="Object 9">
              <a:extLst>
                <a:ext uri="{FF2B5EF4-FFF2-40B4-BE49-F238E27FC236}">
                  <a16:creationId xmlns:a16="http://schemas.microsoft.com/office/drawing/2014/main" id="{29C48B1D-1722-A992-E3B8-04F623B356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30300" y="2565400"/>
            <a:ext cx="331788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4" r:id="rId4" imgW="3505200" imgH="3797300" progId="Equation.3">
                    <p:embed/>
                  </p:oleObj>
                </mc:Choice>
                <mc:Fallback>
                  <p:oleObj r:id="rId4" imgW="3505200" imgH="37973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0300" y="2565400"/>
                          <a:ext cx="331788" cy="352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2">
            <a:extLst>
              <a:ext uri="{FF2B5EF4-FFF2-40B4-BE49-F238E27FC236}">
                <a16:creationId xmlns:a16="http://schemas.microsoft.com/office/drawing/2014/main" id="{18E374D6-8C31-E2D2-B1CE-2723B60656A3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914400"/>
            <a:ext cx="4724400" cy="1641475"/>
            <a:chOff x="609600" y="914400"/>
            <a:chExt cx="4724400" cy="1641475"/>
          </a:xfrm>
        </p:grpSpPr>
        <p:graphicFrame>
          <p:nvGraphicFramePr>
            <p:cNvPr id="21528" name="Object 11">
              <a:extLst>
                <a:ext uri="{FF2B5EF4-FFF2-40B4-BE49-F238E27FC236}">
                  <a16:creationId xmlns:a16="http://schemas.microsoft.com/office/drawing/2014/main" id="{4FC721A6-B14C-789D-4392-ADBBDF9C01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48000" y="1295400"/>
            <a:ext cx="2286000" cy="1260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5" r:id="rId6" imgW="29845000" imgH="16383000" progId="Equation.3">
                    <p:embed/>
                  </p:oleObj>
                </mc:Choice>
                <mc:Fallback>
                  <p:oleObj r:id="rId6" imgW="29845000" imgH="163830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8000" y="1295400"/>
                          <a:ext cx="2286000" cy="1260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9" name="Rectangle 13">
              <a:extLst>
                <a:ext uri="{FF2B5EF4-FFF2-40B4-BE49-F238E27FC236}">
                  <a16:creationId xmlns:a16="http://schemas.microsoft.com/office/drawing/2014/main" id="{17218C67-D843-715F-AF9B-D48910E7F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914400"/>
              <a:ext cx="2622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它是可逆阵，则有</a:t>
              </a:r>
            </a:p>
          </p:txBody>
        </p:sp>
      </p:grpSp>
      <p:grpSp>
        <p:nvGrpSpPr>
          <p:cNvPr id="4" name="组合 27">
            <a:extLst>
              <a:ext uri="{FF2B5EF4-FFF2-40B4-BE49-F238E27FC236}">
                <a16:creationId xmlns:a16="http://schemas.microsoft.com/office/drawing/2014/main" id="{970CD8C1-735C-3F66-6487-2D6B80083D45}"/>
              </a:ext>
            </a:extLst>
          </p:cNvPr>
          <p:cNvGrpSpPr>
            <a:grpSpLocks/>
          </p:cNvGrpSpPr>
          <p:nvPr/>
        </p:nvGrpSpPr>
        <p:grpSpPr bwMode="auto">
          <a:xfrm>
            <a:off x="647700" y="3124200"/>
            <a:ext cx="7975600" cy="1524000"/>
            <a:chOff x="647700" y="3124200"/>
            <a:chExt cx="7975600" cy="1524000"/>
          </a:xfrm>
        </p:grpSpPr>
        <p:graphicFrame>
          <p:nvGraphicFramePr>
            <p:cNvPr id="21521" name="Object 8">
              <a:extLst>
                <a:ext uri="{FF2B5EF4-FFF2-40B4-BE49-F238E27FC236}">
                  <a16:creationId xmlns:a16="http://schemas.microsoft.com/office/drawing/2014/main" id="{92660341-E126-62B4-EAEE-4135362475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62400" y="3187700"/>
            <a:ext cx="331788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6" r:id="rId8" imgW="3505200" imgH="3797300" progId="Equation.3">
                    <p:embed/>
                  </p:oleObj>
                </mc:Choice>
                <mc:Fallback>
                  <p:oleObj r:id="rId8" imgW="3505200" imgH="37973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2400" y="3187700"/>
                          <a:ext cx="331788" cy="352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522" name="组合 24">
              <a:extLst>
                <a:ext uri="{FF2B5EF4-FFF2-40B4-BE49-F238E27FC236}">
                  <a16:creationId xmlns:a16="http://schemas.microsoft.com/office/drawing/2014/main" id="{F575E9F1-9333-709C-907D-2855D14DFA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700" y="3124200"/>
              <a:ext cx="7975600" cy="1524000"/>
              <a:chOff x="647700" y="3124200"/>
              <a:chExt cx="7975600" cy="1524000"/>
            </a:xfrm>
          </p:grpSpPr>
          <p:sp>
            <p:nvSpPr>
              <p:cNvPr id="21523" name="Rectangle 16">
                <a:extLst>
                  <a:ext uri="{FF2B5EF4-FFF2-40B4-BE49-F238E27FC236}">
                    <a16:creationId xmlns:a16="http://schemas.microsoft.com/office/drawing/2014/main" id="{47593348-C987-D541-2820-B90299F374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3657600"/>
                <a:ext cx="795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u="none">
                    <a:latin typeface="宋体" panose="02010600030101010101" pitchFamily="2" charset="-122"/>
                  </a:rPr>
                  <a:t>Jordan</a:t>
                </a:r>
                <a:r>
                  <a:rPr lang="zh-CN" altLang="en-US" sz="2400" u="none">
                    <a:latin typeface="宋体" panose="02010600030101010101" pitchFamily="2" charset="-122"/>
                  </a:rPr>
                  <a:t>矩阵.这个结论具有一般性,即复数域上任一方阵  ,</a:t>
                </a:r>
              </a:p>
            </p:txBody>
          </p:sp>
          <p:graphicFrame>
            <p:nvGraphicFramePr>
              <p:cNvPr id="21524" name="Object 10">
                <a:extLst>
                  <a:ext uri="{FF2B5EF4-FFF2-40B4-BE49-F238E27FC236}">
                    <a16:creationId xmlns:a16="http://schemas.microsoft.com/office/drawing/2014/main" id="{DC1F3594-3692-EB73-DA7C-5E15E08E3FF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077200" y="3733800"/>
              <a:ext cx="271463" cy="2889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197" r:id="rId10" imgW="3505200" imgH="3797300" progId="Equation.3">
                      <p:embed/>
                    </p:oleObj>
                  </mc:Choice>
                  <mc:Fallback>
                    <p:oleObj r:id="rId10" imgW="3505200" imgH="379730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077200" y="3733800"/>
                            <a:ext cx="271463" cy="2889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25" name="Object 7">
                <a:extLst>
                  <a:ext uri="{FF2B5EF4-FFF2-40B4-BE49-F238E27FC236}">
                    <a16:creationId xmlns:a16="http://schemas.microsoft.com/office/drawing/2014/main" id="{96CE71D2-85B5-E433-04F8-116E58A2F86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24200" y="4267200"/>
              <a:ext cx="295275" cy="314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198" r:id="rId12" imgW="3505200" imgH="3797300" progId="Equation.3">
                      <p:embed/>
                    </p:oleObj>
                  </mc:Choice>
                  <mc:Fallback>
                    <p:oleObj r:id="rId12" imgW="3505200" imgH="379730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4200" y="4267200"/>
                            <a:ext cx="295275" cy="314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26" name="Rectangle 15">
                <a:extLst>
                  <a:ext uri="{FF2B5EF4-FFF2-40B4-BE49-F238E27FC236}">
                    <a16:creationId xmlns:a16="http://schemas.microsoft.com/office/drawing/2014/main" id="{4D5D616A-A012-6331-5A7F-943F15F89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650" y="3124200"/>
                <a:ext cx="67373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上面例子说明,方阵   虽然不可对角化,但相似于</a:t>
                </a:r>
              </a:p>
            </p:txBody>
          </p:sp>
          <p:sp>
            <p:nvSpPr>
              <p:cNvPr id="21527" name="Rectangle 17">
                <a:extLst>
                  <a:ext uri="{FF2B5EF4-FFF2-40B4-BE49-F238E27FC236}">
                    <a16:creationId xmlns:a16="http://schemas.microsoft.com/office/drawing/2014/main" id="{45DE6067-1D73-C772-61D8-7D8392920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7700" y="4191000"/>
                <a:ext cx="2622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都能找到可逆矩阵</a:t>
                </a:r>
              </a:p>
            </p:txBody>
          </p:sp>
        </p:grpSp>
      </p:grpSp>
      <p:grpSp>
        <p:nvGrpSpPr>
          <p:cNvPr id="6" name="组合 26">
            <a:extLst>
              <a:ext uri="{FF2B5EF4-FFF2-40B4-BE49-F238E27FC236}">
                <a16:creationId xmlns:a16="http://schemas.microsoft.com/office/drawing/2014/main" id="{6223C565-ACB1-50E2-E537-34AC0D6EEE6D}"/>
              </a:ext>
            </a:extLst>
          </p:cNvPr>
          <p:cNvGrpSpPr>
            <a:grpSpLocks/>
          </p:cNvGrpSpPr>
          <p:nvPr/>
        </p:nvGrpSpPr>
        <p:grpSpPr bwMode="auto">
          <a:xfrm>
            <a:off x="647700" y="4191000"/>
            <a:ext cx="8496300" cy="2133600"/>
            <a:chOff x="647700" y="4191000"/>
            <a:chExt cx="8496300" cy="2133600"/>
          </a:xfrm>
        </p:grpSpPr>
        <p:graphicFrame>
          <p:nvGraphicFramePr>
            <p:cNvPr id="21510" name="Object 5">
              <a:extLst>
                <a:ext uri="{FF2B5EF4-FFF2-40B4-BE49-F238E27FC236}">
                  <a16:creationId xmlns:a16="http://schemas.microsoft.com/office/drawing/2014/main" id="{D86A34F0-D227-7531-08D2-EA55D31BE3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48000" y="4800600"/>
            <a:ext cx="277813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9" r:id="rId14" imgW="3213100" imgH="3797300" progId="Equation.3">
                    <p:embed/>
                  </p:oleObj>
                </mc:Choice>
                <mc:Fallback>
                  <p:oleObj r:id="rId14" imgW="3213100" imgH="37973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8000" y="4800600"/>
                          <a:ext cx="277813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1" name="Object 4">
              <a:extLst>
                <a:ext uri="{FF2B5EF4-FFF2-40B4-BE49-F238E27FC236}">
                  <a16:creationId xmlns:a16="http://schemas.microsoft.com/office/drawing/2014/main" id="{685E557E-C3DA-97D1-3283-B524635803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52600" y="5410200"/>
            <a:ext cx="280988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0" r:id="rId16" imgW="3505200" imgH="4102100" progId="Equation.3">
                    <p:embed/>
                  </p:oleObj>
                </mc:Choice>
                <mc:Fallback>
                  <p:oleObj r:id="rId16" imgW="3505200" imgH="41021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2600" y="5410200"/>
                          <a:ext cx="280988" cy="333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2" name="Object 3">
              <a:extLst>
                <a:ext uri="{FF2B5EF4-FFF2-40B4-BE49-F238E27FC236}">
                  <a16:creationId xmlns:a16="http://schemas.microsoft.com/office/drawing/2014/main" id="{7CE3A99E-1ACE-9B32-0460-5D959A5A6B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96000" y="4838700"/>
            <a:ext cx="280988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1" r:id="rId18" imgW="3505200" imgH="4102100" progId="Equation.3">
                    <p:embed/>
                  </p:oleObj>
                </mc:Choice>
                <mc:Fallback>
                  <p:oleObj r:id="rId18" imgW="3505200" imgH="41021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6000" y="4838700"/>
                          <a:ext cx="280988" cy="333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3" name="Object 2">
              <a:extLst>
                <a:ext uri="{FF2B5EF4-FFF2-40B4-BE49-F238E27FC236}">
                  <a16:creationId xmlns:a16="http://schemas.microsoft.com/office/drawing/2014/main" id="{B1E8ABC3-6BB1-9D82-F28F-6B6F915F90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0300" y="5422900"/>
            <a:ext cx="277813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2" r:id="rId20" imgW="3213100" imgH="3797300" progId="Equation.3">
                    <p:embed/>
                  </p:oleObj>
                </mc:Choice>
                <mc:Fallback>
                  <p:oleObj r:id="rId20" imgW="3213100" imgH="37973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0300" y="5422900"/>
                          <a:ext cx="277813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514" name="组合 25">
              <a:extLst>
                <a:ext uri="{FF2B5EF4-FFF2-40B4-BE49-F238E27FC236}">
                  <a16:creationId xmlns:a16="http://schemas.microsoft.com/office/drawing/2014/main" id="{ED40F18D-B9EE-4F31-C5D1-065CE54545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700" y="4191000"/>
              <a:ext cx="8496300" cy="2133600"/>
              <a:chOff x="647700" y="4191000"/>
              <a:chExt cx="8496300" cy="2133600"/>
            </a:xfrm>
          </p:grpSpPr>
          <p:sp>
            <p:nvSpPr>
              <p:cNvPr id="21515" name="Rectangle 12">
                <a:extLst>
                  <a:ext uri="{FF2B5EF4-FFF2-40B4-BE49-F238E27FC236}">
                    <a16:creationId xmlns:a16="http://schemas.microsoft.com/office/drawing/2014/main" id="{7B5F8ED4-3D96-CFA9-BBF6-C0837CA365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800" y="5321300"/>
                <a:ext cx="8458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那么在  中必能找到一个基,使  在该基下的矩阵是</a:t>
                </a:r>
                <a:r>
                  <a:rPr lang="en-US" altLang="zh-CN" sz="2400" u="none">
                    <a:latin typeface="宋体" panose="02010600030101010101" pitchFamily="2" charset="-122"/>
                  </a:rPr>
                  <a:t>Jordan</a:t>
                </a:r>
                <a:endParaRPr lang="zh-CN" altLang="en-US" sz="2400" u="none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21516" name="Object 6">
                <a:extLst>
                  <a:ext uri="{FF2B5EF4-FFF2-40B4-BE49-F238E27FC236}">
                    <a16:creationId xmlns:a16="http://schemas.microsoft.com/office/drawing/2014/main" id="{23F00B07-6BFB-4DA7-95F3-F7228206943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10000" y="4254500"/>
              <a:ext cx="838200" cy="349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03" r:id="rId22" imgW="10528300" imgH="4394200" progId="Equation.3">
                      <p:embed/>
                    </p:oleObj>
                  </mc:Choice>
                  <mc:Fallback>
                    <p:oleObj r:id="rId22" imgW="10528300" imgH="4394200" progId="Equation.3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10000" y="4254500"/>
                            <a:ext cx="838200" cy="349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17" name="Rectangle 18">
                <a:extLst>
                  <a:ext uri="{FF2B5EF4-FFF2-40B4-BE49-F238E27FC236}">
                    <a16:creationId xmlns:a16="http://schemas.microsoft.com/office/drawing/2014/main" id="{226701B3-8C23-723D-1F77-286B3BD2B7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6600" y="4191000"/>
                <a:ext cx="6413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,使</a:t>
                </a:r>
              </a:p>
            </p:txBody>
          </p:sp>
          <p:sp>
            <p:nvSpPr>
              <p:cNvPr id="21518" name="Rectangle 19">
                <a:extLst>
                  <a:ext uri="{FF2B5EF4-FFF2-40B4-BE49-F238E27FC236}">
                    <a16:creationId xmlns:a16="http://schemas.microsoft.com/office/drawing/2014/main" id="{5ECF91C8-2A2F-4B1B-00EF-4960C1AA2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6750" y="4203700"/>
                <a:ext cx="39941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是</a:t>
                </a:r>
                <a:r>
                  <a:rPr lang="en-US" altLang="zh-CN" sz="2400" u="none">
                    <a:latin typeface="宋体" panose="02010600030101010101" pitchFamily="2" charset="-122"/>
                  </a:rPr>
                  <a:t>Jordan</a:t>
                </a:r>
                <a:r>
                  <a:rPr lang="zh-CN" altLang="en-US" sz="2400" u="none">
                    <a:latin typeface="宋体" panose="02010600030101010101" pitchFamily="2" charset="-122"/>
                  </a:rPr>
                  <a:t>矩阵.用线性变换的</a:t>
                </a:r>
              </a:p>
            </p:txBody>
          </p:sp>
          <p:sp>
            <p:nvSpPr>
              <p:cNvPr id="21519" name="Rectangle 20">
                <a:extLst>
                  <a:ext uri="{FF2B5EF4-FFF2-40B4-BE49-F238E27FC236}">
                    <a16:creationId xmlns:a16="http://schemas.microsoft.com/office/drawing/2014/main" id="{AD85F052-2252-3163-0C49-81A4F68B84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7700" y="4737100"/>
                <a:ext cx="81089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语言来说就是,若  是复数域上线性空间  的一个线性变换,</a:t>
                </a:r>
              </a:p>
            </p:txBody>
          </p:sp>
          <p:sp>
            <p:nvSpPr>
              <p:cNvPr id="21520" name="Rectangle 21">
                <a:extLst>
                  <a:ext uri="{FF2B5EF4-FFF2-40B4-BE49-F238E27FC236}">
                    <a16:creationId xmlns:a16="http://schemas.microsoft.com/office/drawing/2014/main" id="{1BF82B79-1115-6563-25A6-A027DEE31D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800" y="5867400"/>
                <a:ext cx="9906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矩阵.</a:t>
                </a:r>
                <a:endParaRPr lang="zh-CN" altLang="en-US" sz="2400" u="none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1509" name="灯片编号占位符 21">
            <a:extLst>
              <a:ext uri="{FF2B5EF4-FFF2-40B4-BE49-F238E27FC236}">
                <a16:creationId xmlns:a16="http://schemas.microsoft.com/office/drawing/2014/main" id="{C98B3739-452A-8282-5FA4-CE3E3B67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0E80F3-96AD-CA42-963A-8AC407880685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8">
            <a:extLst>
              <a:ext uri="{FF2B5EF4-FFF2-40B4-BE49-F238E27FC236}">
                <a16:creationId xmlns:a16="http://schemas.microsoft.com/office/drawing/2014/main" id="{3DC1A41F-9850-6418-42DD-E4FEA24A0642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914400"/>
            <a:ext cx="7804150" cy="1019175"/>
            <a:chOff x="609600" y="914400"/>
            <a:chExt cx="7804150" cy="1019175"/>
          </a:xfrm>
        </p:grpSpPr>
        <p:graphicFrame>
          <p:nvGraphicFramePr>
            <p:cNvPr id="22550" name="Object 15">
              <a:extLst>
                <a:ext uri="{FF2B5EF4-FFF2-40B4-BE49-F238E27FC236}">
                  <a16:creationId xmlns:a16="http://schemas.microsoft.com/office/drawing/2014/main" id="{7DB8AAEC-4D96-636B-D312-BCFA5B3901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17700" y="952500"/>
            <a:ext cx="323850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8" r:id="rId3" imgW="4102100" imgH="5562600" progId="Equation.3">
                    <p:embed/>
                  </p:oleObj>
                </mc:Choice>
                <mc:Fallback>
                  <p:oleObj r:id="rId3" imgW="4102100" imgH="55626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7700" y="952500"/>
                          <a:ext cx="323850" cy="425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1" name="Object 14">
              <a:extLst>
                <a:ext uri="{FF2B5EF4-FFF2-40B4-BE49-F238E27FC236}">
                  <a16:creationId xmlns:a16="http://schemas.microsoft.com/office/drawing/2014/main" id="{7D4D5270-C2A3-286F-B8F2-D0A361EC95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36900" y="1003300"/>
            <a:ext cx="29527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9" r:id="rId5" imgW="3505200" imgH="3797300" progId="Equation.3">
                    <p:embed/>
                  </p:oleObj>
                </mc:Choice>
                <mc:Fallback>
                  <p:oleObj r:id="rId5" imgW="3505200" imgH="37973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6900" y="1003300"/>
                          <a:ext cx="295275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2" name="Object 7">
              <a:extLst>
                <a:ext uri="{FF2B5EF4-FFF2-40B4-BE49-F238E27FC236}">
                  <a16:creationId xmlns:a16="http://schemas.microsoft.com/office/drawing/2014/main" id="{ACE64FB5-F671-4ADA-C05C-6413D94875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00200" y="1524000"/>
            <a:ext cx="280988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0" r:id="rId7" imgW="2921000" imgH="4102100" progId="Equation.3">
                    <p:embed/>
                  </p:oleObj>
                </mc:Choice>
                <mc:Fallback>
                  <p:oleObj r:id="rId7" imgW="2921000" imgH="41021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0200" y="1524000"/>
                          <a:ext cx="280988" cy="409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553" name="组合 23">
              <a:extLst>
                <a:ext uri="{FF2B5EF4-FFF2-40B4-BE49-F238E27FC236}">
                  <a16:creationId xmlns:a16="http://schemas.microsoft.com/office/drawing/2014/main" id="{87E0D788-B658-B514-C403-53C68835FE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" y="914400"/>
              <a:ext cx="7804150" cy="1003300"/>
              <a:chOff x="609600" y="914400"/>
              <a:chExt cx="7804150" cy="1003300"/>
            </a:xfrm>
          </p:grpSpPr>
          <p:sp>
            <p:nvSpPr>
              <p:cNvPr id="22554" name="Rectangle 17">
                <a:extLst>
                  <a:ext uri="{FF2B5EF4-FFF2-40B4-BE49-F238E27FC236}">
                    <a16:creationId xmlns:a16="http://schemas.microsoft.com/office/drawing/2014/main" id="{586B8B93-9479-65C2-FE6E-C3C17AFCD6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914400"/>
                <a:ext cx="78041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9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solidFill>
                      <a:srgbClr val="FF0000"/>
                    </a:solidFill>
                    <a:ea typeface="黑体" panose="02010609060101010101" pitchFamily="49" charset="-122"/>
                  </a:rPr>
                  <a:t>定义</a:t>
                </a:r>
                <a:r>
                  <a:rPr lang="zh-CN" altLang="en-US" sz="2400" u="none">
                    <a:latin typeface="宋体" panose="02010600030101010101" pitchFamily="2" charset="-122"/>
                  </a:rPr>
                  <a:t>  设  是方阵  的特征值.如果对于向量  ,存在一个</a:t>
                </a:r>
              </a:p>
            </p:txBody>
          </p:sp>
          <p:graphicFrame>
            <p:nvGraphicFramePr>
              <p:cNvPr id="22555" name="Object 13">
                <a:extLst>
                  <a:ext uri="{FF2B5EF4-FFF2-40B4-BE49-F238E27FC236}">
                    <a16:creationId xmlns:a16="http://schemas.microsoft.com/office/drawing/2014/main" id="{87812B6D-2B16-69F7-9522-2058DCF32E8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604000" y="981075"/>
              <a:ext cx="361950" cy="4159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21" r:id="rId10" imgW="2921000" imgH="3213100" progId="Equation.3">
                      <p:embed/>
                    </p:oleObj>
                  </mc:Choice>
                  <mc:Fallback>
                    <p:oleObj r:id="rId10" imgW="2921000" imgH="321310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604000" y="981075"/>
                            <a:ext cx="361950" cy="4159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556" name="Rectangle 18">
                <a:extLst>
                  <a:ext uri="{FF2B5EF4-FFF2-40B4-BE49-F238E27FC236}">
                    <a16:creationId xmlns:a16="http://schemas.microsoft.com/office/drawing/2014/main" id="{7461B8FA-376F-ACD0-05E1-0EF30902F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1460500"/>
                <a:ext cx="15557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9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正整数  ,</a:t>
                </a:r>
              </a:p>
            </p:txBody>
          </p:sp>
          <p:sp>
            <p:nvSpPr>
              <p:cNvPr id="22557" name="Rectangle 19">
                <a:extLst>
                  <a:ext uri="{FF2B5EF4-FFF2-40B4-BE49-F238E27FC236}">
                    <a16:creationId xmlns:a16="http://schemas.microsoft.com/office/drawing/2014/main" id="{FFD5BEF1-771F-FA36-401C-DA554B45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300" y="1460500"/>
                <a:ext cx="4889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9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使</a:t>
                </a:r>
              </a:p>
            </p:txBody>
          </p:sp>
        </p:grpSp>
      </p:grpSp>
      <p:grpSp>
        <p:nvGrpSpPr>
          <p:cNvPr id="4" name="组合 24">
            <a:extLst>
              <a:ext uri="{FF2B5EF4-FFF2-40B4-BE49-F238E27FC236}">
                <a16:creationId xmlns:a16="http://schemas.microsoft.com/office/drawing/2014/main" id="{FC351403-7D56-8DFF-1CEA-72ED48DFC9E6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943100"/>
            <a:ext cx="6800850" cy="482600"/>
            <a:chOff x="1600200" y="1943100"/>
            <a:chExt cx="6800850" cy="482600"/>
          </a:xfrm>
        </p:grpSpPr>
        <p:graphicFrame>
          <p:nvGraphicFramePr>
            <p:cNvPr id="22548" name="Object 11">
              <a:extLst>
                <a:ext uri="{FF2B5EF4-FFF2-40B4-BE49-F238E27FC236}">
                  <a16:creationId xmlns:a16="http://schemas.microsoft.com/office/drawing/2014/main" id="{60B50C98-F5C2-42F2-7F28-454AEF7CB0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00200" y="1981200"/>
            <a:ext cx="43434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2" r:id="rId12" imgW="53543200" imgH="5562600" progId="Equation.3">
                    <p:embed/>
                  </p:oleObj>
                </mc:Choice>
                <mc:Fallback>
                  <p:oleObj r:id="rId12" imgW="53543200" imgH="55626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0200" y="1981200"/>
                          <a:ext cx="4343400" cy="444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9" name="Rectangle 20">
              <a:extLst>
                <a:ext uri="{FF2B5EF4-FFF2-40B4-BE49-F238E27FC236}">
                  <a16:creationId xmlns:a16="http://schemas.microsoft.com/office/drawing/2014/main" id="{742B3FDA-85E0-AA10-5EFE-1D9DC339D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0100" y="1943100"/>
              <a:ext cx="1250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(2.2-1)</a:t>
              </a:r>
            </a:p>
          </p:txBody>
        </p:sp>
      </p:grpSp>
      <p:grpSp>
        <p:nvGrpSpPr>
          <p:cNvPr id="5" name="组合 29">
            <a:extLst>
              <a:ext uri="{FF2B5EF4-FFF2-40B4-BE49-F238E27FC236}">
                <a16:creationId xmlns:a16="http://schemas.microsoft.com/office/drawing/2014/main" id="{45236D86-C223-42A9-F80F-86F1ECAA06E0}"/>
              </a:ext>
            </a:extLst>
          </p:cNvPr>
          <p:cNvGrpSpPr>
            <a:grpSpLocks/>
          </p:cNvGrpSpPr>
          <p:nvPr/>
        </p:nvGrpSpPr>
        <p:grpSpPr bwMode="auto">
          <a:xfrm>
            <a:off x="577850" y="2540000"/>
            <a:ext cx="7918450" cy="1117600"/>
            <a:chOff x="577850" y="2540000"/>
            <a:chExt cx="7918450" cy="1117600"/>
          </a:xfrm>
        </p:grpSpPr>
        <p:graphicFrame>
          <p:nvGraphicFramePr>
            <p:cNvPr id="22538" name="Object 12">
              <a:extLst>
                <a:ext uri="{FF2B5EF4-FFF2-40B4-BE49-F238E27FC236}">
                  <a16:creationId xmlns:a16="http://schemas.microsoft.com/office/drawing/2014/main" id="{5CD2E5DE-94F4-CE89-BCEE-C0D09FAB4E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12900" y="3314700"/>
            <a:ext cx="228600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3" r:id="rId14" imgW="2921000" imgH="4102100" progId="Equation.3">
                    <p:embed/>
                  </p:oleObj>
                </mc:Choice>
                <mc:Fallback>
                  <p:oleObj r:id="rId14" imgW="2921000" imgH="41021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2900" y="3314700"/>
                          <a:ext cx="228600" cy="333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9" name="Object 5">
              <a:extLst>
                <a:ext uri="{FF2B5EF4-FFF2-40B4-BE49-F238E27FC236}">
                  <a16:creationId xmlns:a16="http://schemas.microsoft.com/office/drawing/2014/main" id="{24A500D0-0A53-2410-8C40-46D2AF09ED5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4400" y="3276600"/>
            <a:ext cx="30162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4" r:id="rId16" imgW="4102100" imgH="5270500" progId="Equation.3">
                    <p:embed/>
                  </p:oleObj>
                </mc:Choice>
                <mc:Fallback>
                  <p:oleObj r:id="rId16" imgW="4102100" imgH="52705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4400" y="3276600"/>
                          <a:ext cx="30162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540" name="组合 25">
              <a:extLst>
                <a:ext uri="{FF2B5EF4-FFF2-40B4-BE49-F238E27FC236}">
                  <a16:creationId xmlns:a16="http://schemas.microsoft.com/office/drawing/2014/main" id="{67FEF2E0-2429-9D26-AC58-84A3972C04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7850" y="2540000"/>
              <a:ext cx="7918450" cy="1117600"/>
              <a:chOff x="577850" y="2540000"/>
              <a:chExt cx="7918450" cy="1117600"/>
            </a:xfrm>
          </p:grpSpPr>
          <p:sp>
            <p:nvSpPr>
              <p:cNvPr id="22541" name="Rectangle 21">
                <a:extLst>
                  <a:ext uri="{FF2B5EF4-FFF2-40B4-BE49-F238E27FC236}">
                    <a16:creationId xmlns:a16="http://schemas.microsoft.com/office/drawing/2014/main" id="{A611A58C-8EEA-C909-1F4E-3F166A04E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850" y="2540000"/>
                <a:ext cx="76517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9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则称  为  关于  的  </a:t>
                </a:r>
                <a:r>
                  <a:rPr lang="zh-CN" altLang="en-US" sz="2400" u="none">
                    <a:ea typeface="黑体" panose="02010609060101010101" pitchFamily="49" charset="-122"/>
                  </a:rPr>
                  <a:t>级根向</a:t>
                </a:r>
                <a:r>
                  <a:rPr lang="zh-CN" altLang="en-US" sz="2400" u="none">
                    <a:latin typeface="宋体" panose="02010600030101010101" pitchFamily="2" charset="-122"/>
                  </a:rPr>
                  <a:t>量(或</a:t>
                </a:r>
                <a:r>
                  <a:rPr lang="zh-CN" altLang="en-US" sz="2400" u="none">
                    <a:solidFill>
                      <a:srgbClr val="FF0000"/>
                    </a:solidFill>
                    <a:ea typeface="黑体" panose="02010609060101010101" pitchFamily="49" charset="-122"/>
                  </a:rPr>
                  <a:t>广义特征向</a:t>
                </a:r>
                <a:r>
                  <a:rPr lang="zh-CN" altLang="en-US" sz="2400" u="none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量</a:t>
                </a:r>
                <a:r>
                  <a:rPr lang="zh-CN" altLang="en-US" sz="2400" u="none">
                    <a:latin typeface="宋体" panose="02010600030101010101" pitchFamily="2" charset="-122"/>
                  </a:rPr>
                  <a:t>).简称</a:t>
                </a:r>
              </a:p>
            </p:txBody>
          </p:sp>
          <p:graphicFrame>
            <p:nvGraphicFramePr>
              <p:cNvPr id="22542" name="Object 10">
                <a:extLst>
                  <a:ext uri="{FF2B5EF4-FFF2-40B4-BE49-F238E27FC236}">
                    <a16:creationId xmlns:a16="http://schemas.microsoft.com/office/drawing/2014/main" id="{B8C0C336-C0FD-B63F-8541-1433CAE7C4E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95400" y="2641600"/>
              <a:ext cx="28575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25" r:id="rId18" imgW="2921000" imgH="3213100" progId="Equation.3">
                      <p:embed/>
                    </p:oleObj>
                  </mc:Choice>
                  <mc:Fallback>
                    <p:oleObj r:id="rId18" imgW="2921000" imgH="321310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95400" y="2641600"/>
                            <a:ext cx="285750" cy="330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543" name="Object 9">
                <a:extLst>
                  <a:ext uri="{FF2B5EF4-FFF2-40B4-BE49-F238E27FC236}">
                    <a16:creationId xmlns:a16="http://schemas.microsoft.com/office/drawing/2014/main" id="{439DBACB-1D91-38FD-AB1B-7FEAD575A46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905000" y="2628900"/>
              <a:ext cx="295275" cy="314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26" r:id="rId20" imgW="3505200" imgH="3797300" progId="Equation.3">
                      <p:embed/>
                    </p:oleObj>
                  </mc:Choice>
                  <mc:Fallback>
                    <p:oleObj r:id="rId20" imgW="3505200" imgH="37973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05000" y="2628900"/>
                            <a:ext cx="295275" cy="314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544" name="Object 8">
                <a:extLst>
                  <a:ext uri="{FF2B5EF4-FFF2-40B4-BE49-F238E27FC236}">
                    <a16:creationId xmlns:a16="http://schemas.microsoft.com/office/drawing/2014/main" id="{C1B1B444-63CD-4BC3-7315-298D9FC0DFC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43200" y="2667000"/>
              <a:ext cx="301625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27" r:id="rId22" imgW="4102100" imgH="5270500" progId="Equation.3">
                      <p:embed/>
                    </p:oleObj>
                  </mc:Choice>
                  <mc:Fallback>
                    <p:oleObj r:id="rId22" imgW="4102100" imgH="527050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43200" y="2667000"/>
                            <a:ext cx="301625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545" name="Object 6">
                <a:extLst>
                  <a:ext uri="{FF2B5EF4-FFF2-40B4-BE49-F238E27FC236}">
                    <a16:creationId xmlns:a16="http://schemas.microsoft.com/office/drawing/2014/main" id="{634EED09-14F2-4309-9B39-4638F40CB58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153400" y="2565400"/>
              <a:ext cx="342900" cy="3968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28" r:id="rId24" imgW="2921000" imgH="3213100" progId="Equation.3">
                      <p:embed/>
                    </p:oleObj>
                  </mc:Choice>
                  <mc:Fallback>
                    <p:oleObj r:id="rId24" imgW="2921000" imgH="3213100" progId="Equation.3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53400" y="2565400"/>
                            <a:ext cx="342900" cy="3968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546" name="Object 4">
                <a:extLst>
                  <a:ext uri="{FF2B5EF4-FFF2-40B4-BE49-F238E27FC236}">
                    <a16:creationId xmlns:a16="http://schemas.microsoft.com/office/drawing/2014/main" id="{A3281BC7-CCD4-6C37-C7EC-5CEFB6AFE6C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29000" y="2667000"/>
              <a:ext cx="228600" cy="333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29" r:id="rId26" imgW="2921000" imgH="4102100" progId="Equation.3">
                      <p:embed/>
                    </p:oleObj>
                  </mc:Choice>
                  <mc:Fallback>
                    <p:oleObj r:id="rId26" imgW="2921000" imgH="4102100" progId="Equation.3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29000" y="2667000"/>
                            <a:ext cx="228600" cy="333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547" name="Rectangle 22">
                <a:extLst>
                  <a:ext uri="{FF2B5EF4-FFF2-40B4-BE49-F238E27FC236}">
                    <a16:creationId xmlns:a16="http://schemas.microsoft.com/office/drawing/2014/main" id="{F030B973-FAD2-B54E-DC68-E171D331B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850" y="3200400"/>
                <a:ext cx="27749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9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为  的  级根向量.</a:t>
                </a:r>
              </a:p>
            </p:txBody>
          </p:sp>
        </p:grpSp>
      </p:grpSp>
      <p:grpSp>
        <p:nvGrpSpPr>
          <p:cNvPr id="7" name="组合 27">
            <a:extLst>
              <a:ext uri="{FF2B5EF4-FFF2-40B4-BE49-F238E27FC236}">
                <a16:creationId xmlns:a16="http://schemas.microsoft.com/office/drawing/2014/main" id="{62B4C4BF-2353-6F36-B4D8-C49479BEE978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3886200"/>
            <a:ext cx="8382000" cy="1127125"/>
            <a:chOff x="304800" y="3886200"/>
            <a:chExt cx="8382000" cy="1127125"/>
          </a:xfrm>
        </p:grpSpPr>
        <p:graphicFrame>
          <p:nvGraphicFramePr>
            <p:cNvPr id="22534" name="Object 3">
              <a:extLst>
                <a:ext uri="{FF2B5EF4-FFF2-40B4-BE49-F238E27FC236}">
                  <a16:creationId xmlns:a16="http://schemas.microsoft.com/office/drawing/2014/main" id="{7DC47307-6FF3-51E0-6E61-82F55809F6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87900" y="4508500"/>
            <a:ext cx="357188" cy="504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0" r:id="rId28" imgW="3797300" imgH="5270500" progId="Equation.3">
                    <p:embed/>
                  </p:oleObj>
                </mc:Choice>
                <mc:Fallback>
                  <p:oleObj r:id="rId28" imgW="3797300" imgH="52705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7900" y="4508500"/>
                          <a:ext cx="357188" cy="504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535" name="组合 26">
              <a:extLst>
                <a:ext uri="{FF2B5EF4-FFF2-40B4-BE49-F238E27FC236}">
                  <a16:creationId xmlns:a16="http://schemas.microsoft.com/office/drawing/2014/main" id="{FF091168-627D-9DC0-6D6F-2055537E86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800" y="3886200"/>
              <a:ext cx="8382000" cy="1066800"/>
              <a:chOff x="304800" y="3886200"/>
              <a:chExt cx="8382000" cy="1066800"/>
            </a:xfrm>
          </p:grpSpPr>
          <p:sp>
            <p:nvSpPr>
              <p:cNvPr id="22536" name="Rectangle 16">
                <a:extLst>
                  <a:ext uri="{FF2B5EF4-FFF2-40B4-BE49-F238E27FC236}">
                    <a16:creationId xmlns:a16="http://schemas.microsoft.com/office/drawing/2014/main" id="{00235918-3813-F6C7-FD43-0509094B75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800" y="4495800"/>
                <a:ext cx="8124852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indent="26670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9"/>
                  </a:buBlip>
                  <a:tabLst>
                    <a:tab pos="457200" algn="l"/>
                  </a:tabLst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tabLst>
                    <a:tab pos="457200" algn="l"/>
                  </a:tabLst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tabLst>
                    <a:tab pos="457200" algn="l"/>
                  </a:tabLs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tabLst>
                    <a:tab pos="457200" algn="l"/>
                  </a:tabLst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tabLst>
                    <a:tab pos="457200" algn="l"/>
                  </a:tabLst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tabLst>
                    <a:tab pos="457200" algn="l"/>
                  </a:tabLst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tabLst>
                    <a:tab pos="457200" algn="l"/>
                  </a:tabLst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tabLst>
                    <a:tab pos="457200" algn="l"/>
                  </a:tabLst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tabLst>
                    <a:tab pos="457200" algn="l"/>
                  </a:tabLst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向量必为1级根向量.而例1中的   是2级根向量.</a:t>
                </a:r>
              </a:p>
            </p:txBody>
          </p:sp>
          <p:sp>
            <p:nvSpPr>
              <p:cNvPr id="22537" name="Rectangle 23">
                <a:extLst>
                  <a:ext uri="{FF2B5EF4-FFF2-40B4-BE49-F238E27FC236}">
                    <a16:creationId xmlns:a16="http://schemas.microsoft.com/office/drawing/2014/main" id="{CDC28DE4-793E-7DCC-8774-30E1307EA8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7450" y="3886200"/>
                <a:ext cx="74993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9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按根向量的定义可知,1级根向量为特征向量,反之,特征</a:t>
                </a:r>
              </a:p>
            </p:txBody>
          </p:sp>
        </p:grpSp>
      </p:grpSp>
      <p:sp>
        <p:nvSpPr>
          <p:cNvPr id="22533" name="灯片编号占位符 22">
            <a:extLst>
              <a:ext uri="{FF2B5EF4-FFF2-40B4-BE49-F238E27FC236}">
                <a16:creationId xmlns:a16="http://schemas.microsoft.com/office/drawing/2014/main" id="{1F2CE4D7-3786-1872-63B4-16D91A960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E22871-E38B-964C-9BAB-740507D76895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15">
            <a:extLst>
              <a:ext uri="{FF2B5EF4-FFF2-40B4-BE49-F238E27FC236}">
                <a16:creationId xmlns:a16="http://schemas.microsoft.com/office/drawing/2014/main" id="{85CE42B6-1D4D-0951-EBAD-F3FE9DCB8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229225"/>
            <a:ext cx="3744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tabLst>
                <a:tab pos="457200" algn="l"/>
              </a:tabLst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tabLst>
                <a:tab pos="457200" algn="l"/>
              </a:tabLst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tabLst>
                <a:tab pos="457200" algn="l"/>
              </a:tabLs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宋体" panose="02010600030101010101" pitchFamily="2" charset="-122"/>
              </a:rPr>
              <a:t>由根向量的定义知,</a:t>
            </a:r>
            <a:endParaRPr lang="zh-CN" altLang="en-US" sz="2400" u="none">
              <a:latin typeface="Times New Roman" panose="02020603050405020304" pitchFamily="18" charset="0"/>
            </a:endParaRPr>
          </a:p>
        </p:txBody>
      </p:sp>
      <p:graphicFrame>
        <p:nvGraphicFramePr>
          <p:cNvPr id="12303" name="Object 3">
            <a:extLst>
              <a:ext uri="{FF2B5EF4-FFF2-40B4-BE49-F238E27FC236}">
                <a16:creationId xmlns:a16="http://schemas.microsoft.com/office/drawing/2014/main" id="{9F4429EA-6807-1BEA-4B2E-E2130C06A9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4419600"/>
          <a:ext cx="441960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r:id="rId4" imgW="58216800" imgH="11696700" progId="Equation.3">
                  <p:embed/>
                </p:oleObj>
              </mc:Choice>
              <mc:Fallback>
                <p:oleObj r:id="rId4" imgW="58216800" imgH="11696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419600"/>
                        <a:ext cx="441960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4" name="Object 2">
            <a:extLst>
              <a:ext uri="{FF2B5EF4-FFF2-40B4-BE49-F238E27FC236}">
                <a16:creationId xmlns:a16="http://schemas.microsoft.com/office/drawing/2014/main" id="{81319AC8-FBAF-049A-F068-F093837BF5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5702300"/>
          <a:ext cx="51847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r:id="rId6" imgW="61734700" imgH="5854700" progId="Equation.3">
                  <p:embed/>
                </p:oleObj>
              </mc:Choice>
              <mc:Fallback>
                <p:oleObj r:id="rId6" imgW="61734700" imgH="5854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702300"/>
                        <a:ext cx="51847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23">
            <a:extLst>
              <a:ext uri="{FF2B5EF4-FFF2-40B4-BE49-F238E27FC236}">
                <a16:creationId xmlns:a16="http://schemas.microsoft.com/office/drawing/2014/main" id="{8770607E-C997-64F2-08A9-C16E045829BA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990600"/>
            <a:ext cx="8215313" cy="990600"/>
            <a:chOff x="533400" y="990600"/>
            <a:chExt cx="8215313" cy="990600"/>
          </a:xfrm>
        </p:grpSpPr>
        <p:graphicFrame>
          <p:nvGraphicFramePr>
            <p:cNvPr id="23572" name="Object 14">
              <a:extLst>
                <a:ext uri="{FF2B5EF4-FFF2-40B4-BE49-F238E27FC236}">
                  <a16:creationId xmlns:a16="http://schemas.microsoft.com/office/drawing/2014/main" id="{47234758-9D30-DE93-5F08-8215728291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43600" y="1066800"/>
            <a:ext cx="30162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4" r:id="rId8" imgW="4102100" imgH="5270500" progId="Equation.3">
                    <p:embed/>
                  </p:oleObj>
                </mc:Choice>
                <mc:Fallback>
                  <p:oleObj r:id="rId8" imgW="4102100" imgH="52705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3600" y="1066800"/>
                          <a:ext cx="30162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3" name="Object 13">
              <a:extLst>
                <a:ext uri="{FF2B5EF4-FFF2-40B4-BE49-F238E27FC236}">
                  <a16:creationId xmlns:a16="http://schemas.microsoft.com/office/drawing/2014/main" id="{E072E197-1982-E4EE-354E-89F01A928D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81600" y="1066800"/>
            <a:ext cx="29527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5" r:id="rId10" imgW="3505200" imgH="3797300" progId="Equation.3">
                    <p:embed/>
                  </p:oleObj>
                </mc:Choice>
                <mc:Fallback>
                  <p:oleObj r:id="rId10" imgW="3505200" imgH="37973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1600" y="1066800"/>
                          <a:ext cx="295275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4" name="Object 12">
              <a:extLst>
                <a:ext uri="{FF2B5EF4-FFF2-40B4-BE49-F238E27FC236}">
                  <a16:creationId xmlns:a16="http://schemas.microsoft.com/office/drawing/2014/main" id="{C9C11A31-C712-8D76-97C5-BE0F7917A0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4200" y="1066800"/>
            <a:ext cx="29527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6" r:id="rId12" imgW="3505200" imgH="3797300" progId="Equation.3">
                    <p:embed/>
                  </p:oleObj>
                </mc:Choice>
                <mc:Fallback>
                  <p:oleObj r:id="rId12" imgW="3505200" imgH="37973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4200" y="1066800"/>
                          <a:ext cx="295275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5" name="Object 11">
              <a:extLst>
                <a:ext uri="{FF2B5EF4-FFF2-40B4-BE49-F238E27FC236}">
                  <a16:creationId xmlns:a16="http://schemas.microsoft.com/office/drawing/2014/main" id="{41EAAEBE-3400-C7A7-D24E-3DE72A47E7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92300" y="1003300"/>
            <a:ext cx="36195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7" r:id="rId14" imgW="4102100" imgH="5270500" progId="Equation.3">
                    <p:embed/>
                  </p:oleObj>
                </mc:Choice>
                <mc:Fallback>
                  <p:oleObj r:id="rId14" imgW="4102100" imgH="52705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2300" y="1003300"/>
                          <a:ext cx="361950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6" name="Rectangle 16">
              <a:extLst>
                <a:ext uri="{FF2B5EF4-FFF2-40B4-BE49-F238E27FC236}">
                  <a16:creationId xmlns:a16="http://schemas.microsoft.com/office/drawing/2014/main" id="{BF9D9EAA-EBB0-94AA-DD8F-A980F7327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990600"/>
              <a:ext cx="80629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定理 </a:t>
              </a:r>
              <a:r>
                <a:rPr lang="zh-CN" altLang="en-US" sz="2400" u="none">
                  <a:latin typeface="宋体" panose="02010600030101010101" pitchFamily="2" charset="-122"/>
                </a:rPr>
                <a:t> 设  是方阵  的特征值,则  关于  的不同级的根</a:t>
              </a:r>
              <a:r>
                <a:rPr lang="zh-CN" altLang="en-US" sz="2400" u="none"/>
                <a:t>向</a:t>
              </a:r>
            </a:p>
          </p:txBody>
        </p:sp>
        <p:sp>
          <p:nvSpPr>
            <p:cNvPr id="23577" name="Rectangle 17">
              <a:extLst>
                <a:ext uri="{FF2B5EF4-FFF2-40B4-BE49-F238E27FC236}">
                  <a16:creationId xmlns:a16="http://schemas.microsoft.com/office/drawing/2014/main" id="{86C9F7A4-E8F7-1BF2-D157-3063D8217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1524000"/>
              <a:ext cx="2470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量是线性无关的.</a:t>
              </a:r>
            </a:p>
          </p:txBody>
        </p:sp>
      </p:grpSp>
      <p:grpSp>
        <p:nvGrpSpPr>
          <p:cNvPr id="3" name="组合 25">
            <a:extLst>
              <a:ext uri="{FF2B5EF4-FFF2-40B4-BE49-F238E27FC236}">
                <a16:creationId xmlns:a16="http://schemas.microsoft.com/office/drawing/2014/main" id="{A5ECB795-04EB-3DD1-E592-6727CDD1F722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048000"/>
            <a:ext cx="5114925" cy="1285875"/>
            <a:chOff x="609600" y="3048000"/>
            <a:chExt cx="5114925" cy="1285875"/>
          </a:xfrm>
        </p:grpSpPr>
        <p:sp>
          <p:nvSpPr>
            <p:cNvPr id="23568" name="Rectangle 21">
              <a:extLst>
                <a:ext uri="{FF2B5EF4-FFF2-40B4-BE49-F238E27FC236}">
                  <a16:creationId xmlns:a16="http://schemas.microsoft.com/office/drawing/2014/main" id="{A4A0F253-7C1A-011C-FA6D-96E8FA2FC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3860800"/>
              <a:ext cx="414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用         左乘上式两边,得</a:t>
              </a:r>
            </a:p>
          </p:txBody>
        </p:sp>
        <p:graphicFrame>
          <p:nvGraphicFramePr>
            <p:cNvPr id="23569" name="Object 5">
              <a:extLst>
                <a:ext uri="{FF2B5EF4-FFF2-40B4-BE49-F238E27FC236}">
                  <a16:creationId xmlns:a16="http://schemas.microsoft.com/office/drawing/2014/main" id="{94DD8CEF-3C1A-B125-8486-9E48DC970A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76525" y="3357563"/>
            <a:ext cx="3048000" cy="422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8" r:id="rId16" imgW="39789100" imgH="5562600" progId="Equation.3">
                    <p:embed/>
                  </p:oleObj>
                </mc:Choice>
                <mc:Fallback>
                  <p:oleObj r:id="rId16" imgW="39789100" imgH="5562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6525" y="3357563"/>
                          <a:ext cx="3048000" cy="422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0" name="Object 4">
              <a:extLst>
                <a:ext uri="{FF2B5EF4-FFF2-40B4-BE49-F238E27FC236}">
                  <a16:creationId xmlns:a16="http://schemas.microsoft.com/office/drawing/2014/main" id="{235AAEE8-F0B6-0E51-7F9E-71B8FDFE52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6800" y="3933825"/>
            <a:ext cx="12954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9" r:id="rId18" imgW="17843500" imgH="5562600" progId="Equation.3">
                    <p:embed/>
                  </p:oleObj>
                </mc:Choice>
                <mc:Fallback>
                  <p:oleObj r:id="rId18" imgW="17843500" imgH="5562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800" y="3933825"/>
                          <a:ext cx="1295400" cy="400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1" name="Rectangle 20">
              <a:extLst>
                <a:ext uri="{FF2B5EF4-FFF2-40B4-BE49-F238E27FC236}">
                  <a16:creationId xmlns:a16="http://schemas.microsoft.com/office/drawing/2014/main" id="{FC79BBEB-CE21-28B4-6BF3-C11370D4A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048000"/>
              <a:ext cx="1403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设有等式</a:t>
              </a:r>
            </a:p>
          </p:txBody>
        </p:sp>
      </p:grpSp>
      <p:grpSp>
        <p:nvGrpSpPr>
          <p:cNvPr id="4" name="组合 24">
            <a:extLst>
              <a:ext uri="{FF2B5EF4-FFF2-40B4-BE49-F238E27FC236}">
                <a16:creationId xmlns:a16="http://schemas.microsoft.com/office/drawing/2014/main" id="{95C85938-66A8-7991-7EDA-83978CE70BD2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2082800"/>
            <a:ext cx="8026400" cy="923925"/>
            <a:chOff x="539750" y="2082800"/>
            <a:chExt cx="8026400" cy="923925"/>
          </a:xfrm>
        </p:grpSpPr>
        <p:graphicFrame>
          <p:nvGraphicFramePr>
            <p:cNvPr id="23560" name="Object 10">
              <a:extLst>
                <a:ext uri="{FF2B5EF4-FFF2-40B4-BE49-F238E27FC236}">
                  <a16:creationId xmlns:a16="http://schemas.microsoft.com/office/drawing/2014/main" id="{F685808E-E7FC-6F6D-848B-40F733FA09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00200" y="2133600"/>
            <a:ext cx="1828800" cy="417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0" r:id="rId20" imgW="23114000" imgH="5270500" progId="Equation.3">
                    <p:embed/>
                  </p:oleObj>
                </mc:Choice>
                <mc:Fallback>
                  <p:oleObj r:id="rId20" imgW="23114000" imgH="52705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0200" y="2133600"/>
                          <a:ext cx="1828800" cy="417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1" name="Object 9">
              <a:extLst>
                <a:ext uri="{FF2B5EF4-FFF2-40B4-BE49-F238E27FC236}">
                  <a16:creationId xmlns:a16="http://schemas.microsoft.com/office/drawing/2014/main" id="{49B41E9E-0E10-763D-2517-01695ED783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33800" y="2133600"/>
            <a:ext cx="29527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1" r:id="rId22" imgW="3505200" imgH="3797300" progId="Equation.3">
                    <p:embed/>
                  </p:oleObj>
                </mc:Choice>
                <mc:Fallback>
                  <p:oleObj r:id="rId22" imgW="3505200" imgH="37973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3800" y="2133600"/>
                          <a:ext cx="295275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2" name="Object 8">
              <a:extLst>
                <a:ext uri="{FF2B5EF4-FFF2-40B4-BE49-F238E27FC236}">
                  <a16:creationId xmlns:a16="http://schemas.microsoft.com/office/drawing/2014/main" id="{F947858A-B7EC-D5F6-5264-F71A76DDBD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48200" y="2133600"/>
            <a:ext cx="30162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2" r:id="rId24" imgW="4102100" imgH="5270500" progId="Equation.3">
                    <p:embed/>
                  </p:oleObj>
                </mc:Choice>
                <mc:Fallback>
                  <p:oleObj r:id="rId24" imgW="4102100" imgH="52705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8200" y="2133600"/>
                          <a:ext cx="30162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3" name="Object 7">
              <a:extLst>
                <a:ext uri="{FF2B5EF4-FFF2-40B4-BE49-F238E27FC236}">
                  <a16:creationId xmlns:a16="http://schemas.microsoft.com/office/drawing/2014/main" id="{A5A3FE5C-E5CF-84DF-E157-E183941821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08600" y="2133600"/>
            <a:ext cx="207963" cy="39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3" r:id="rId26" imgW="2044700" imgH="3797300" progId="Equation.3">
                    <p:embed/>
                  </p:oleObj>
                </mc:Choice>
                <mc:Fallback>
                  <p:oleObj r:id="rId26" imgW="2044700" imgH="37973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8600" y="2133600"/>
                          <a:ext cx="207963" cy="390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4" name="Object 6">
              <a:extLst>
                <a:ext uri="{FF2B5EF4-FFF2-40B4-BE49-F238E27FC236}">
                  <a16:creationId xmlns:a16="http://schemas.microsoft.com/office/drawing/2014/main" id="{1560D4C8-A26F-FB39-5630-6F87569570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1550" y="2565400"/>
            <a:ext cx="1219200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4" r:id="rId28" imgW="15214600" imgH="5562600" progId="Equation.3">
                    <p:embed/>
                  </p:oleObj>
                </mc:Choice>
                <mc:Fallback>
                  <p:oleObj r:id="rId28" imgW="15214600" imgH="5562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1550" y="2565400"/>
                          <a:ext cx="1219200" cy="441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5" name="Rectangle 18">
              <a:extLst>
                <a:ext uri="{FF2B5EF4-FFF2-40B4-BE49-F238E27FC236}">
                  <a16:creationId xmlns:a16="http://schemas.microsoft.com/office/drawing/2014/main" id="{29B90E0B-4CFB-291A-C2CC-C2671534C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2082800"/>
              <a:ext cx="795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证</a:t>
              </a:r>
              <a:r>
                <a:rPr lang="zh-CN" altLang="en-US" sz="2400" u="none">
                  <a:solidFill>
                    <a:srgbClr val="FF0000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2400" u="none">
                  <a:latin typeface="宋体" panose="02010600030101010101" pitchFamily="2" charset="-122"/>
                </a:rPr>
                <a:t> 设            是  关于  的  级根向量,要证明向量</a:t>
              </a:r>
            </a:p>
          </p:txBody>
        </p:sp>
        <p:sp>
          <p:nvSpPr>
            <p:cNvPr id="23566" name="Rectangle 19">
              <a:extLst>
                <a:ext uri="{FF2B5EF4-FFF2-40B4-BE49-F238E27FC236}">
                  <a16:creationId xmlns:a16="http://schemas.microsoft.com/office/drawing/2014/main" id="{4C073A2C-7DF0-FB60-C3BB-8DA6B118B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9625" y="2540000"/>
              <a:ext cx="1555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线性无关.</a:t>
              </a:r>
            </a:p>
          </p:txBody>
        </p:sp>
        <p:sp>
          <p:nvSpPr>
            <p:cNvPr id="23567" name="Rectangle 22">
              <a:extLst>
                <a:ext uri="{FF2B5EF4-FFF2-40B4-BE49-F238E27FC236}">
                  <a16:creationId xmlns:a16="http://schemas.microsoft.com/office/drawing/2014/main" id="{2689C885-8C93-5EFC-6C3F-C735B8F17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25400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组</a:t>
              </a:r>
            </a:p>
          </p:txBody>
        </p:sp>
      </p:grpSp>
      <p:sp>
        <p:nvSpPr>
          <p:cNvPr id="23559" name="灯片编号占位符 22">
            <a:extLst>
              <a:ext uri="{FF2B5EF4-FFF2-40B4-BE49-F238E27FC236}">
                <a16:creationId xmlns:a16="http://schemas.microsoft.com/office/drawing/2014/main" id="{6B0C7277-FB19-F084-2881-88618E84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9F844D-84F7-CF4E-A8BE-B5CEE343FD49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0">
            <a:extLst>
              <a:ext uri="{FF2B5EF4-FFF2-40B4-BE49-F238E27FC236}">
                <a16:creationId xmlns:a16="http://schemas.microsoft.com/office/drawing/2014/main" id="{0650D4AA-BB88-CAC8-4AB1-F84B6672FEDE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990600"/>
            <a:ext cx="6743700" cy="469900"/>
            <a:chOff x="685800" y="990600"/>
            <a:chExt cx="6743720" cy="469900"/>
          </a:xfrm>
        </p:grpSpPr>
        <p:sp>
          <p:nvSpPr>
            <p:cNvPr id="24585" name="Rectangle 7">
              <a:extLst>
                <a:ext uri="{FF2B5EF4-FFF2-40B4-BE49-F238E27FC236}">
                  <a16:creationId xmlns:a16="http://schemas.microsoft.com/office/drawing/2014/main" id="{F126EF9E-D84C-2565-D141-5AD9BA231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990600"/>
              <a:ext cx="67437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但              ，因此      .类似地可证</a:t>
              </a:r>
              <a:endParaRPr lang="zh-CN" altLang="en-US" sz="2400" u="none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4586" name="Object 6">
              <a:extLst>
                <a:ext uri="{FF2B5EF4-FFF2-40B4-BE49-F238E27FC236}">
                  <a16:creationId xmlns:a16="http://schemas.microsoft.com/office/drawing/2014/main" id="{B09E798D-DC4E-C8DF-27F5-CA164C89BC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92200" y="1016000"/>
            <a:ext cx="198120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6" r:id="rId4" imgW="27495500" imgH="5854700" progId="Equation.3">
                    <p:embed/>
                  </p:oleObj>
                </mc:Choice>
                <mc:Fallback>
                  <p:oleObj r:id="rId4" imgW="27495500" imgH="58547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2200" y="1016000"/>
                          <a:ext cx="1981200" cy="428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7" name="Object 5">
              <a:extLst>
                <a:ext uri="{FF2B5EF4-FFF2-40B4-BE49-F238E27FC236}">
                  <a16:creationId xmlns:a16="http://schemas.microsoft.com/office/drawing/2014/main" id="{0B4BDFE5-9333-5401-B1B2-0F87C30FA3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1000" y="990600"/>
            <a:ext cx="885825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7" r:id="rId6" imgW="10236200" imgH="5562600" progId="Equation.3">
                    <p:embed/>
                  </p:oleObj>
                </mc:Choice>
                <mc:Fallback>
                  <p:oleObj r:id="rId6" imgW="10236200" imgH="5562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1000" y="990600"/>
                          <a:ext cx="885825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17" name="Object 4">
            <a:extLst>
              <a:ext uri="{FF2B5EF4-FFF2-40B4-BE49-F238E27FC236}">
                <a16:creationId xmlns:a16="http://schemas.microsoft.com/office/drawing/2014/main" id="{DE97382E-4F5E-B8E7-418B-8154CB18AD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1752600"/>
          <a:ext cx="26670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r:id="rId8" imgW="26327100" imgH="5562600" progId="Equation.3">
                  <p:embed/>
                </p:oleObj>
              </mc:Choice>
              <mc:Fallback>
                <p:oleObj r:id="rId8" imgW="26327100" imgH="556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752600"/>
                        <a:ext cx="26670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3">
            <a:extLst>
              <a:ext uri="{FF2B5EF4-FFF2-40B4-BE49-F238E27FC236}">
                <a16:creationId xmlns:a16="http://schemas.microsoft.com/office/drawing/2014/main" id="{CA665A40-E666-3E4B-A25B-C75816EF31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0563" y="2797175"/>
          <a:ext cx="270986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10" imgW="29260800" imgH="5562600" progId="Equation.DSMT4">
                  <p:embed/>
                </p:oleObj>
              </mc:Choice>
              <mc:Fallback>
                <p:oleObj name="Equation" r:id="rId10" imgW="29260800" imgH="5562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563" y="2797175"/>
                        <a:ext cx="2709862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11">
            <a:extLst>
              <a:ext uri="{FF2B5EF4-FFF2-40B4-BE49-F238E27FC236}">
                <a16:creationId xmlns:a16="http://schemas.microsoft.com/office/drawing/2014/main" id="{973E4BCA-1FA7-8BDE-8B36-C5285B4D69C1}"/>
              </a:ext>
            </a:extLst>
          </p:cNvPr>
          <p:cNvGrpSpPr>
            <a:grpSpLocks/>
          </p:cNvGrpSpPr>
          <p:nvPr/>
        </p:nvGrpSpPr>
        <p:grpSpPr bwMode="auto">
          <a:xfrm>
            <a:off x="688975" y="3810000"/>
            <a:ext cx="4238625" cy="474663"/>
            <a:chOff x="688975" y="3810000"/>
            <a:chExt cx="4238625" cy="474663"/>
          </a:xfrm>
        </p:grpSpPr>
        <p:graphicFrame>
          <p:nvGraphicFramePr>
            <p:cNvPr id="24583" name="Object 2">
              <a:extLst>
                <a:ext uri="{FF2B5EF4-FFF2-40B4-BE49-F238E27FC236}">
                  <a16:creationId xmlns:a16="http://schemas.microsoft.com/office/drawing/2014/main" id="{A2B248B9-15A4-5168-C1B8-9EA847C354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81200" y="3865563"/>
            <a:ext cx="15240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0" r:id="rId12" imgW="19900900" imgH="5562600" progId="Equation.3">
                    <p:embed/>
                  </p:oleObj>
                </mc:Choice>
                <mc:Fallback>
                  <p:oleObj r:id="rId12" imgW="19900900" imgH="55626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1200" y="3865563"/>
                          <a:ext cx="15240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4" name="Rectangle 8">
              <a:extLst>
                <a:ext uri="{FF2B5EF4-FFF2-40B4-BE49-F238E27FC236}">
                  <a16:creationId xmlns:a16="http://schemas.microsoft.com/office/drawing/2014/main" id="{B1A24A73-B1EF-844D-B8B9-5BA74D788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975" y="3810000"/>
              <a:ext cx="42386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即向量组                    线性无关</a:t>
              </a:r>
              <a:r>
                <a:rPr lang="zh-CN" altLang="en-US" sz="2400" u="none"/>
                <a:t>.</a:t>
              </a:r>
            </a:p>
          </p:txBody>
        </p:sp>
      </p:grpSp>
      <p:sp>
        <p:nvSpPr>
          <p:cNvPr id="13321" name="Rectangle 9">
            <a:extLst>
              <a:ext uri="{FF2B5EF4-FFF2-40B4-BE49-F238E27FC236}">
                <a16:creationId xmlns:a16="http://schemas.microsoft.com/office/drawing/2014/main" id="{6552AC1C-760B-5C15-1063-589413DD0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" y="2362200"/>
            <a:ext cx="94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宋体" panose="02010600030101010101" pitchFamily="2" charset="-122"/>
              </a:rPr>
              <a:t>因此,</a:t>
            </a:r>
          </a:p>
        </p:txBody>
      </p:sp>
      <p:sp>
        <p:nvSpPr>
          <p:cNvPr id="24582" name="灯片编号占位符 9">
            <a:extLst>
              <a:ext uri="{FF2B5EF4-FFF2-40B4-BE49-F238E27FC236}">
                <a16:creationId xmlns:a16="http://schemas.microsoft.com/office/drawing/2014/main" id="{32185FCF-C25E-88E0-E437-92B567ED1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CB3575-AEA5-A54B-B8CD-16DFE74577C5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0">
            <a:extLst>
              <a:ext uri="{FF2B5EF4-FFF2-40B4-BE49-F238E27FC236}">
                <a16:creationId xmlns:a16="http://schemas.microsoft.com/office/drawing/2014/main" id="{E8DDBD6C-0639-212F-FF2E-1800FBA03380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549275"/>
            <a:ext cx="6638925" cy="457200"/>
            <a:chOff x="609600" y="549275"/>
            <a:chExt cx="6638925" cy="457200"/>
          </a:xfrm>
        </p:grpSpPr>
        <p:graphicFrame>
          <p:nvGraphicFramePr>
            <p:cNvPr id="25629" name="Object 1026">
              <a:extLst>
                <a:ext uri="{FF2B5EF4-FFF2-40B4-BE49-F238E27FC236}">
                  <a16:creationId xmlns:a16="http://schemas.microsoft.com/office/drawing/2014/main" id="{AAFFAA36-A19D-7BB3-24C0-CA3BA94B907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24000" y="620713"/>
            <a:ext cx="31115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0" r:id="rId3" imgW="3505200" imgH="3797300" progId="Equation.3">
                    <p:embed/>
                  </p:oleObj>
                </mc:Choice>
                <mc:Fallback>
                  <p:oleObj r:id="rId3" imgW="3505200" imgH="3797300" progId="Equation.3">
                    <p:embed/>
                    <p:pic>
                      <p:nvPicPr>
                        <p:cNvPr id="0" name="Object 10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4000" y="620713"/>
                          <a:ext cx="31115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0" name="Rectangle 1027">
              <a:extLst>
                <a:ext uri="{FF2B5EF4-FFF2-40B4-BE49-F238E27FC236}">
                  <a16:creationId xmlns:a16="http://schemas.microsoft.com/office/drawing/2014/main" id="{7F2EE171-0411-6D28-6173-4FE369B24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549275"/>
              <a:ext cx="66389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定理</a:t>
              </a:r>
              <a:r>
                <a:rPr lang="zh-CN" altLang="en-US" sz="2400" u="none"/>
                <a:t>      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关于不同特征值的根向量是线性无关的</a:t>
              </a:r>
              <a:r>
                <a:rPr lang="zh-CN" altLang="en-US" sz="2400" u="none"/>
                <a:t>.</a:t>
              </a:r>
            </a:p>
          </p:txBody>
        </p:sp>
      </p:grpSp>
      <p:grpSp>
        <p:nvGrpSpPr>
          <p:cNvPr id="3" name="组合 25">
            <a:extLst>
              <a:ext uri="{FF2B5EF4-FFF2-40B4-BE49-F238E27FC236}">
                <a16:creationId xmlns:a16="http://schemas.microsoft.com/office/drawing/2014/main" id="{22097A41-F456-AC9E-3F0E-56FABD4C3773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052513"/>
            <a:ext cx="8280400" cy="1155700"/>
            <a:chOff x="533400" y="1052513"/>
            <a:chExt cx="8280400" cy="1155700"/>
          </a:xfrm>
        </p:grpSpPr>
        <p:sp>
          <p:nvSpPr>
            <p:cNvPr id="25618" name="Text Box 1028">
              <a:extLst>
                <a:ext uri="{FF2B5EF4-FFF2-40B4-BE49-F238E27FC236}">
                  <a16:creationId xmlns:a16="http://schemas.microsoft.com/office/drawing/2014/main" id="{0ABBC3E6-07D6-1F1F-F080-E4847E6E12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1057275"/>
              <a:ext cx="9842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solidFill>
                    <a:srgbClr val="FF0000"/>
                  </a:solidFill>
                </a:rPr>
                <a:t>证</a:t>
              </a:r>
              <a:r>
                <a:rPr lang="zh-CN" altLang="en-US" sz="2400" u="none"/>
                <a:t>  设</a:t>
              </a:r>
            </a:p>
          </p:txBody>
        </p:sp>
        <p:graphicFrame>
          <p:nvGraphicFramePr>
            <p:cNvPr id="25619" name="Object 1029">
              <a:extLst>
                <a:ext uri="{FF2B5EF4-FFF2-40B4-BE49-F238E27FC236}">
                  <a16:creationId xmlns:a16="http://schemas.microsoft.com/office/drawing/2014/main" id="{5EE19695-4E20-B3A1-3C85-4229C1C3E4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63700" y="1108075"/>
            <a:ext cx="13716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1" name="Equation" r:id="rId6" imgW="17259300" imgH="5270500" progId="Equation.3">
                    <p:embed/>
                  </p:oleObj>
                </mc:Choice>
                <mc:Fallback>
                  <p:oleObj name="Equation" r:id="rId6" imgW="17259300" imgH="5270500" progId="Equation.3">
                    <p:embed/>
                    <p:pic>
                      <p:nvPicPr>
                        <p:cNvPr id="0" name="Object 10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3700" y="1108075"/>
                          <a:ext cx="13716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0" name="Text Box 1030">
              <a:extLst>
                <a:ext uri="{FF2B5EF4-FFF2-40B4-BE49-F238E27FC236}">
                  <a16:creationId xmlns:a16="http://schemas.microsoft.com/office/drawing/2014/main" id="{AEDDD00F-F942-F581-B44F-3724AE346C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8625" y="1052513"/>
              <a:ext cx="28696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是</a:t>
              </a:r>
              <a:r>
                <a:rPr lang="en-US" altLang="zh-CN" sz="2400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2400" u="none"/>
                <a:t>的不同特征值，</a:t>
              </a:r>
            </a:p>
          </p:txBody>
        </p:sp>
        <p:graphicFrame>
          <p:nvGraphicFramePr>
            <p:cNvPr id="25621" name="Object 1031">
              <a:extLst>
                <a:ext uri="{FF2B5EF4-FFF2-40B4-BE49-F238E27FC236}">
                  <a16:creationId xmlns:a16="http://schemas.microsoft.com/office/drawing/2014/main" id="{5155468F-2703-7DB8-D227-23F10FC837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6400" y="1057275"/>
            <a:ext cx="2063750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2" name="Equation" r:id="rId8" imgW="21945600" imgH="5270500" progId="Equation.3">
                    <p:embed/>
                  </p:oleObj>
                </mc:Choice>
                <mc:Fallback>
                  <p:oleObj name="Equation" r:id="rId8" imgW="21945600" imgH="5270500" progId="Equation.3">
                    <p:embed/>
                    <p:pic>
                      <p:nvPicPr>
                        <p:cNvPr id="0" name="Object 10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6400" y="1057275"/>
                          <a:ext cx="2063750" cy="495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2" name="Text Box 1032">
              <a:extLst>
                <a:ext uri="{FF2B5EF4-FFF2-40B4-BE49-F238E27FC236}">
                  <a16:creationId xmlns:a16="http://schemas.microsoft.com/office/drawing/2014/main" id="{C913726D-A9ED-8E44-E9B2-F16AD5998B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3800" y="1057275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为</a:t>
              </a:r>
            </a:p>
          </p:txBody>
        </p:sp>
        <p:graphicFrame>
          <p:nvGraphicFramePr>
            <p:cNvPr id="25623" name="Object 1033">
              <a:extLst>
                <a:ext uri="{FF2B5EF4-FFF2-40B4-BE49-F238E27FC236}">
                  <a16:creationId xmlns:a16="http://schemas.microsoft.com/office/drawing/2014/main" id="{C8D366CC-8674-FFF0-62D9-1D935FAAF3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924800" y="1133475"/>
            <a:ext cx="2794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3" name="Equation" r:id="rId10" imgW="3505200" imgH="5270500" progId="Equation.3">
                    <p:embed/>
                  </p:oleObj>
                </mc:Choice>
                <mc:Fallback>
                  <p:oleObj name="Equation" r:id="rId10" imgW="3505200" imgH="5270500" progId="Equation.3">
                    <p:embed/>
                    <p:pic>
                      <p:nvPicPr>
                        <p:cNvPr id="0" name="Object 10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24800" y="1133475"/>
                          <a:ext cx="2794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4" name="Text Box 1034">
              <a:extLst>
                <a:ext uri="{FF2B5EF4-FFF2-40B4-BE49-F238E27FC236}">
                  <a16:creationId xmlns:a16="http://schemas.microsoft.com/office/drawing/2014/main" id="{451D1C15-97B7-1C33-8197-6C2B22E298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7525" y="1077913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的</a:t>
              </a:r>
            </a:p>
          </p:txBody>
        </p:sp>
        <p:graphicFrame>
          <p:nvGraphicFramePr>
            <p:cNvPr id="25625" name="Object 1035">
              <a:extLst>
                <a:ext uri="{FF2B5EF4-FFF2-40B4-BE49-F238E27FC236}">
                  <a16:creationId xmlns:a16="http://schemas.microsoft.com/office/drawing/2014/main" id="{0F5366A6-694E-B698-7A7F-9E896238DE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534400" y="1133475"/>
            <a:ext cx="2794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4" name="Equation" r:id="rId12" imgW="3505200" imgH="5270500" progId="Equation.3">
                    <p:embed/>
                  </p:oleObj>
                </mc:Choice>
                <mc:Fallback>
                  <p:oleObj name="Equation" r:id="rId12" imgW="3505200" imgH="5270500" progId="Equation.3">
                    <p:embed/>
                    <p:pic>
                      <p:nvPicPr>
                        <p:cNvPr id="0" name="Object 10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34400" y="1133475"/>
                          <a:ext cx="2794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6" name="Text Box 1036">
              <a:extLst>
                <a:ext uri="{FF2B5EF4-FFF2-40B4-BE49-F238E27FC236}">
                  <a16:creationId xmlns:a16="http://schemas.microsoft.com/office/drawing/2014/main" id="{D110DB13-2C92-C8C0-C2B1-D10B056B8C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1743075"/>
              <a:ext cx="3536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级根向量，要证明向量组</a:t>
              </a:r>
            </a:p>
          </p:txBody>
        </p:sp>
        <p:graphicFrame>
          <p:nvGraphicFramePr>
            <p:cNvPr id="25627" name="Object 1037">
              <a:extLst>
                <a:ext uri="{FF2B5EF4-FFF2-40B4-BE49-F238E27FC236}">
                  <a16:creationId xmlns:a16="http://schemas.microsoft.com/office/drawing/2014/main" id="{1EDD7C4E-27D2-1282-EBC2-7254805BF6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27475" y="1768475"/>
            <a:ext cx="1443038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5" name="Equation" r:id="rId14" imgW="17843500" imgH="5270500" progId="Equation.3">
                    <p:embed/>
                  </p:oleObj>
                </mc:Choice>
                <mc:Fallback>
                  <p:oleObj name="Equation" r:id="rId14" imgW="17843500" imgH="5270500" progId="Equation.3">
                    <p:embed/>
                    <p:pic>
                      <p:nvPicPr>
                        <p:cNvPr id="0" name="Object 10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7475" y="1768475"/>
                          <a:ext cx="1443038" cy="425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8" name="Text Box 1038">
              <a:extLst>
                <a:ext uri="{FF2B5EF4-FFF2-40B4-BE49-F238E27FC236}">
                  <a16:creationId xmlns:a16="http://schemas.microsoft.com/office/drawing/2014/main" id="{FB8563E4-F7FA-9A79-0E43-4C4980B033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6525" y="1751013"/>
              <a:ext cx="21050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是线性无关的.</a:t>
              </a:r>
            </a:p>
          </p:txBody>
        </p:sp>
      </p:grpSp>
      <p:grpSp>
        <p:nvGrpSpPr>
          <p:cNvPr id="4" name="组合 26">
            <a:extLst>
              <a:ext uri="{FF2B5EF4-FFF2-40B4-BE49-F238E27FC236}">
                <a16:creationId xmlns:a16="http://schemas.microsoft.com/office/drawing/2014/main" id="{8416A340-69BC-5AF4-C07B-80154E6D48F5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276475"/>
            <a:ext cx="7751763" cy="914400"/>
            <a:chOff x="838200" y="2276475"/>
            <a:chExt cx="7751763" cy="914400"/>
          </a:xfrm>
        </p:grpSpPr>
        <p:sp>
          <p:nvSpPr>
            <p:cNvPr id="25615" name="Text Box 1039">
              <a:extLst>
                <a:ext uri="{FF2B5EF4-FFF2-40B4-BE49-F238E27FC236}">
                  <a16:creationId xmlns:a16="http://schemas.microsoft.com/office/drawing/2014/main" id="{3B0E4BE1-A3A9-74D5-0D25-8B95066F7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2276475"/>
              <a:ext cx="1403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设有等式</a:t>
              </a:r>
            </a:p>
          </p:txBody>
        </p:sp>
        <p:graphicFrame>
          <p:nvGraphicFramePr>
            <p:cNvPr id="25616" name="Object 1040">
              <a:extLst>
                <a:ext uri="{FF2B5EF4-FFF2-40B4-BE49-F238E27FC236}">
                  <a16:creationId xmlns:a16="http://schemas.microsoft.com/office/drawing/2014/main" id="{F609D169-95ED-DB54-EFB2-5BFD03BE3B1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8538" y="2708275"/>
            <a:ext cx="3349625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6" name="Equation" r:id="rId16" imgW="36576000" imgH="5270500" progId="Equation.3">
                    <p:embed/>
                  </p:oleObj>
                </mc:Choice>
                <mc:Fallback>
                  <p:oleObj name="Equation" r:id="rId16" imgW="36576000" imgH="5270500" progId="Equation.3">
                    <p:embed/>
                    <p:pic>
                      <p:nvPicPr>
                        <p:cNvPr id="0" name="Object 10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538" y="2708275"/>
                          <a:ext cx="3349625" cy="482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7" name="Text Box 1041">
              <a:extLst>
                <a:ext uri="{FF2B5EF4-FFF2-40B4-BE49-F238E27FC236}">
                  <a16:creationId xmlns:a16="http://schemas.microsoft.com/office/drawing/2014/main" id="{64CADD5C-9210-E55D-C30D-B105FD810C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2950" y="2684463"/>
              <a:ext cx="14970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（2.2-2）</a:t>
              </a:r>
            </a:p>
          </p:txBody>
        </p:sp>
      </p:grpSp>
      <p:grpSp>
        <p:nvGrpSpPr>
          <p:cNvPr id="5" name="组合 27">
            <a:extLst>
              <a:ext uri="{FF2B5EF4-FFF2-40B4-BE49-F238E27FC236}">
                <a16:creationId xmlns:a16="http://schemas.microsoft.com/office/drawing/2014/main" id="{538177F8-EE1C-0BEC-DD10-DB8C9342EE58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3213100"/>
            <a:ext cx="7593013" cy="469900"/>
            <a:chOff x="539750" y="3213100"/>
            <a:chExt cx="7593013" cy="469900"/>
          </a:xfrm>
        </p:grpSpPr>
        <p:sp>
          <p:nvSpPr>
            <p:cNvPr id="25612" name="Text Box 1042">
              <a:extLst>
                <a:ext uri="{FF2B5EF4-FFF2-40B4-BE49-F238E27FC236}">
                  <a16:creationId xmlns:a16="http://schemas.microsoft.com/office/drawing/2014/main" id="{D9FE9D22-2058-0AFB-7A71-E52D7AA6FD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750" y="32131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用</a:t>
              </a:r>
            </a:p>
          </p:txBody>
        </p:sp>
        <p:graphicFrame>
          <p:nvGraphicFramePr>
            <p:cNvPr id="25613" name="Object 1043">
              <a:extLst>
                <a:ext uri="{FF2B5EF4-FFF2-40B4-BE49-F238E27FC236}">
                  <a16:creationId xmlns:a16="http://schemas.microsoft.com/office/drawing/2014/main" id="{20DBBCAC-9F95-21F2-DA87-A8A4FD392B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36625" y="3268663"/>
            <a:ext cx="3657600" cy="396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7" name="Equation" r:id="rId18" imgW="51206400" imgH="5562600" progId="Equation.3">
                    <p:embed/>
                  </p:oleObj>
                </mc:Choice>
                <mc:Fallback>
                  <p:oleObj name="Equation" r:id="rId18" imgW="51206400" imgH="5562600" progId="Equation.3">
                    <p:embed/>
                    <p:pic>
                      <p:nvPicPr>
                        <p:cNvPr id="0" name="Object 10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6625" y="3268663"/>
                          <a:ext cx="3657600" cy="396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4" name="Text Box 1044">
              <a:extLst>
                <a:ext uri="{FF2B5EF4-FFF2-40B4-BE49-F238E27FC236}">
                  <a16:creationId xmlns:a16="http://schemas.microsoft.com/office/drawing/2014/main" id="{2F31B7C1-CAFC-AB35-E807-0BBC04A0B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2150" y="3225800"/>
              <a:ext cx="36306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左乘（2.2-2）式两边，得</a:t>
              </a:r>
            </a:p>
          </p:txBody>
        </p:sp>
      </p:grpSp>
      <p:grpSp>
        <p:nvGrpSpPr>
          <p:cNvPr id="6" name="组合 28">
            <a:extLst>
              <a:ext uri="{FF2B5EF4-FFF2-40B4-BE49-F238E27FC236}">
                <a16:creationId xmlns:a16="http://schemas.microsoft.com/office/drawing/2014/main" id="{AFF937EE-1226-5F41-841B-E261D35A972B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3773488"/>
            <a:ext cx="7289800" cy="1381125"/>
            <a:chOff x="1331913" y="3773488"/>
            <a:chExt cx="7289800" cy="1381125"/>
          </a:xfrm>
        </p:grpSpPr>
        <p:graphicFrame>
          <p:nvGraphicFramePr>
            <p:cNvPr id="25610" name="Object 1045">
              <a:extLst>
                <a:ext uri="{FF2B5EF4-FFF2-40B4-BE49-F238E27FC236}">
                  <a16:creationId xmlns:a16="http://schemas.microsoft.com/office/drawing/2014/main" id="{F6FC3DB0-C617-8D76-D6EE-86183120A8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1913" y="3773488"/>
            <a:ext cx="5562600" cy="1381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8" name="Equation" r:id="rId20" imgW="66700400" imgH="17259300" progId="Equation.3">
                    <p:embed/>
                  </p:oleObj>
                </mc:Choice>
                <mc:Fallback>
                  <p:oleObj name="Equation" r:id="rId20" imgW="66700400" imgH="17259300" progId="Equation.3">
                    <p:embed/>
                    <p:pic>
                      <p:nvPicPr>
                        <p:cNvPr id="0" name="Object 10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913" y="3773488"/>
                          <a:ext cx="5562600" cy="1381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1" name="Text Box 1046">
              <a:extLst>
                <a:ext uri="{FF2B5EF4-FFF2-40B4-BE49-F238E27FC236}">
                  <a16:creationId xmlns:a16="http://schemas.microsoft.com/office/drawing/2014/main" id="{D52A4F9F-4AB5-66C4-9023-1D51AF62DE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4700" y="4133850"/>
              <a:ext cx="14970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（2.2-3）</a:t>
              </a:r>
            </a:p>
          </p:txBody>
        </p:sp>
      </p:grpSp>
      <p:grpSp>
        <p:nvGrpSpPr>
          <p:cNvPr id="7" name="组合 29">
            <a:extLst>
              <a:ext uri="{FF2B5EF4-FFF2-40B4-BE49-F238E27FC236}">
                <a16:creationId xmlns:a16="http://schemas.microsoft.com/office/drawing/2014/main" id="{8FB518AF-6884-6AB5-B9A5-CFD4F742AEC9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5229225"/>
            <a:ext cx="6048375" cy="1038225"/>
            <a:chOff x="539750" y="5229225"/>
            <a:chExt cx="6048375" cy="1038225"/>
          </a:xfrm>
        </p:grpSpPr>
        <p:sp>
          <p:nvSpPr>
            <p:cNvPr id="25608" name="Text Box 1047">
              <a:extLst>
                <a:ext uri="{FF2B5EF4-FFF2-40B4-BE49-F238E27FC236}">
                  <a16:creationId xmlns:a16="http://schemas.microsoft.com/office/drawing/2014/main" id="{6B29C6AB-4A0E-4152-F171-4B93785A8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750" y="5229225"/>
              <a:ext cx="3232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根据根向量的定义，有</a:t>
              </a:r>
            </a:p>
          </p:txBody>
        </p:sp>
        <p:graphicFrame>
          <p:nvGraphicFramePr>
            <p:cNvPr id="25609" name="Object 1048">
              <a:extLst>
                <a:ext uri="{FF2B5EF4-FFF2-40B4-BE49-F238E27FC236}">
                  <a16:creationId xmlns:a16="http://schemas.microsoft.com/office/drawing/2014/main" id="{08A52427-7FC1-57FE-2CDD-545A45A842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46325" y="5838825"/>
            <a:ext cx="424180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9" name="Equation" r:id="rId22" imgW="55003700" imgH="5562600" progId="Equation.3">
                    <p:embed/>
                  </p:oleObj>
                </mc:Choice>
                <mc:Fallback>
                  <p:oleObj name="Equation" r:id="rId22" imgW="55003700" imgH="5562600" progId="Equation.3">
                    <p:embed/>
                    <p:pic>
                      <p:nvPicPr>
                        <p:cNvPr id="0" name="Object 10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6325" y="5838825"/>
                          <a:ext cx="4241800" cy="428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07" name="灯片编号占位符 24">
            <a:extLst>
              <a:ext uri="{FF2B5EF4-FFF2-40B4-BE49-F238E27FC236}">
                <a16:creationId xmlns:a16="http://schemas.microsoft.com/office/drawing/2014/main" id="{9036B0CB-CE95-A86B-D398-C4207C434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342F70-46E9-7846-AD6F-C24CA568F631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>
            <a:extLst>
              <a:ext uri="{FF2B5EF4-FFF2-40B4-BE49-F238E27FC236}">
                <a16:creationId xmlns:a16="http://schemas.microsoft.com/office/drawing/2014/main" id="{D877D2C2-AA87-8948-9F40-D4C5D1F0E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620713"/>
            <a:ext cx="3021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/>
              <a:t>从而由（2.2-3）式得</a:t>
            </a:r>
          </a:p>
        </p:txBody>
      </p:sp>
      <p:grpSp>
        <p:nvGrpSpPr>
          <p:cNvPr id="2" name="组合 27">
            <a:extLst>
              <a:ext uri="{FF2B5EF4-FFF2-40B4-BE49-F238E27FC236}">
                <a16:creationId xmlns:a16="http://schemas.microsoft.com/office/drawing/2014/main" id="{054F91F3-305D-E564-F1C7-24FA90ADEFCD}"/>
              </a:ext>
            </a:extLst>
          </p:cNvPr>
          <p:cNvGrpSpPr>
            <a:grpSpLocks/>
          </p:cNvGrpSpPr>
          <p:nvPr/>
        </p:nvGrpSpPr>
        <p:grpSpPr bwMode="auto">
          <a:xfrm>
            <a:off x="1668463" y="1349375"/>
            <a:ext cx="6819900" cy="1295400"/>
            <a:chOff x="1668463" y="1349375"/>
            <a:chExt cx="6819900" cy="1295400"/>
          </a:xfrm>
        </p:grpSpPr>
        <p:graphicFrame>
          <p:nvGraphicFramePr>
            <p:cNvPr id="26656" name="Object 5">
              <a:extLst>
                <a:ext uri="{FF2B5EF4-FFF2-40B4-BE49-F238E27FC236}">
                  <a16:creationId xmlns:a16="http://schemas.microsoft.com/office/drawing/2014/main" id="{4180AFA5-D120-936B-3E5F-F2CA79914E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68463" y="1349375"/>
            <a:ext cx="4843462" cy="1295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4" name="Equation" r:id="rId4" imgW="59982100" imgH="15798800" progId="Equation.3">
                    <p:embed/>
                  </p:oleObj>
                </mc:Choice>
                <mc:Fallback>
                  <p:oleObj name="Equation" r:id="rId4" imgW="59982100" imgH="157988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8463" y="1349375"/>
                          <a:ext cx="4843462" cy="1295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7" name="Text Box 6">
              <a:extLst>
                <a:ext uri="{FF2B5EF4-FFF2-40B4-BE49-F238E27FC236}">
                  <a16:creationId xmlns:a16="http://schemas.microsoft.com/office/drawing/2014/main" id="{C173D4B1-0412-C004-46F0-C20C45742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1350" y="2179638"/>
              <a:ext cx="14970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（2.2-4）</a:t>
              </a:r>
            </a:p>
          </p:txBody>
        </p:sp>
      </p:grpSp>
      <p:grpSp>
        <p:nvGrpSpPr>
          <p:cNvPr id="3" name="组合 28">
            <a:extLst>
              <a:ext uri="{FF2B5EF4-FFF2-40B4-BE49-F238E27FC236}">
                <a16:creationId xmlns:a16="http://schemas.microsoft.com/office/drawing/2014/main" id="{77488CB4-8462-9C5F-0E3F-557D7886A17E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2771775"/>
            <a:ext cx="2827337" cy="579438"/>
            <a:chOff x="1042988" y="2771775"/>
            <a:chExt cx="2827337" cy="579438"/>
          </a:xfrm>
        </p:grpSpPr>
        <p:sp>
          <p:nvSpPr>
            <p:cNvPr id="26654" name="Text Box 7">
              <a:extLst>
                <a:ext uri="{FF2B5EF4-FFF2-40B4-BE49-F238E27FC236}">
                  <a16:creationId xmlns:a16="http://schemas.microsoft.com/office/drawing/2014/main" id="{2688D374-D6E2-5EFB-FE57-E715A1307E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2988" y="2894013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令</a:t>
              </a:r>
            </a:p>
          </p:txBody>
        </p:sp>
        <p:graphicFrame>
          <p:nvGraphicFramePr>
            <p:cNvPr id="26655" name="Object 8">
              <a:extLst>
                <a:ext uri="{FF2B5EF4-FFF2-40B4-BE49-F238E27FC236}">
                  <a16:creationId xmlns:a16="http://schemas.microsoft.com/office/drawing/2014/main" id="{EACB2750-F951-93BB-C316-94CB3D2492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9388" y="2771775"/>
            <a:ext cx="2420937" cy="552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5" name="Equation" r:id="rId6" imgW="31013400" imgH="7023100" progId="Equation.3">
                    <p:embed/>
                  </p:oleObj>
                </mc:Choice>
                <mc:Fallback>
                  <p:oleObj name="Equation" r:id="rId6" imgW="31013400" imgH="70231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9388" y="2771775"/>
                          <a:ext cx="2420937" cy="552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29">
            <a:extLst>
              <a:ext uri="{FF2B5EF4-FFF2-40B4-BE49-F238E27FC236}">
                <a16:creationId xmlns:a16="http://schemas.microsoft.com/office/drawing/2014/main" id="{00F0D6AC-E83F-6D2D-A9AE-54B458DBD136}"/>
              </a:ext>
            </a:extLst>
          </p:cNvPr>
          <p:cNvGrpSpPr>
            <a:grpSpLocks/>
          </p:cNvGrpSpPr>
          <p:nvPr/>
        </p:nvGrpSpPr>
        <p:grpSpPr bwMode="auto">
          <a:xfrm>
            <a:off x="3792538" y="2868613"/>
            <a:ext cx="3424237" cy="457200"/>
            <a:chOff x="3792538" y="2868613"/>
            <a:chExt cx="3424237" cy="457200"/>
          </a:xfrm>
        </p:grpSpPr>
        <p:sp>
          <p:nvSpPr>
            <p:cNvPr id="26652" name="Text Box 9">
              <a:extLst>
                <a:ext uri="{FF2B5EF4-FFF2-40B4-BE49-F238E27FC236}">
                  <a16:creationId xmlns:a16="http://schemas.microsoft.com/office/drawing/2014/main" id="{110B4E4E-611D-AE2B-3642-1D6DDB857B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538" y="2868613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则</a:t>
              </a:r>
            </a:p>
          </p:txBody>
        </p:sp>
        <p:graphicFrame>
          <p:nvGraphicFramePr>
            <p:cNvPr id="26653" name="Object 10">
              <a:extLst>
                <a:ext uri="{FF2B5EF4-FFF2-40B4-BE49-F238E27FC236}">
                  <a16:creationId xmlns:a16="http://schemas.microsoft.com/office/drawing/2014/main" id="{A63668FB-8012-1872-13E2-71F922A7D8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4175" y="2911475"/>
            <a:ext cx="3022600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6" name="公式" r:id="rId8" imgW="42418000" imgH="5270500" progId="Equation.3">
                    <p:embed/>
                  </p:oleObj>
                </mc:Choice>
                <mc:Fallback>
                  <p:oleObj name="公式" r:id="rId8" imgW="42418000" imgH="52705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4175" y="2911475"/>
                          <a:ext cx="3022600" cy="377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30">
            <a:extLst>
              <a:ext uri="{FF2B5EF4-FFF2-40B4-BE49-F238E27FC236}">
                <a16:creationId xmlns:a16="http://schemas.microsoft.com/office/drawing/2014/main" id="{80A3D100-A1FA-B347-103A-85447BD8E1AF}"/>
              </a:ext>
            </a:extLst>
          </p:cNvPr>
          <p:cNvGrpSpPr>
            <a:grpSpLocks/>
          </p:cNvGrpSpPr>
          <p:nvPr/>
        </p:nvGrpSpPr>
        <p:grpSpPr bwMode="auto">
          <a:xfrm>
            <a:off x="593725" y="2855913"/>
            <a:ext cx="7854950" cy="1117600"/>
            <a:chOff x="593725" y="2855913"/>
            <a:chExt cx="7854950" cy="1117600"/>
          </a:xfrm>
        </p:grpSpPr>
        <p:sp>
          <p:nvSpPr>
            <p:cNvPr id="26646" name="Text Box 11">
              <a:extLst>
                <a:ext uri="{FF2B5EF4-FFF2-40B4-BE49-F238E27FC236}">
                  <a16:creationId xmlns:a16="http://schemas.microsoft.com/office/drawing/2014/main" id="{FF6FAA96-8429-23AB-D5F1-EFEFC8342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5025" y="2855913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故</a:t>
              </a:r>
            </a:p>
          </p:txBody>
        </p:sp>
        <p:graphicFrame>
          <p:nvGraphicFramePr>
            <p:cNvPr id="26647" name="Object 12">
              <a:extLst>
                <a:ext uri="{FF2B5EF4-FFF2-40B4-BE49-F238E27FC236}">
                  <a16:creationId xmlns:a16="http://schemas.microsoft.com/office/drawing/2014/main" id="{9B400E3E-7F79-B214-4C1B-87602D46BD7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78725" y="2936875"/>
            <a:ext cx="2968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7" name="Equation" r:id="rId10" imgW="2921000" imgH="3797300" progId="Equation.3">
                    <p:embed/>
                  </p:oleObj>
                </mc:Choice>
                <mc:Fallback>
                  <p:oleObj name="Equation" r:id="rId10" imgW="2921000" imgH="37973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78725" y="2936875"/>
                          <a:ext cx="296863" cy="387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8" name="Text Box 13">
              <a:extLst>
                <a:ext uri="{FF2B5EF4-FFF2-40B4-BE49-F238E27FC236}">
                  <a16:creationId xmlns:a16="http://schemas.microsoft.com/office/drawing/2014/main" id="{4237CBAF-4064-BA17-838A-62F42D8EC8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7163" y="2855913"/>
              <a:ext cx="6715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是</a:t>
              </a:r>
              <a:r>
                <a:rPr lang="en-US" altLang="zh-CN" sz="2400" u="none"/>
                <a:t>A</a:t>
              </a:r>
              <a:endParaRPr lang="zh-CN" altLang="en-US" sz="2400" u="none"/>
            </a:p>
          </p:txBody>
        </p:sp>
        <p:sp>
          <p:nvSpPr>
            <p:cNvPr id="26649" name="Text Box 14">
              <a:extLst>
                <a:ext uri="{FF2B5EF4-FFF2-40B4-BE49-F238E27FC236}">
                  <a16:creationId xmlns:a16="http://schemas.microsoft.com/office/drawing/2014/main" id="{7FA78AF0-0496-E32E-1C09-06F92CB5FC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725" y="3503613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关于</a:t>
              </a:r>
            </a:p>
          </p:txBody>
        </p:sp>
        <p:graphicFrame>
          <p:nvGraphicFramePr>
            <p:cNvPr id="26650" name="Object 15">
              <a:extLst>
                <a:ext uri="{FF2B5EF4-FFF2-40B4-BE49-F238E27FC236}">
                  <a16:creationId xmlns:a16="http://schemas.microsoft.com/office/drawing/2014/main" id="{CF591FE1-B133-7843-870C-0943F85961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0638" y="3559175"/>
            <a:ext cx="2794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8" name="Equation" r:id="rId12" imgW="3797300" imgH="4978400" progId="Equation.3">
                    <p:embed/>
                  </p:oleObj>
                </mc:Choice>
                <mc:Fallback>
                  <p:oleObj name="Equation" r:id="rId12" imgW="3797300" imgH="49784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0638" y="3559175"/>
                          <a:ext cx="279400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1" name="Text Box 16">
              <a:extLst>
                <a:ext uri="{FF2B5EF4-FFF2-40B4-BE49-F238E27FC236}">
                  <a16:creationId xmlns:a16="http://schemas.microsoft.com/office/drawing/2014/main" id="{2EF8712F-338D-2B2B-DF21-72F6C6AF51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1775" y="3516313"/>
              <a:ext cx="48498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的特征向量，因而（2.2-4）式成为</a:t>
              </a:r>
            </a:p>
          </p:txBody>
        </p:sp>
      </p:grpSp>
      <p:graphicFrame>
        <p:nvGraphicFramePr>
          <p:cNvPr id="15375" name="Object 17">
            <a:extLst>
              <a:ext uri="{FF2B5EF4-FFF2-40B4-BE49-F238E27FC236}">
                <a16:creationId xmlns:a16="http://schemas.microsoft.com/office/drawing/2014/main" id="{32102AE8-DAD7-9A63-E150-FEAD72906E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5650" y="4124325"/>
          <a:ext cx="49323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公式" r:id="rId14" imgW="43599100" imgH="5562600" progId="Equation.3">
                  <p:embed/>
                </p:oleObj>
              </mc:Choice>
              <mc:Fallback>
                <p:oleObj name="公式" r:id="rId14" imgW="43599100" imgH="5562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650" y="4124325"/>
                        <a:ext cx="493236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31">
            <a:extLst>
              <a:ext uri="{FF2B5EF4-FFF2-40B4-BE49-F238E27FC236}">
                <a16:creationId xmlns:a16="http://schemas.microsoft.com/office/drawing/2014/main" id="{3BFC392E-73F1-1383-1DA6-70F2DA09A190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700588"/>
            <a:ext cx="5980112" cy="481012"/>
            <a:chOff x="611188" y="4700588"/>
            <a:chExt cx="5980112" cy="481012"/>
          </a:xfrm>
        </p:grpSpPr>
        <p:sp>
          <p:nvSpPr>
            <p:cNvPr id="26640" name="Text Box 19">
              <a:extLst>
                <a:ext uri="{FF2B5EF4-FFF2-40B4-BE49-F238E27FC236}">
                  <a16:creationId xmlns:a16="http://schemas.microsoft.com/office/drawing/2014/main" id="{1F2F196E-64E7-D49D-2658-61D1DFE79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188" y="4700588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由于</a:t>
              </a:r>
            </a:p>
          </p:txBody>
        </p:sp>
        <p:graphicFrame>
          <p:nvGraphicFramePr>
            <p:cNvPr id="26641" name="Object 20">
              <a:extLst>
                <a:ext uri="{FF2B5EF4-FFF2-40B4-BE49-F238E27FC236}">
                  <a16:creationId xmlns:a16="http://schemas.microsoft.com/office/drawing/2014/main" id="{916614F1-F531-BB44-A79D-E1A756BFEA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68413" y="4765675"/>
            <a:ext cx="1273175" cy="392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0" name="Equation" r:id="rId16" imgW="17259300" imgH="5270500" progId="Equation.3">
                    <p:embed/>
                  </p:oleObj>
                </mc:Choice>
                <mc:Fallback>
                  <p:oleObj name="Equation" r:id="rId16" imgW="17259300" imgH="52705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8413" y="4765675"/>
                          <a:ext cx="1273175" cy="392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2" name="Text Box 21">
              <a:extLst>
                <a:ext uri="{FF2B5EF4-FFF2-40B4-BE49-F238E27FC236}">
                  <a16:creationId xmlns:a16="http://schemas.microsoft.com/office/drawing/2014/main" id="{406E756C-C8B2-5E67-6E4E-2598CB81E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900" y="4724400"/>
              <a:ext cx="2012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是互异的，有</a:t>
              </a:r>
            </a:p>
          </p:txBody>
        </p:sp>
        <p:graphicFrame>
          <p:nvGraphicFramePr>
            <p:cNvPr id="26643" name="Object 22">
              <a:extLst>
                <a:ext uri="{FF2B5EF4-FFF2-40B4-BE49-F238E27FC236}">
                  <a16:creationId xmlns:a16="http://schemas.microsoft.com/office/drawing/2014/main" id="{67E45AB7-AA1F-3D49-FCD0-491CA438EA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10075" y="4802188"/>
            <a:ext cx="649288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1" name="Equation" r:id="rId18" imgW="9067800" imgH="4686300" progId="Equation.3">
                    <p:embed/>
                  </p:oleObj>
                </mc:Choice>
                <mc:Fallback>
                  <p:oleObj name="Equation" r:id="rId18" imgW="9067800" imgH="468630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0075" y="4802188"/>
                          <a:ext cx="649288" cy="338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4" name="Text Box 23">
              <a:extLst>
                <a:ext uri="{FF2B5EF4-FFF2-40B4-BE49-F238E27FC236}">
                  <a16:creationId xmlns:a16="http://schemas.microsoft.com/office/drawing/2014/main" id="{B5470997-8C48-CE3B-0412-28DD501306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6338" y="4724400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所以</a:t>
              </a:r>
            </a:p>
          </p:txBody>
        </p:sp>
        <p:graphicFrame>
          <p:nvGraphicFramePr>
            <p:cNvPr id="26645" name="Object 24">
              <a:extLst>
                <a:ext uri="{FF2B5EF4-FFF2-40B4-BE49-F238E27FC236}">
                  <a16:creationId xmlns:a16="http://schemas.microsoft.com/office/drawing/2014/main" id="{DDB796FA-38E9-ED6E-93EC-465E7E0C3FD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59450" y="4724400"/>
            <a:ext cx="83185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2" name="Equation" r:id="rId20" imgW="9652000" imgH="4978400" progId="Equation.3">
                    <p:embed/>
                  </p:oleObj>
                </mc:Choice>
                <mc:Fallback>
                  <p:oleObj name="Equation" r:id="rId20" imgW="9652000" imgH="49784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59450" y="4724400"/>
                          <a:ext cx="83185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35">
            <a:extLst>
              <a:ext uri="{FF2B5EF4-FFF2-40B4-BE49-F238E27FC236}">
                <a16:creationId xmlns:a16="http://schemas.microsoft.com/office/drawing/2014/main" id="{636ED2CF-3358-5005-6A32-92DC8A01FE29}"/>
              </a:ext>
            </a:extLst>
          </p:cNvPr>
          <p:cNvGrpSpPr>
            <a:grpSpLocks/>
          </p:cNvGrpSpPr>
          <p:nvPr/>
        </p:nvGrpSpPr>
        <p:grpSpPr bwMode="auto">
          <a:xfrm>
            <a:off x="788988" y="4700588"/>
            <a:ext cx="7340600" cy="1130300"/>
            <a:chOff x="788988" y="4700588"/>
            <a:chExt cx="7340600" cy="1130300"/>
          </a:xfrm>
        </p:grpSpPr>
        <p:sp>
          <p:nvSpPr>
            <p:cNvPr id="26638" name="Text Box 26">
              <a:extLst>
                <a:ext uri="{FF2B5EF4-FFF2-40B4-BE49-F238E27FC236}">
                  <a16:creationId xmlns:a16="http://schemas.microsoft.com/office/drawing/2014/main" id="{89F65487-FA0A-68C0-1212-7CACB3D6C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6238" y="4700588"/>
              <a:ext cx="1403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同理可得</a:t>
              </a:r>
            </a:p>
          </p:txBody>
        </p:sp>
        <p:graphicFrame>
          <p:nvGraphicFramePr>
            <p:cNvPr id="26639" name="Object 27">
              <a:extLst>
                <a:ext uri="{FF2B5EF4-FFF2-40B4-BE49-F238E27FC236}">
                  <a16:creationId xmlns:a16="http://schemas.microsoft.com/office/drawing/2014/main" id="{D93CB73E-2CD1-111C-27EC-4F3C9906F7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88988" y="5373688"/>
            <a:ext cx="1966912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3" name="Equation" r:id="rId22" imgW="22821900" imgH="5270500" progId="Equation.3">
                    <p:embed/>
                  </p:oleObj>
                </mc:Choice>
                <mc:Fallback>
                  <p:oleObj name="Equation" r:id="rId22" imgW="22821900" imgH="52705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8988" y="5373688"/>
                          <a:ext cx="1966912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33">
            <a:extLst>
              <a:ext uri="{FF2B5EF4-FFF2-40B4-BE49-F238E27FC236}">
                <a16:creationId xmlns:a16="http://schemas.microsoft.com/office/drawing/2014/main" id="{E24AE6E7-FFF5-B2B5-55CF-954F5C516CE7}"/>
              </a:ext>
            </a:extLst>
          </p:cNvPr>
          <p:cNvGrpSpPr>
            <a:grpSpLocks/>
          </p:cNvGrpSpPr>
          <p:nvPr/>
        </p:nvGrpSpPr>
        <p:grpSpPr bwMode="auto">
          <a:xfrm>
            <a:off x="2755900" y="5300663"/>
            <a:ext cx="4941888" cy="461962"/>
            <a:chOff x="2755900" y="5300663"/>
            <a:chExt cx="4941412" cy="461665"/>
          </a:xfrm>
        </p:grpSpPr>
        <p:sp>
          <p:nvSpPr>
            <p:cNvPr id="26635" name="Text Box 28">
              <a:extLst>
                <a:ext uri="{FF2B5EF4-FFF2-40B4-BE49-F238E27FC236}">
                  <a16:creationId xmlns:a16="http://schemas.microsoft.com/office/drawing/2014/main" id="{F47C1E6E-1253-AABA-2E23-588BC1723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5900" y="5300663"/>
              <a:ext cx="1708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因此向量组</a:t>
              </a:r>
            </a:p>
          </p:txBody>
        </p:sp>
        <p:graphicFrame>
          <p:nvGraphicFramePr>
            <p:cNvPr id="26636" name="Object 29">
              <a:extLst>
                <a:ext uri="{FF2B5EF4-FFF2-40B4-BE49-F238E27FC236}">
                  <a16:creationId xmlns:a16="http://schemas.microsoft.com/office/drawing/2014/main" id="{8F198FF6-C95C-EDDF-A972-55B5BBED2A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21200" y="5300663"/>
            <a:ext cx="1525588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4" name="Equation" r:id="rId24" imgW="17843500" imgH="5270500" progId="Equation.3">
                    <p:embed/>
                  </p:oleObj>
                </mc:Choice>
                <mc:Fallback>
                  <p:oleObj name="Equation" r:id="rId24" imgW="17843500" imgH="527050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1200" y="5300663"/>
                          <a:ext cx="1525588" cy="454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7" name="Text Box 30">
              <a:extLst>
                <a:ext uri="{FF2B5EF4-FFF2-40B4-BE49-F238E27FC236}">
                  <a16:creationId xmlns:a16="http://schemas.microsoft.com/office/drawing/2014/main" id="{9E981E2C-6E6A-BA7F-FFAB-DEBCA94C47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3763" y="5300663"/>
              <a:ext cx="172354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线性无关。</a:t>
              </a:r>
            </a:p>
          </p:txBody>
        </p:sp>
      </p:grpSp>
      <p:sp>
        <p:nvSpPr>
          <p:cNvPr id="26634" name="灯片编号占位符 26">
            <a:extLst>
              <a:ext uri="{FF2B5EF4-FFF2-40B4-BE49-F238E27FC236}">
                <a16:creationId xmlns:a16="http://schemas.microsoft.com/office/drawing/2014/main" id="{B9ED5F3D-590B-70A2-0996-6C398560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29221B5-B637-EC40-8B53-31F1CFA2F0A9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6">
            <a:extLst>
              <a:ext uri="{FF2B5EF4-FFF2-40B4-BE49-F238E27FC236}">
                <a16:creationId xmlns:a16="http://schemas.microsoft.com/office/drawing/2014/main" id="{D5EBC764-6B1A-F727-E44F-6EB62BD96D92}"/>
              </a:ext>
            </a:extLst>
          </p:cNvPr>
          <p:cNvGrpSpPr>
            <a:grpSpLocks/>
          </p:cNvGrpSpPr>
          <p:nvPr/>
        </p:nvGrpSpPr>
        <p:grpSpPr bwMode="auto">
          <a:xfrm>
            <a:off x="558800" y="1052513"/>
            <a:ext cx="7778750" cy="1727200"/>
            <a:chOff x="558800" y="1052513"/>
            <a:chExt cx="7778750" cy="1727199"/>
          </a:xfrm>
        </p:grpSpPr>
        <p:grpSp>
          <p:nvGrpSpPr>
            <p:cNvPr id="27671" name="Group 2">
              <a:extLst>
                <a:ext uri="{FF2B5EF4-FFF2-40B4-BE49-F238E27FC236}">
                  <a16:creationId xmlns:a16="http://schemas.microsoft.com/office/drawing/2014/main" id="{F95FECB9-54C5-EFCF-7F3E-716A9627F4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800" y="1052513"/>
              <a:ext cx="6429375" cy="457200"/>
              <a:chOff x="384" y="1008"/>
              <a:chExt cx="4050" cy="288"/>
            </a:xfrm>
          </p:grpSpPr>
          <p:sp>
            <p:nvSpPr>
              <p:cNvPr id="27681" name="Rectangle 3">
                <a:extLst>
                  <a:ext uri="{FF2B5EF4-FFF2-40B4-BE49-F238E27FC236}">
                    <a16:creationId xmlns:a16="http://schemas.microsoft.com/office/drawing/2014/main" id="{6419881D-F048-4B66-BFFD-751599336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008"/>
                <a:ext cx="40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定义</a:t>
                </a:r>
                <a:r>
                  <a:rPr lang="zh-CN" altLang="en-US" sz="2400" u="none">
                    <a:ea typeface="黑体" panose="02010609060101010101" pitchFamily="49" charset="-122"/>
                  </a:rPr>
                  <a:t> 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 设   是   的   重特征值</a:t>
                </a:r>
                <a:r>
                  <a:rPr lang="zh-CN" altLang="en-US" sz="2400" u="none"/>
                  <a:t>,              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的零空间</a:t>
                </a:r>
              </a:p>
            </p:txBody>
          </p:sp>
          <p:graphicFrame>
            <p:nvGraphicFramePr>
              <p:cNvPr id="27682" name="Object 4">
                <a:extLst>
                  <a:ext uri="{FF2B5EF4-FFF2-40B4-BE49-F238E27FC236}">
                    <a16:creationId xmlns:a16="http://schemas.microsoft.com/office/drawing/2014/main" id="{FE4397F5-D222-E337-1AC2-A0E25AF65EE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04" y="1056"/>
              <a:ext cx="19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38" r:id="rId4" imgW="4102100" imgH="5270500" progId="Equation.3">
                      <p:embed/>
                    </p:oleObj>
                  </mc:Choice>
                  <mc:Fallback>
                    <p:oleObj r:id="rId4" imgW="4102100" imgH="5270500" progId="Equation.3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4" y="1056"/>
                            <a:ext cx="190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83" name="Object 5">
                <a:extLst>
                  <a:ext uri="{FF2B5EF4-FFF2-40B4-BE49-F238E27FC236}">
                    <a16:creationId xmlns:a16="http://schemas.microsoft.com/office/drawing/2014/main" id="{BEEAEC26-CDD3-F455-5916-993BD3CF802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37" y="1056"/>
              <a:ext cx="187" cy="1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39" r:id="rId6" imgW="3505200" imgH="3797300" progId="Equation.3">
                      <p:embed/>
                    </p:oleObj>
                  </mc:Choice>
                  <mc:Fallback>
                    <p:oleObj r:id="rId6" imgW="3505200" imgH="3797300" progId="Equation.3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37" y="1056"/>
                            <a:ext cx="187" cy="1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84" name="Object 6">
                <a:extLst>
                  <a:ext uri="{FF2B5EF4-FFF2-40B4-BE49-F238E27FC236}">
                    <a16:creationId xmlns:a16="http://schemas.microsoft.com/office/drawing/2014/main" id="{E35E69DB-CBAC-1C23-DF64-A0D060730AC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76" y="1038"/>
              <a:ext cx="177" cy="2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0" r:id="rId8" imgW="2921000" imgH="4102100" progId="Equation.3">
                      <p:embed/>
                    </p:oleObj>
                  </mc:Choice>
                  <mc:Fallback>
                    <p:oleObj r:id="rId8" imgW="2921000" imgH="4102100" progId="Equation.3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76" y="1038"/>
                            <a:ext cx="177" cy="2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85" name="Object 7">
                <a:extLst>
                  <a:ext uri="{FF2B5EF4-FFF2-40B4-BE49-F238E27FC236}">
                    <a16:creationId xmlns:a16="http://schemas.microsoft.com/office/drawing/2014/main" id="{F7132DDB-E0A6-1770-774F-9D814CA4BCE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80" y="1049"/>
              <a:ext cx="720" cy="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1" r:id="rId10" imgW="16090900" imgH="5562600" progId="Equation.3">
                      <p:embed/>
                    </p:oleObj>
                  </mc:Choice>
                  <mc:Fallback>
                    <p:oleObj r:id="rId10" imgW="16090900" imgH="556260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1049"/>
                            <a:ext cx="720" cy="2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672" name="Group 8">
              <a:extLst>
                <a:ext uri="{FF2B5EF4-FFF2-40B4-BE49-F238E27FC236}">
                  <a16:creationId xmlns:a16="http://schemas.microsoft.com/office/drawing/2014/main" id="{654EC508-6CE2-97CD-28FB-9920CDA388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800" y="2273300"/>
              <a:ext cx="6692900" cy="506412"/>
              <a:chOff x="384" y="1777"/>
              <a:chExt cx="4216" cy="319"/>
            </a:xfrm>
          </p:grpSpPr>
          <p:sp>
            <p:nvSpPr>
              <p:cNvPr id="27676" name="Rectangle 9">
                <a:extLst>
                  <a:ext uri="{FF2B5EF4-FFF2-40B4-BE49-F238E27FC236}">
                    <a16:creationId xmlns:a16="http://schemas.microsoft.com/office/drawing/2014/main" id="{4C27177A-EC56-8819-DDE6-8C83322A2E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777"/>
                <a:ext cx="42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称为  关于  的根空间,简称  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的根空间</a:t>
                </a:r>
                <a:r>
                  <a:rPr lang="zh-CN" altLang="en-US" sz="2400" u="none"/>
                  <a:t>,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记为     </a:t>
                </a:r>
                <a:r>
                  <a:rPr lang="zh-CN" altLang="en-US" sz="2400" u="none"/>
                  <a:t>.</a:t>
                </a:r>
              </a:p>
            </p:txBody>
          </p:sp>
          <p:graphicFrame>
            <p:nvGraphicFramePr>
              <p:cNvPr id="27677" name="Object 10">
                <a:extLst>
                  <a:ext uri="{FF2B5EF4-FFF2-40B4-BE49-F238E27FC236}">
                    <a16:creationId xmlns:a16="http://schemas.microsoft.com/office/drawing/2014/main" id="{A071E33E-38C2-65F0-F028-4A155122976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92" y="1824"/>
              <a:ext cx="19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2" r:id="rId12" imgW="4102100" imgH="5270500" progId="Equation.3">
                      <p:embed/>
                    </p:oleObj>
                  </mc:Choice>
                  <mc:Fallback>
                    <p:oleObj r:id="rId12" imgW="4102100" imgH="527050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92" y="1824"/>
                            <a:ext cx="190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78" name="Object 11">
                <a:extLst>
                  <a:ext uri="{FF2B5EF4-FFF2-40B4-BE49-F238E27FC236}">
                    <a16:creationId xmlns:a16="http://schemas.microsoft.com/office/drawing/2014/main" id="{5B145209-34A4-4399-DFCA-DA25B1BFA1A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24" y="1808"/>
              <a:ext cx="22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3" r:id="rId14" imgW="4102100" imgH="5270500" progId="Equation.3">
                      <p:embed/>
                    </p:oleObj>
                  </mc:Choice>
                  <mc:Fallback>
                    <p:oleObj r:id="rId14" imgW="4102100" imgH="527050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24" y="1808"/>
                            <a:ext cx="228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79" name="Object 12">
                <a:extLst>
                  <a:ext uri="{FF2B5EF4-FFF2-40B4-BE49-F238E27FC236}">
                    <a16:creationId xmlns:a16="http://schemas.microsoft.com/office/drawing/2014/main" id="{8B223FCE-D06F-2777-7DCA-F47706A1028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24" y="1824"/>
              <a:ext cx="288" cy="2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4" r:id="rId16" imgW="6146800" imgH="5562600" progId="Equation.3">
                      <p:embed/>
                    </p:oleObj>
                  </mc:Choice>
                  <mc:Fallback>
                    <p:oleObj r:id="rId16" imgW="6146800" imgH="55626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4" y="1824"/>
                            <a:ext cx="288" cy="2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80" name="Object 13">
                <a:extLst>
                  <a:ext uri="{FF2B5EF4-FFF2-40B4-BE49-F238E27FC236}">
                    <a16:creationId xmlns:a16="http://schemas.microsoft.com/office/drawing/2014/main" id="{85C2991C-CC64-F335-6D93-3C462354F84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16" y="1816"/>
              <a:ext cx="187" cy="1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5" r:id="rId18" imgW="3505200" imgH="3797300" progId="Equation.3">
                      <p:embed/>
                    </p:oleObj>
                  </mc:Choice>
                  <mc:Fallback>
                    <p:oleObj r:id="rId18" imgW="3505200" imgH="379730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6" y="1816"/>
                            <a:ext cx="187" cy="1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673" name="Group 14">
              <a:extLst>
                <a:ext uri="{FF2B5EF4-FFF2-40B4-BE49-F238E27FC236}">
                  <a16:creationId xmlns:a16="http://schemas.microsoft.com/office/drawing/2014/main" id="{4B882A24-FC9F-4223-6A7A-DCA6EC680C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5200" y="1649413"/>
              <a:ext cx="6102350" cy="457200"/>
              <a:chOff x="1440" y="1384"/>
              <a:chExt cx="3844" cy="288"/>
            </a:xfrm>
          </p:grpSpPr>
          <p:graphicFrame>
            <p:nvGraphicFramePr>
              <p:cNvPr id="27674" name="Object 15">
                <a:extLst>
                  <a:ext uri="{FF2B5EF4-FFF2-40B4-BE49-F238E27FC236}">
                    <a16:creationId xmlns:a16="http://schemas.microsoft.com/office/drawing/2014/main" id="{A6BAD46F-E801-2E55-D747-CDE8BB2EB1F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40" y="1392"/>
              <a:ext cx="2208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6" r:id="rId20" imgW="50317400" imgH="6438900" progId="Equation.3">
                      <p:embed/>
                    </p:oleObj>
                  </mc:Choice>
                  <mc:Fallback>
                    <p:oleObj r:id="rId20" imgW="50317400" imgH="6438900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0" y="1392"/>
                            <a:ext cx="2208" cy="2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7675" name="Rectangle 16">
                <a:extLst>
                  <a:ext uri="{FF2B5EF4-FFF2-40B4-BE49-F238E27FC236}">
                    <a16:creationId xmlns:a16="http://schemas.microsoft.com/office/drawing/2014/main" id="{10A99177-7B43-79C5-5A06-300FD7B4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0" y="1384"/>
                <a:ext cx="6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(2.2-5)</a:t>
                </a:r>
              </a:p>
            </p:txBody>
          </p:sp>
        </p:grpSp>
      </p:grpSp>
      <p:grpSp>
        <p:nvGrpSpPr>
          <p:cNvPr id="6" name="组合 37">
            <a:extLst>
              <a:ext uri="{FF2B5EF4-FFF2-40B4-BE49-F238E27FC236}">
                <a16:creationId xmlns:a16="http://schemas.microsoft.com/office/drawing/2014/main" id="{2EE7DE96-999A-1F31-17FE-8868625E468C}"/>
              </a:ext>
            </a:extLst>
          </p:cNvPr>
          <p:cNvGrpSpPr>
            <a:grpSpLocks/>
          </p:cNvGrpSpPr>
          <p:nvPr/>
        </p:nvGrpSpPr>
        <p:grpSpPr bwMode="auto">
          <a:xfrm>
            <a:off x="254000" y="2959100"/>
            <a:ext cx="9144000" cy="1066800"/>
            <a:chOff x="254000" y="2959100"/>
            <a:chExt cx="9144000" cy="1066800"/>
          </a:xfrm>
        </p:grpSpPr>
        <p:grpSp>
          <p:nvGrpSpPr>
            <p:cNvPr id="27662" name="Group 17">
              <a:extLst>
                <a:ext uri="{FF2B5EF4-FFF2-40B4-BE49-F238E27FC236}">
                  <a16:creationId xmlns:a16="http://schemas.microsoft.com/office/drawing/2014/main" id="{8A93B131-AACB-82E6-8807-30A4275893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0775" y="2959100"/>
              <a:ext cx="7591425" cy="457200"/>
              <a:chOff x="738" y="2209"/>
              <a:chExt cx="4782" cy="288"/>
            </a:xfrm>
          </p:grpSpPr>
          <p:sp>
            <p:nvSpPr>
              <p:cNvPr id="27667" name="Rectangle 18">
                <a:extLst>
                  <a:ext uri="{FF2B5EF4-FFF2-40B4-BE49-F238E27FC236}">
                    <a16:creationId xmlns:a16="http://schemas.microsoft.com/office/drawing/2014/main" id="{269B731A-B1CC-A608-00A9-14F2BDD053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" y="2209"/>
                <a:ext cx="478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容易看出</a:t>
                </a:r>
                <a:r>
                  <a:rPr lang="zh-CN" altLang="en-US" sz="2400" u="none"/>
                  <a:t>,    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是    的级数至多到   的所有根向量所张成的</a:t>
                </a:r>
              </a:p>
            </p:txBody>
          </p:sp>
          <p:graphicFrame>
            <p:nvGraphicFramePr>
              <p:cNvPr id="27668" name="Object 19">
                <a:extLst>
                  <a:ext uri="{FF2B5EF4-FFF2-40B4-BE49-F238E27FC236}">
                    <a16:creationId xmlns:a16="http://schemas.microsoft.com/office/drawing/2014/main" id="{0490B81B-E949-0641-8DD4-604BAA718F6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64" y="2256"/>
              <a:ext cx="19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7" r:id="rId22" imgW="4102100" imgH="5270500" progId="Equation.3">
                      <p:embed/>
                    </p:oleObj>
                  </mc:Choice>
                  <mc:Fallback>
                    <p:oleObj r:id="rId22" imgW="4102100" imgH="5270500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4" y="2256"/>
                            <a:ext cx="190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69" name="Object 20">
                <a:extLst>
                  <a:ext uri="{FF2B5EF4-FFF2-40B4-BE49-F238E27FC236}">
                    <a16:creationId xmlns:a16="http://schemas.microsoft.com/office/drawing/2014/main" id="{90FB9048-F8D5-E190-C70E-E8316CB1A0D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08" y="2256"/>
              <a:ext cx="144" cy="2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8" r:id="rId23" imgW="2921000" imgH="4102100" progId="Equation.3">
                      <p:embed/>
                    </p:oleObj>
                  </mc:Choice>
                  <mc:Fallback>
                    <p:oleObj r:id="rId23" imgW="2921000" imgH="4102100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8" y="2256"/>
                            <a:ext cx="144" cy="2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70" name="Object 21">
                <a:extLst>
                  <a:ext uri="{FF2B5EF4-FFF2-40B4-BE49-F238E27FC236}">
                    <a16:creationId xmlns:a16="http://schemas.microsoft.com/office/drawing/2014/main" id="{CCCA9B22-3FAB-FE0C-6454-5D627533CEC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612" y="2239"/>
              <a:ext cx="288" cy="2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9" r:id="rId25" imgW="6146800" imgH="5562600" progId="Equation.3">
                      <p:embed/>
                    </p:oleObj>
                  </mc:Choice>
                  <mc:Fallback>
                    <p:oleObj r:id="rId25" imgW="6146800" imgH="5562600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12" y="2239"/>
                            <a:ext cx="288" cy="2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663" name="Group 22">
              <a:extLst>
                <a:ext uri="{FF2B5EF4-FFF2-40B4-BE49-F238E27FC236}">
                  <a16:creationId xmlns:a16="http://schemas.microsoft.com/office/drawing/2014/main" id="{5AAC6703-3434-9B03-68E4-38A79DDF14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000" y="3567113"/>
              <a:ext cx="9144000" cy="458787"/>
              <a:chOff x="192" y="2592"/>
              <a:chExt cx="5760" cy="289"/>
            </a:xfrm>
          </p:grpSpPr>
          <p:sp>
            <p:nvSpPr>
              <p:cNvPr id="27664" name="Rectangle 23">
                <a:extLst>
                  <a:ext uri="{FF2B5EF4-FFF2-40B4-BE49-F238E27FC236}">
                    <a16:creationId xmlns:a16="http://schemas.microsoft.com/office/drawing/2014/main" id="{40B3F1A5-E27F-A2F5-22D3-8A1541FAA2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2592"/>
                <a:ext cx="57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indent="276225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线性空间</a:t>
                </a:r>
                <a:r>
                  <a:rPr lang="zh-CN" altLang="en-US" sz="2400" u="none"/>
                  <a:t>,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并且     是   的不变子空间</a:t>
                </a:r>
                <a:r>
                  <a:rPr lang="zh-CN" altLang="en-US" sz="2400" u="none"/>
                  <a:t>.</a:t>
                </a:r>
                <a:endParaRPr lang="zh-CN" altLang="en-US" sz="2400" u="none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27665" name="Object 24">
                <a:extLst>
                  <a:ext uri="{FF2B5EF4-FFF2-40B4-BE49-F238E27FC236}">
                    <a16:creationId xmlns:a16="http://schemas.microsoft.com/office/drawing/2014/main" id="{F1778958-C6AA-7B5B-B6C0-9B067D2C41F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28" y="2640"/>
              <a:ext cx="180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50" r:id="rId26" imgW="3505200" imgH="3797300" progId="Equation.3">
                      <p:embed/>
                    </p:oleObj>
                  </mc:Choice>
                  <mc:Fallback>
                    <p:oleObj r:id="rId26" imgW="3505200" imgH="3797300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28" y="2640"/>
                            <a:ext cx="180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66" name="Object 25">
                <a:extLst>
                  <a:ext uri="{FF2B5EF4-FFF2-40B4-BE49-F238E27FC236}">
                    <a16:creationId xmlns:a16="http://schemas.microsoft.com/office/drawing/2014/main" id="{145803D7-5C88-4D59-B8DC-5356EE8FB70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624" y="2624"/>
              <a:ext cx="288" cy="2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51" r:id="rId28" imgW="6146800" imgH="5562600" progId="Equation.3">
                      <p:embed/>
                    </p:oleObj>
                  </mc:Choice>
                  <mc:Fallback>
                    <p:oleObj r:id="rId28" imgW="6146800" imgH="5562600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24" y="2624"/>
                            <a:ext cx="288" cy="2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9" name="组合 38">
            <a:extLst>
              <a:ext uri="{FF2B5EF4-FFF2-40B4-BE49-F238E27FC236}">
                <a16:creationId xmlns:a16="http://schemas.microsoft.com/office/drawing/2014/main" id="{35C9D4B5-60A8-3604-1E2B-38139DE71F99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4125913"/>
            <a:ext cx="8229600" cy="1751012"/>
            <a:chOff x="539750" y="4125913"/>
            <a:chExt cx="8229600" cy="1751012"/>
          </a:xfrm>
        </p:grpSpPr>
        <p:sp>
          <p:nvSpPr>
            <p:cNvPr id="27653" name="Rectangle 40">
              <a:extLst>
                <a:ext uri="{FF2B5EF4-FFF2-40B4-BE49-F238E27FC236}">
                  <a16:creationId xmlns:a16="http://schemas.microsoft.com/office/drawing/2014/main" id="{9CA1BEFF-5FCB-13D7-11E5-949DDEBE1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3325" y="4125913"/>
              <a:ext cx="75660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值得指出的是</a:t>
              </a:r>
              <a:r>
                <a:rPr lang="zh-CN" altLang="en-US" sz="2400" u="none"/>
                <a:t>,     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中根向量的最高级数可能小于   </a:t>
              </a:r>
              <a:r>
                <a:rPr lang="zh-CN" altLang="en-US" sz="2400" u="none"/>
                <a:t>.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例如</a:t>
              </a:r>
              <a:r>
                <a:rPr lang="zh-CN" altLang="en-US" sz="2400" u="none"/>
                <a:t>,</a:t>
              </a:r>
            </a:p>
          </p:txBody>
        </p:sp>
        <p:graphicFrame>
          <p:nvGraphicFramePr>
            <p:cNvPr id="27654" name="Object 41">
              <a:extLst>
                <a:ext uri="{FF2B5EF4-FFF2-40B4-BE49-F238E27FC236}">
                  <a16:creationId xmlns:a16="http://schemas.microsoft.com/office/drawing/2014/main" id="{D37F90D9-A489-CE99-B5C7-416772E892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82950" y="4173538"/>
            <a:ext cx="457200" cy="407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2" r:id="rId29" imgW="6146800" imgH="5562600" progId="Equation.3">
                    <p:embed/>
                  </p:oleObj>
                </mc:Choice>
                <mc:Fallback>
                  <p:oleObj r:id="rId29" imgW="6146800" imgH="556260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2950" y="4173538"/>
                          <a:ext cx="457200" cy="4079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5" name="Object 42">
              <a:extLst>
                <a:ext uri="{FF2B5EF4-FFF2-40B4-BE49-F238E27FC236}">
                  <a16:creationId xmlns:a16="http://schemas.microsoft.com/office/drawing/2014/main" id="{7240B182-B2C2-5FE6-9497-A7F06C0CFF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26350" y="4200525"/>
            <a:ext cx="228600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3" r:id="rId31" imgW="2921000" imgH="4102100" progId="Equation.3">
                    <p:embed/>
                  </p:oleObj>
                </mc:Choice>
                <mc:Fallback>
                  <p:oleObj r:id="rId31" imgW="2921000" imgH="410210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26350" y="4200525"/>
                          <a:ext cx="228600" cy="333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6" name="Object 43">
              <a:extLst>
                <a:ext uri="{FF2B5EF4-FFF2-40B4-BE49-F238E27FC236}">
                  <a16:creationId xmlns:a16="http://schemas.microsoft.com/office/drawing/2014/main" id="{CABED91D-6F4B-6104-8E43-30351D84A0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57450" y="4797425"/>
            <a:ext cx="685800" cy="366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4" r:id="rId33" imgW="9359900" imgH="4978400" progId="Equation.3">
                    <p:embed/>
                  </p:oleObj>
                </mc:Choice>
                <mc:Fallback>
                  <p:oleObj r:id="rId33" imgW="9359900" imgH="497840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7450" y="4797425"/>
                          <a:ext cx="685800" cy="3667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7" name="Object 44">
              <a:extLst>
                <a:ext uri="{FF2B5EF4-FFF2-40B4-BE49-F238E27FC236}">
                  <a16:creationId xmlns:a16="http://schemas.microsoft.com/office/drawing/2014/main" id="{2DCA3DF9-C511-0C79-299E-2C94384536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30950" y="4805363"/>
            <a:ext cx="2438400" cy="385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5" r:id="rId35" imgW="33350200" imgH="5270500" progId="Equation.3">
                    <p:embed/>
                  </p:oleObj>
                </mc:Choice>
                <mc:Fallback>
                  <p:oleObj r:id="rId35" imgW="33350200" imgH="527050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30950" y="4805363"/>
                          <a:ext cx="2438400" cy="385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8" name="Rectangle 45">
              <a:extLst>
                <a:ext uri="{FF2B5EF4-FFF2-40B4-BE49-F238E27FC236}">
                  <a16:creationId xmlns:a16="http://schemas.microsoft.com/office/drawing/2014/main" id="{B1163E8B-B09D-D70B-EA57-39F22A1FE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721225"/>
              <a:ext cx="2012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若对于特征值</a:t>
              </a:r>
              <a:endParaRPr lang="zh-CN" altLang="en-US" sz="2400" u="none"/>
            </a:p>
          </p:txBody>
        </p:sp>
        <p:sp>
          <p:nvSpPr>
            <p:cNvPr id="27659" name="Rectangle 46">
              <a:extLst>
                <a:ext uri="{FF2B5EF4-FFF2-40B4-BE49-F238E27FC236}">
                  <a16:creationId xmlns:a16="http://schemas.microsoft.com/office/drawing/2014/main" id="{8FE5C4FB-0707-D415-28F4-957EE3B59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4350" y="4746625"/>
              <a:ext cx="33988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的代数重数是</a:t>
              </a:r>
              <a:r>
                <a:rPr lang="zh-CN" altLang="en-US" sz="2400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，但由于</a:t>
              </a:r>
            </a:p>
          </p:txBody>
        </p:sp>
        <p:sp>
          <p:nvSpPr>
            <p:cNvPr id="27660" name="Rectangle 47">
              <a:extLst>
                <a:ext uri="{FF2B5EF4-FFF2-40B4-BE49-F238E27FC236}">
                  <a16:creationId xmlns:a16="http://schemas.microsoft.com/office/drawing/2014/main" id="{69AC5CBF-6341-33EA-FD8B-2C7EFF4D6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5419725"/>
              <a:ext cx="5638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所以   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中根向量的最高级数是</a:t>
              </a:r>
              <a:r>
                <a:rPr lang="zh-CN" altLang="en-US" sz="2400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，小于</a:t>
              </a:r>
              <a:r>
                <a:rPr lang="zh-CN" altLang="en-US" sz="2400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3.</a:t>
              </a:r>
            </a:p>
          </p:txBody>
        </p:sp>
        <p:graphicFrame>
          <p:nvGraphicFramePr>
            <p:cNvPr id="27661" name="Object 48">
              <a:extLst>
                <a:ext uri="{FF2B5EF4-FFF2-40B4-BE49-F238E27FC236}">
                  <a16:creationId xmlns:a16="http://schemas.microsoft.com/office/drawing/2014/main" id="{CD9852A6-94DC-43A3-E9A3-701F274762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01750" y="5457825"/>
            <a:ext cx="457200" cy="407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6" r:id="rId37" imgW="6146800" imgH="5562600" progId="Equation.3">
                    <p:embed/>
                  </p:oleObj>
                </mc:Choice>
                <mc:Fallback>
                  <p:oleObj r:id="rId37" imgW="6146800" imgH="5562600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1750" y="5457825"/>
                          <a:ext cx="457200" cy="407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652" name="灯片编号占位符 35">
            <a:extLst>
              <a:ext uri="{FF2B5EF4-FFF2-40B4-BE49-F238E27FC236}">
                <a16:creationId xmlns:a16="http://schemas.microsoft.com/office/drawing/2014/main" id="{EE0DFC1B-E811-2055-8CDF-58222B4E9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E9198B-55D2-5B48-B1C8-1B79BA344BAC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4" name="Object 5">
            <a:extLst>
              <a:ext uri="{FF2B5EF4-FFF2-40B4-BE49-F238E27FC236}">
                <a16:creationId xmlns:a16="http://schemas.microsoft.com/office/drawing/2014/main" id="{8D326173-57A1-F0D0-67ED-DB5E8632C4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1058863"/>
          <a:ext cx="236220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r:id="rId3" imgW="30137100" imgH="5854700" progId="Equation.3">
                  <p:embed/>
                </p:oleObj>
              </mc:Choice>
              <mc:Fallback>
                <p:oleObj r:id="rId3" imgW="30137100" imgH="5854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058863"/>
                        <a:ext cx="236220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30">
            <a:extLst>
              <a:ext uri="{FF2B5EF4-FFF2-40B4-BE49-F238E27FC236}">
                <a16:creationId xmlns:a16="http://schemas.microsoft.com/office/drawing/2014/main" id="{285E141B-1FF5-9730-0A4E-26917F7D1A6F}"/>
              </a:ext>
            </a:extLst>
          </p:cNvPr>
          <p:cNvGrpSpPr>
            <a:grpSpLocks/>
          </p:cNvGrpSpPr>
          <p:nvPr/>
        </p:nvGrpSpPr>
        <p:grpSpPr bwMode="auto">
          <a:xfrm>
            <a:off x="1101725" y="476250"/>
            <a:ext cx="5991225" cy="506413"/>
            <a:chOff x="1101725" y="476250"/>
            <a:chExt cx="5991225" cy="506413"/>
          </a:xfrm>
        </p:grpSpPr>
        <p:graphicFrame>
          <p:nvGraphicFramePr>
            <p:cNvPr id="28701" name="Object 7">
              <a:extLst>
                <a:ext uri="{FF2B5EF4-FFF2-40B4-BE49-F238E27FC236}">
                  <a16:creationId xmlns:a16="http://schemas.microsoft.com/office/drawing/2014/main" id="{8B43C933-1FDC-CDB1-A615-DB427BA379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75125" y="576263"/>
            <a:ext cx="287338" cy="31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3" r:id="rId5" imgW="2628900" imgH="2921000" progId="Equation.3">
                    <p:embed/>
                  </p:oleObj>
                </mc:Choice>
                <mc:Fallback>
                  <p:oleObj r:id="rId5" imgW="2628900" imgH="29210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5125" y="576263"/>
                          <a:ext cx="287338" cy="311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2" name="Object 6">
              <a:extLst>
                <a:ext uri="{FF2B5EF4-FFF2-40B4-BE49-F238E27FC236}">
                  <a16:creationId xmlns:a16="http://schemas.microsoft.com/office/drawing/2014/main" id="{D1243C52-9414-9E4D-6691-03B80603E5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64125" y="525463"/>
            <a:ext cx="36195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4" r:id="rId7" imgW="4102100" imgH="5270500" progId="Equation.3">
                    <p:embed/>
                  </p:oleObj>
                </mc:Choice>
                <mc:Fallback>
                  <p:oleObj r:id="rId7" imgW="4102100" imgH="52705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4125" y="525463"/>
                          <a:ext cx="361950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703" name="组合 26">
              <a:extLst>
                <a:ext uri="{FF2B5EF4-FFF2-40B4-BE49-F238E27FC236}">
                  <a16:creationId xmlns:a16="http://schemas.microsoft.com/office/drawing/2014/main" id="{88044D79-1EEC-B62F-C52E-ED1ECE8282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1725" y="476250"/>
              <a:ext cx="5991225" cy="457200"/>
              <a:chOff x="1101725" y="476250"/>
              <a:chExt cx="5991225" cy="457200"/>
            </a:xfrm>
          </p:grpSpPr>
          <p:graphicFrame>
            <p:nvGraphicFramePr>
              <p:cNvPr id="28704" name="Object 20">
                <a:extLst>
                  <a:ext uri="{FF2B5EF4-FFF2-40B4-BE49-F238E27FC236}">
                    <a16:creationId xmlns:a16="http://schemas.microsoft.com/office/drawing/2014/main" id="{464959AC-FD01-D07A-F2C4-9DCDEBEAC7F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01725" y="525463"/>
              <a:ext cx="457200" cy="4079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365" r:id="rId9" imgW="6146800" imgH="5562600" progId="Equation.3">
                      <p:embed/>
                    </p:oleObj>
                  </mc:Choice>
                  <mc:Fallback>
                    <p:oleObj r:id="rId9" imgW="6146800" imgH="5562600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1725" y="525463"/>
                            <a:ext cx="457200" cy="4079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705" name="Rectangle 21">
                <a:extLst>
                  <a:ext uri="{FF2B5EF4-FFF2-40B4-BE49-F238E27FC236}">
                    <a16:creationId xmlns:a16="http://schemas.microsoft.com/office/drawing/2014/main" id="{01835FF9-5481-45F1-0935-50BA363842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6525" y="476250"/>
                <a:ext cx="5686425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11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中根向量的最高级数   称为    的</a:t>
                </a:r>
                <a:r>
                  <a:rPr lang="zh-CN" altLang="en-US" sz="2400" u="none">
                    <a:latin typeface="Times New Roman" panose="02020603050405020304" pitchFamily="18" charset="0"/>
                    <a:ea typeface="黑体" panose="02010609060101010101" pitchFamily="49" charset="-122"/>
                  </a:rPr>
                  <a:t>指标</a:t>
                </a:r>
                <a:r>
                  <a:rPr lang="zh-CN" altLang="en-US" sz="2400" u="none"/>
                  <a:t>,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从而</a:t>
                </a:r>
              </a:p>
            </p:txBody>
          </p:sp>
        </p:grpSp>
      </p:grpSp>
      <p:grpSp>
        <p:nvGrpSpPr>
          <p:cNvPr id="6" name="组合 31">
            <a:extLst>
              <a:ext uri="{FF2B5EF4-FFF2-40B4-BE49-F238E27FC236}">
                <a16:creationId xmlns:a16="http://schemas.microsoft.com/office/drawing/2014/main" id="{1BADFF82-DE58-3825-3537-DD3F86266828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1484313"/>
            <a:ext cx="8197850" cy="889000"/>
            <a:chOff x="611188" y="1484313"/>
            <a:chExt cx="8197850" cy="889000"/>
          </a:xfrm>
        </p:grpSpPr>
        <p:graphicFrame>
          <p:nvGraphicFramePr>
            <p:cNvPr id="28695" name="Object 4">
              <a:extLst>
                <a:ext uri="{FF2B5EF4-FFF2-40B4-BE49-F238E27FC236}">
                  <a16:creationId xmlns:a16="http://schemas.microsoft.com/office/drawing/2014/main" id="{86A3201A-86AD-7675-BC00-935C6478E1C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53125" y="1524000"/>
            <a:ext cx="328613" cy="415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6" r:id="rId12" imgW="4102100" imgH="5270500" progId="Equation.3">
                    <p:embed/>
                  </p:oleObj>
                </mc:Choice>
                <mc:Fallback>
                  <p:oleObj r:id="rId12" imgW="4102100" imgH="52705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53125" y="1524000"/>
                          <a:ext cx="328613" cy="415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6" name="Object 3">
              <a:extLst>
                <a:ext uri="{FF2B5EF4-FFF2-40B4-BE49-F238E27FC236}">
                  <a16:creationId xmlns:a16="http://schemas.microsoft.com/office/drawing/2014/main" id="{44434909-03BB-A5A7-B76B-651B065653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81525" y="1584325"/>
            <a:ext cx="255588" cy="276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7" r:id="rId14" imgW="2628900" imgH="2921000" progId="Equation.3">
                    <p:embed/>
                  </p:oleObj>
                </mc:Choice>
                <mc:Fallback>
                  <p:oleObj r:id="rId14" imgW="2628900" imgH="29210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1525" y="1584325"/>
                          <a:ext cx="255588" cy="276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7" name="Object 2">
              <a:extLst>
                <a:ext uri="{FF2B5EF4-FFF2-40B4-BE49-F238E27FC236}">
                  <a16:creationId xmlns:a16="http://schemas.microsoft.com/office/drawing/2014/main" id="{EF10EF40-A6B4-C91F-4026-821E9235BF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73425" y="1558925"/>
            <a:ext cx="30162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8" r:id="rId15" imgW="4102100" imgH="5270500" progId="Equation.3">
                    <p:embed/>
                  </p:oleObj>
                </mc:Choice>
                <mc:Fallback>
                  <p:oleObj r:id="rId15" imgW="4102100" imgH="52705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3425" y="1558925"/>
                          <a:ext cx="30162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698" name="组合 27">
              <a:extLst>
                <a:ext uri="{FF2B5EF4-FFF2-40B4-BE49-F238E27FC236}">
                  <a16:creationId xmlns:a16="http://schemas.microsoft.com/office/drawing/2014/main" id="{61C21E26-CA06-4162-E9D8-DCB8401BD4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1188" y="1484313"/>
              <a:ext cx="8197850" cy="889000"/>
              <a:chOff x="611188" y="1484313"/>
              <a:chExt cx="8197850" cy="889000"/>
            </a:xfrm>
          </p:grpSpPr>
          <p:sp>
            <p:nvSpPr>
              <p:cNvPr id="28699" name="Rectangle 14">
                <a:extLst>
                  <a:ext uri="{FF2B5EF4-FFF2-40B4-BE49-F238E27FC236}">
                    <a16:creationId xmlns:a16="http://schemas.microsoft.com/office/drawing/2014/main" id="{9011D69D-FE83-C9B4-8340-60F7E1C053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188" y="1916113"/>
                <a:ext cx="3313112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11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u="none"/>
                  <a:t>Jordan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块的最大阶数</a:t>
                </a:r>
                <a:r>
                  <a:rPr lang="zh-CN" altLang="en-US" sz="2400" u="none"/>
                  <a:t>.</a:t>
                </a:r>
                <a:endParaRPr lang="zh-CN" altLang="en-US" sz="2400" u="none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00" name="Rectangle 23">
                <a:extLst>
                  <a:ext uri="{FF2B5EF4-FFF2-40B4-BE49-F238E27FC236}">
                    <a16:creationId xmlns:a16="http://schemas.microsoft.com/office/drawing/2014/main" id="{1A69C653-769C-4288-4ED5-63B4EB08BF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325" y="1484313"/>
                <a:ext cx="7732713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11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我们将会知道,</a:t>
                </a:r>
                <a:r>
                  <a:rPr lang="zh-CN" altLang="en-US" sz="2400" u="none"/>
                  <a:t>     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的指标   即是关于    的子</a:t>
                </a:r>
                <a:r>
                  <a:rPr lang="en-US" altLang="zh-CN" sz="2400" u="none"/>
                  <a:t>Jordan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矩阵中</a:t>
                </a:r>
              </a:p>
            </p:txBody>
          </p:sp>
        </p:grpSp>
      </p:grpSp>
      <p:graphicFrame>
        <p:nvGraphicFramePr>
          <p:cNvPr id="15371" name="Object 26">
            <a:extLst>
              <a:ext uri="{FF2B5EF4-FFF2-40B4-BE49-F238E27FC236}">
                <a16:creationId xmlns:a16="http://schemas.microsoft.com/office/drawing/2014/main" id="{438A7C97-9163-961B-891E-8E0D3BF9AE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9488" y="3111500"/>
          <a:ext cx="43434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r:id="rId17" imgW="57924700" imgH="6146800" progId="Equation.3">
                  <p:embed/>
                </p:oleObj>
              </mc:Choice>
              <mc:Fallback>
                <p:oleObj r:id="rId17" imgW="57924700" imgH="61468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9488" y="3111500"/>
                        <a:ext cx="43434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32">
            <a:extLst>
              <a:ext uri="{FF2B5EF4-FFF2-40B4-BE49-F238E27FC236}">
                <a16:creationId xmlns:a16="http://schemas.microsoft.com/office/drawing/2014/main" id="{88EB2C3C-EFDF-8D01-782D-543672D07EAC}"/>
              </a:ext>
            </a:extLst>
          </p:cNvPr>
          <p:cNvGrpSpPr>
            <a:grpSpLocks/>
          </p:cNvGrpSpPr>
          <p:nvPr/>
        </p:nvGrpSpPr>
        <p:grpSpPr bwMode="auto">
          <a:xfrm>
            <a:off x="649288" y="2601913"/>
            <a:ext cx="4845050" cy="457200"/>
            <a:chOff x="649288" y="2601913"/>
            <a:chExt cx="4845050" cy="457200"/>
          </a:xfrm>
        </p:grpSpPr>
        <p:graphicFrame>
          <p:nvGraphicFramePr>
            <p:cNvPr id="28692" name="Object 24">
              <a:extLst>
                <a:ext uri="{FF2B5EF4-FFF2-40B4-BE49-F238E27FC236}">
                  <a16:creationId xmlns:a16="http://schemas.microsoft.com/office/drawing/2014/main" id="{0B68E8DC-659D-5924-BB8D-96C3BC7CF0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92288" y="2678113"/>
            <a:ext cx="28575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0" r:id="rId19" imgW="2921000" imgH="3213100" progId="Equation.3">
                    <p:embed/>
                  </p:oleObj>
                </mc:Choice>
                <mc:Fallback>
                  <p:oleObj r:id="rId19" imgW="2921000" imgH="32131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2288" y="2678113"/>
                          <a:ext cx="28575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3" name="Object 25">
              <a:extLst>
                <a:ext uri="{FF2B5EF4-FFF2-40B4-BE49-F238E27FC236}">
                  <a16:creationId xmlns:a16="http://schemas.microsoft.com/office/drawing/2014/main" id="{49DFAE6B-E672-0D2B-71E7-EBB02495F2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35288" y="2678113"/>
            <a:ext cx="296862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1" r:id="rId21" imgW="3505200" imgH="3797300" progId="Equation.3">
                    <p:embed/>
                  </p:oleObj>
                </mc:Choice>
                <mc:Fallback>
                  <p:oleObj r:id="rId21" imgW="3505200" imgH="379730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5288" y="2678113"/>
                          <a:ext cx="296862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4" name="Rectangle 32">
              <a:extLst>
                <a:ext uri="{FF2B5EF4-FFF2-40B4-BE49-F238E27FC236}">
                  <a16:creationId xmlns:a16="http://schemas.microsoft.com/office/drawing/2014/main" id="{97A79743-1465-7201-9291-DAEC80453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288" y="2601913"/>
              <a:ext cx="48450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1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定理</a:t>
              </a:r>
              <a:r>
                <a:rPr lang="zh-CN" altLang="en-US" sz="2400" b="1" u="none">
                  <a:ea typeface="黑体" panose="02010609060101010101" pitchFamily="49" charset="-122"/>
                </a:rPr>
                <a:t> 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 设   阶方阵    的特征多项式为</a:t>
              </a:r>
            </a:p>
          </p:txBody>
        </p:sp>
      </p:grpSp>
      <p:grpSp>
        <p:nvGrpSpPr>
          <p:cNvPr id="9" name="组合 33">
            <a:extLst>
              <a:ext uri="{FF2B5EF4-FFF2-40B4-BE49-F238E27FC236}">
                <a16:creationId xmlns:a16="http://schemas.microsoft.com/office/drawing/2014/main" id="{5C638162-C5B2-5115-CC77-8BB99F7092C8}"/>
              </a:ext>
            </a:extLst>
          </p:cNvPr>
          <p:cNvGrpSpPr>
            <a:grpSpLocks/>
          </p:cNvGrpSpPr>
          <p:nvPr/>
        </p:nvGrpSpPr>
        <p:grpSpPr bwMode="auto">
          <a:xfrm>
            <a:off x="687388" y="3668713"/>
            <a:ext cx="7277100" cy="1143000"/>
            <a:chOff x="687388" y="3668713"/>
            <a:chExt cx="7277100" cy="1143000"/>
          </a:xfrm>
        </p:grpSpPr>
        <p:graphicFrame>
          <p:nvGraphicFramePr>
            <p:cNvPr id="28683" name="Object 29">
              <a:extLst>
                <a:ext uri="{FF2B5EF4-FFF2-40B4-BE49-F238E27FC236}">
                  <a16:creationId xmlns:a16="http://schemas.microsoft.com/office/drawing/2014/main" id="{A0D65701-AEC5-AF7D-E8DB-BB28A557D11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68688" y="3744913"/>
            <a:ext cx="287337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2" r:id="rId23" imgW="3505200" imgH="3797300" progId="Equation.3">
                    <p:embed/>
                  </p:oleObj>
                </mc:Choice>
                <mc:Fallback>
                  <p:oleObj r:id="rId23" imgW="3505200" imgH="379730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8688" y="3744913"/>
                          <a:ext cx="287337" cy="304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684" name="组合 28">
              <a:extLst>
                <a:ext uri="{FF2B5EF4-FFF2-40B4-BE49-F238E27FC236}">
                  <a16:creationId xmlns:a16="http://schemas.microsoft.com/office/drawing/2014/main" id="{FCA11FC8-5080-47C8-3A18-9E9D30F55A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388" y="3668713"/>
              <a:ext cx="7277100" cy="1143000"/>
              <a:chOff x="687388" y="3668713"/>
              <a:chExt cx="7277100" cy="1143000"/>
            </a:xfrm>
          </p:grpSpPr>
          <p:graphicFrame>
            <p:nvGraphicFramePr>
              <p:cNvPr id="28685" name="Object 27">
                <a:extLst>
                  <a:ext uri="{FF2B5EF4-FFF2-40B4-BE49-F238E27FC236}">
                    <a16:creationId xmlns:a16="http://schemas.microsoft.com/office/drawing/2014/main" id="{BF8FEF8F-C1F2-B9D0-DD1E-F762B7D3647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73188" y="3732213"/>
              <a:ext cx="280987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373" r:id="rId25" imgW="3797300" imgH="4978400" progId="Equation.3">
                      <p:embed/>
                    </p:oleObj>
                  </mc:Choice>
                  <mc:Fallback>
                    <p:oleObj r:id="rId25" imgW="3797300" imgH="4978400" progId="Equation.3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73188" y="3732213"/>
                            <a:ext cx="280987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686" name="Object 28">
                <a:extLst>
                  <a:ext uri="{FF2B5EF4-FFF2-40B4-BE49-F238E27FC236}">
                    <a16:creationId xmlns:a16="http://schemas.microsoft.com/office/drawing/2014/main" id="{02DF716B-1C4F-818A-1D19-26C9EF020A9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54188" y="3732213"/>
              <a:ext cx="1295400" cy="3746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374" r:id="rId27" imgW="13462000" imgH="5562600" progId="Equation.3">
                      <p:embed/>
                    </p:oleObj>
                  </mc:Choice>
                  <mc:Fallback>
                    <p:oleObj r:id="rId27" imgW="13462000" imgH="5562600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54188" y="3732213"/>
                            <a:ext cx="1295400" cy="3746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687" name="Object 30">
                <a:extLst>
                  <a:ext uri="{FF2B5EF4-FFF2-40B4-BE49-F238E27FC236}">
                    <a16:creationId xmlns:a16="http://schemas.microsoft.com/office/drawing/2014/main" id="{DFC21897-7279-C51D-A603-9626E2DCC6A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92888" y="3714750"/>
              <a:ext cx="1371600" cy="4111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375" r:id="rId29" imgW="17551400" imgH="5270500" progId="Equation.3">
                      <p:embed/>
                    </p:oleObj>
                  </mc:Choice>
                  <mc:Fallback>
                    <p:oleObj r:id="rId29" imgW="17551400" imgH="5270500" progId="Equation.3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92888" y="3714750"/>
                            <a:ext cx="1371600" cy="4111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688" name="Rectangle 33">
                <a:extLst>
                  <a:ext uri="{FF2B5EF4-FFF2-40B4-BE49-F238E27FC236}">
                    <a16:creationId xmlns:a16="http://schemas.microsoft.com/office/drawing/2014/main" id="{1CF4D528-1E02-6237-017B-D9B35DA5E2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5488" y="3668713"/>
                <a:ext cx="7937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11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其中</a:t>
                </a:r>
              </a:p>
            </p:txBody>
          </p:sp>
          <p:sp>
            <p:nvSpPr>
              <p:cNvPr id="28689" name="Rectangle 34">
                <a:extLst>
                  <a:ext uri="{FF2B5EF4-FFF2-40B4-BE49-F238E27FC236}">
                    <a16:creationId xmlns:a16="http://schemas.microsoft.com/office/drawing/2014/main" id="{8C6CEF33-F33E-E02F-4AA0-66F7C1B877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5288" y="3668713"/>
                <a:ext cx="64633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11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  是</a:t>
                </a:r>
              </a:p>
            </p:txBody>
          </p:sp>
          <p:sp>
            <p:nvSpPr>
              <p:cNvPr id="28690" name="Rectangle 35">
                <a:extLst>
                  <a:ext uri="{FF2B5EF4-FFF2-40B4-BE49-F238E27FC236}">
                    <a16:creationId xmlns:a16="http://schemas.microsoft.com/office/drawing/2014/main" id="{FF66826B-8F5E-65A2-9B16-3BC1507738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3788" y="3681413"/>
                <a:ext cx="3019425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11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的所有不同的特征值</a:t>
                </a:r>
                <a:r>
                  <a:rPr lang="zh-CN" altLang="en-US" sz="2400" u="none"/>
                  <a:t>,</a:t>
                </a:r>
              </a:p>
            </p:txBody>
          </p:sp>
          <p:sp>
            <p:nvSpPr>
              <p:cNvPr id="28691" name="Rectangle 36">
                <a:extLst>
                  <a:ext uri="{FF2B5EF4-FFF2-40B4-BE49-F238E27FC236}">
                    <a16:creationId xmlns:a16="http://schemas.microsoft.com/office/drawing/2014/main" id="{A562EFD5-8B92-C48D-751E-E9CE812D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7388" y="4354513"/>
                <a:ext cx="3384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11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是相应的代数重数,则有</a:t>
                </a:r>
              </a:p>
            </p:txBody>
          </p:sp>
        </p:grpSp>
      </p:grpSp>
      <p:grpSp>
        <p:nvGrpSpPr>
          <p:cNvPr id="11" name="组合 29">
            <a:extLst>
              <a:ext uri="{FF2B5EF4-FFF2-40B4-BE49-F238E27FC236}">
                <a16:creationId xmlns:a16="http://schemas.microsoft.com/office/drawing/2014/main" id="{3EF78EDD-8482-C512-9A80-930C9ED9FA0C}"/>
              </a:ext>
            </a:extLst>
          </p:cNvPr>
          <p:cNvGrpSpPr>
            <a:grpSpLocks/>
          </p:cNvGrpSpPr>
          <p:nvPr/>
        </p:nvGrpSpPr>
        <p:grpSpPr bwMode="auto">
          <a:xfrm>
            <a:off x="2782888" y="4849813"/>
            <a:ext cx="5676900" cy="523875"/>
            <a:chOff x="2782888" y="4849813"/>
            <a:chExt cx="5676900" cy="523875"/>
          </a:xfrm>
        </p:grpSpPr>
        <p:graphicFrame>
          <p:nvGraphicFramePr>
            <p:cNvPr id="28681" name="Object 31">
              <a:extLst>
                <a:ext uri="{FF2B5EF4-FFF2-40B4-BE49-F238E27FC236}">
                  <a16:creationId xmlns:a16="http://schemas.microsoft.com/office/drawing/2014/main" id="{5D3A824E-4784-056D-38F6-D89207A3C7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2888" y="4929188"/>
            <a:ext cx="29718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6" r:id="rId31" imgW="39789100" imgH="5854700" progId="Equation.3">
                    <p:embed/>
                  </p:oleObj>
                </mc:Choice>
                <mc:Fallback>
                  <p:oleObj r:id="rId31" imgW="39789100" imgH="585470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2888" y="4929188"/>
                          <a:ext cx="2971800" cy="444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2" name="Rectangle 37">
              <a:extLst>
                <a:ext uri="{FF2B5EF4-FFF2-40B4-BE49-F238E27FC236}">
                  <a16:creationId xmlns:a16="http://schemas.microsoft.com/office/drawing/2014/main" id="{1F7F6ACB-59D9-EB4F-96D9-8E251AE05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8838" y="4849813"/>
              <a:ext cx="1250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1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(2.2-6)</a:t>
              </a:r>
            </a:p>
          </p:txBody>
        </p:sp>
      </p:grpSp>
      <p:sp>
        <p:nvSpPr>
          <p:cNvPr id="28680" name="灯片编号占位符 25">
            <a:extLst>
              <a:ext uri="{FF2B5EF4-FFF2-40B4-BE49-F238E27FC236}">
                <a16:creationId xmlns:a16="http://schemas.microsoft.com/office/drawing/2014/main" id="{B26E5C15-7A44-870B-422E-F53298951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1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180F0F-EB2F-D845-9147-589AC789A829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9" name="Text Box 16">
            <a:extLst>
              <a:ext uri="{FF2B5EF4-FFF2-40B4-BE49-F238E27FC236}">
                <a16:creationId xmlns:a16="http://schemas.microsoft.com/office/drawing/2014/main" id="{5A026AB0-DDF0-175C-DBB9-5F70290FE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25" y="404813"/>
            <a:ext cx="6775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solidFill>
                  <a:srgbClr val="FF0000"/>
                </a:solidFill>
              </a:rPr>
              <a:t>证</a:t>
            </a:r>
            <a:r>
              <a:rPr lang="zh-CN" altLang="en-US" sz="2400" u="none"/>
              <a:t>  由前述有关根向量线性无关性的两个定理可知</a:t>
            </a:r>
          </a:p>
        </p:txBody>
      </p:sp>
      <p:graphicFrame>
        <p:nvGraphicFramePr>
          <p:cNvPr id="16386" name="Object 17">
            <a:extLst>
              <a:ext uri="{FF2B5EF4-FFF2-40B4-BE49-F238E27FC236}">
                <a16:creationId xmlns:a16="http://schemas.microsoft.com/office/drawing/2014/main" id="{D7C08ECE-1A33-A54A-2EF9-D47547DF28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908050"/>
          <a:ext cx="60960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4" imgW="70510400" imgH="5854700" progId="Equation.3">
                  <p:embed/>
                </p:oleObj>
              </mc:Choice>
              <mc:Fallback>
                <p:oleObj name="Equation" r:id="rId4" imgW="70510400" imgH="58547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908050"/>
                        <a:ext cx="60960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27">
            <a:extLst>
              <a:ext uri="{FF2B5EF4-FFF2-40B4-BE49-F238E27FC236}">
                <a16:creationId xmlns:a16="http://schemas.microsoft.com/office/drawing/2014/main" id="{F42E9096-1CBF-2C74-D6A5-D527623978E9}"/>
              </a:ext>
            </a:extLst>
          </p:cNvPr>
          <p:cNvGrpSpPr>
            <a:grpSpLocks/>
          </p:cNvGrpSpPr>
          <p:nvPr/>
        </p:nvGrpSpPr>
        <p:grpSpPr bwMode="auto">
          <a:xfrm>
            <a:off x="547688" y="1384300"/>
            <a:ext cx="5275262" cy="457200"/>
            <a:chOff x="547688" y="1384300"/>
            <a:chExt cx="5275262" cy="457200"/>
          </a:xfrm>
        </p:grpSpPr>
        <p:sp>
          <p:nvSpPr>
            <p:cNvPr id="29727" name="Text Box 18">
              <a:extLst>
                <a:ext uri="{FF2B5EF4-FFF2-40B4-BE49-F238E27FC236}">
                  <a16:creationId xmlns:a16="http://schemas.microsoft.com/office/drawing/2014/main" id="{B2E0EBF7-C7A0-6292-E100-0B49BCD07C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688" y="1384300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又因</a:t>
              </a:r>
            </a:p>
          </p:txBody>
        </p:sp>
        <p:graphicFrame>
          <p:nvGraphicFramePr>
            <p:cNvPr id="29728" name="Object 19">
              <a:extLst>
                <a:ext uri="{FF2B5EF4-FFF2-40B4-BE49-F238E27FC236}">
                  <a16:creationId xmlns:a16="http://schemas.microsoft.com/office/drawing/2014/main" id="{0CE8B378-D05F-0895-F158-02FFD91CC9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16025" y="1422400"/>
            <a:ext cx="460692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87" name="公式" r:id="rId6" imgW="67297300" imgH="5270500" progId="Equation.3">
                    <p:embed/>
                  </p:oleObj>
                </mc:Choice>
                <mc:Fallback>
                  <p:oleObj name="公式" r:id="rId6" imgW="67297300" imgH="52705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6025" y="1422400"/>
                          <a:ext cx="460692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401" name="Text Box 20">
            <a:extLst>
              <a:ext uri="{FF2B5EF4-FFF2-40B4-BE49-F238E27FC236}">
                <a16:creationId xmlns:a16="http://schemas.microsoft.com/office/drawing/2014/main" id="{3498CFA5-206A-B063-CEA9-D101B955F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5813" y="1341438"/>
            <a:ext cx="288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/>
              <a:t>故（2.1-11）式给出</a:t>
            </a:r>
          </a:p>
        </p:txBody>
      </p:sp>
      <p:graphicFrame>
        <p:nvGraphicFramePr>
          <p:cNvPr id="16388" name="Object 21">
            <a:extLst>
              <a:ext uri="{FF2B5EF4-FFF2-40B4-BE49-F238E27FC236}">
                <a16:creationId xmlns:a16="http://schemas.microsoft.com/office/drawing/2014/main" id="{A02F3BC1-1FB1-9FB9-F496-BB5521F534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8525" y="1844675"/>
          <a:ext cx="4419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8" imgW="52374800" imgH="5562600" progId="Equation.3">
                  <p:embed/>
                </p:oleObj>
              </mc:Choice>
              <mc:Fallback>
                <p:oleObj name="Equation" r:id="rId8" imgW="52374800" imgH="55626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525" y="1844675"/>
                        <a:ext cx="4419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9">
            <a:extLst>
              <a:ext uri="{FF2B5EF4-FFF2-40B4-BE49-F238E27FC236}">
                <a16:creationId xmlns:a16="http://schemas.microsoft.com/office/drawing/2014/main" id="{8C3ABFBB-0A29-D299-D0AE-4CD2D0551AF2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3500438"/>
            <a:ext cx="8210550" cy="962025"/>
            <a:chOff x="323850" y="3500438"/>
            <a:chExt cx="8210550" cy="962025"/>
          </a:xfrm>
        </p:grpSpPr>
        <p:sp>
          <p:nvSpPr>
            <p:cNvPr id="29722" name="Rectangle 22">
              <a:extLst>
                <a:ext uri="{FF2B5EF4-FFF2-40B4-BE49-F238E27FC236}">
                  <a16:creationId xmlns:a16="http://schemas.microsoft.com/office/drawing/2014/main" id="{41E1728F-F76A-7730-D842-D20C7A650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50" y="4005263"/>
              <a:ext cx="7772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indent="26670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征值的各级根向量.1级根向量可以解齐次线性方程组</a:t>
              </a:r>
              <a:endParaRPr lang="zh-CN" altLang="en-US" sz="2400" u="none">
                <a:latin typeface="Times New Roman" panose="02020603050405020304" pitchFamily="18" charset="0"/>
              </a:endParaRPr>
            </a:p>
          </p:txBody>
        </p:sp>
        <p:grpSp>
          <p:nvGrpSpPr>
            <p:cNvPr id="29723" name="Group 23">
              <a:extLst>
                <a:ext uri="{FF2B5EF4-FFF2-40B4-BE49-F238E27FC236}">
                  <a16:creationId xmlns:a16="http://schemas.microsoft.com/office/drawing/2014/main" id="{B0A23287-4D46-82D6-0C56-4E274DFF33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7450" y="3500438"/>
              <a:ext cx="7346950" cy="457200"/>
              <a:chOff x="756" y="2544"/>
              <a:chExt cx="4628" cy="288"/>
            </a:xfrm>
          </p:grpSpPr>
          <p:sp>
            <p:nvSpPr>
              <p:cNvPr id="29724" name="Rectangle 24">
                <a:extLst>
                  <a:ext uri="{FF2B5EF4-FFF2-40B4-BE49-F238E27FC236}">
                    <a16:creationId xmlns:a16="http://schemas.microsoft.com/office/drawing/2014/main" id="{663058D8-3723-1F5C-2E50-1F31F734EA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6" y="2544"/>
                <a:ext cx="462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把  相似简化为</a:t>
                </a:r>
                <a:r>
                  <a:rPr lang="en-US" altLang="zh-CN" sz="2400" u="none">
                    <a:latin typeface="宋体" panose="02010600030101010101" pitchFamily="2" charset="-122"/>
                  </a:rPr>
                  <a:t>Jordan</a:t>
                </a:r>
                <a:r>
                  <a:rPr lang="zh-CN" altLang="en-US" sz="2400" u="none">
                    <a:latin typeface="宋体" panose="02010600030101010101" pitchFamily="2" charset="-122"/>
                  </a:rPr>
                  <a:t>矩阵的关键是,寻找  关于其特</a:t>
                </a:r>
              </a:p>
            </p:txBody>
          </p:sp>
          <p:graphicFrame>
            <p:nvGraphicFramePr>
              <p:cNvPr id="29725" name="Object 25">
                <a:extLst>
                  <a:ext uri="{FF2B5EF4-FFF2-40B4-BE49-F238E27FC236}">
                    <a16:creationId xmlns:a16="http://schemas.microsoft.com/office/drawing/2014/main" id="{1268E389-BCAE-F7D6-4CBF-0AA0B8A27C1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68" y="2576"/>
              <a:ext cx="207" cy="2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89" r:id="rId10" imgW="3505200" imgH="3797300" progId="Equation.3">
                      <p:embed/>
                    </p:oleObj>
                  </mc:Choice>
                  <mc:Fallback>
                    <p:oleObj r:id="rId10" imgW="3505200" imgH="3797300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8" y="2576"/>
                            <a:ext cx="207" cy="2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26" name="Object 26">
                <a:extLst>
                  <a:ext uri="{FF2B5EF4-FFF2-40B4-BE49-F238E27FC236}">
                    <a16:creationId xmlns:a16="http://schemas.microsoft.com/office/drawing/2014/main" id="{CCBD569C-AE97-1CB7-C0EF-73E94E4594F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92" y="2580"/>
              <a:ext cx="207" cy="2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90" r:id="rId12" imgW="3505200" imgH="3797300" progId="Equation.3">
                      <p:embed/>
                    </p:oleObj>
                  </mc:Choice>
                  <mc:Fallback>
                    <p:oleObj r:id="rId12" imgW="3505200" imgH="3797300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92" y="2580"/>
                            <a:ext cx="207" cy="2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" name="组合 28">
            <a:extLst>
              <a:ext uri="{FF2B5EF4-FFF2-40B4-BE49-F238E27FC236}">
                <a16:creationId xmlns:a16="http://schemas.microsoft.com/office/drawing/2014/main" id="{5C5AB143-246B-3958-543C-5B1833A73181}"/>
              </a:ext>
            </a:extLst>
          </p:cNvPr>
          <p:cNvGrpSpPr>
            <a:grpSpLocks/>
          </p:cNvGrpSpPr>
          <p:nvPr/>
        </p:nvGrpSpPr>
        <p:grpSpPr bwMode="auto">
          <a:xfrm>
            <a:off x="549275" y="2133600"/>
            <a:ext cx="6299200" cy="857250"/>
            <a:chOff x="549275" y="2133600"/>
            <a:chExt cx="6299200" cy="857250"/>
          </a:xfrm>
        </p:grpSpPr>
        <p:sp>
          <p:nvSpPr>
            <p:cNvPr id="29720" name="Text Box 27">
              <a:extLst>
                <a:ext uri="{FF2B5EF4-FFF2-40B4-BE49-F238E27FC236}">
                  <a16:creationId xmlns:a16="http://schemas.microsoft.com/office/drawing/2014/main" id="{D76588D7-942E-7FED-71C2-763F589A0D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275" y="2133600"/>
              <a:ext cx="1098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因而有</a:t>
              </a:r>
            </a:p>
          </p:txBody>
        </p:sp>
        <p:graphicFrame>
          <p:nvGraphicFramePr>
            <p:cNvPr id="29721" name="Object 28">
              <a:extLst>
                <a:ext uri="{FF2B5EF4-FFF2-40B4-BE49-F238E27FC236}">
                  <a16:creationId xmlns:a16="http://schemas.microsoft.com/office/drawing/2014/main" id="{0E164AE2-BECA-5B06-B645-A91C63AB78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24075" y="2492375"/>
            <a:ext cx="4724400" cy="498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1" name="Equation" r:id="rId14" imgW="52666900" imgH="5562600" progId="Equation.3">
                    <p:embed/>
                  </p:oleObj>
                </mc:Choice>
                <mc:Fallback>
                  <p:oleObj name="Equation" r:id="rId14" imgW="52666900" imgH="55626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4075" y="2492375"/>
                          <a:ext cx="4724400" cy="498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405" name="Text Box 29">
            <a:extLst>
              <a:ext uri="{FF2B5EF4-FFF2-40B4-BE49-F238E27FC236}">
                <a16:creationId xmlns:a16="http://schemas.microsoft.com/office/drawing/2014/main" id="{62020394-BDA2-6016-EEAA-17FCC686B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997200"/>
            <a:ext cx="280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/>
              <a:t>即（2.2-6）式成立.</a:t>
            </a:r>
          </a:p>
        </p:txBody>
      </p:sp>
      <p:graphicFrame>
        <p:nvGraphicFramePr>
          <p:cNvPr id="16390" name="Object 30">
            <a:extLst>
              <a:ext uri="{FF2B5EF4-FFF2-40B4-BE49-F238E27FC236}">
                <a16:creationId xmlns:a16="http://schemas.microsoft.com/office/drawing/2014/main" id="{1D961C49-7DD7-FC13-52D7-FCF5EF6B03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4581525"/>
          <a:ext cx="30480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r:id="rId16" imgW="38036500" imgH="5270500" progId="Equation.3">
                  <p:embed/>
                </p:oleObj>
              </mc:Choice>
              <mc:Fallback>
                <p:oleObj r:id="rId16" imgW="38036500" imgH="52705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581525"/>
                        <a:ext cx="304800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32">
            <a:extLst>
              <a:ext uri="{FF2B5EF4-FFF2-40B4-BE49-F238E27FC236}">
                <a16:creationId xmlns:a16="http://schemas.microsoft.com/office/drawing/2014/main" id="{CF9F07FB-3C71-3DF0-927A-7F085B588BF3}"/>
              </a:ext>
            </a:extLst>
          </p:cNvPr>
          <p:cNvGrpSpPr>
            <a:grpSpLocks/>
          </p:cNvGrpSpPr>
          <p:nvPr/>
        </p:nvGrpSpPr>
        <p:grpSpPr bwMode="auto">
          <a:xfrm>
            <a:off x="555625" y="4949825"/>
            <a:ext cx="8048625" cy="1528763"/>
            <a:chOff x="555625" y="4949825"/>
            <a:chExt cx="8048625" cy="1528763"/>
          </a:xfrm>
        </p:grpSpPr>
        <p:graphicFrame>
          <p:nvGraphicFramePr>
            <p:cNvPr id="29708" name="Object 35">
              <a:extLst>
                <a:ext uri="{FF2B5EF4-FFF2-40B4-BE49-F238E27FC236}">
                  <a16:creationId xmlns:a16="http://schemas.microsoft.com/office/drawing/2014/main" id="{BCAE89B7-B75B-8CCF-4FDF-C7F494B746E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06438" y="5518150"/>
            <a:ext cx="306387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3" r:id="rId18" imgW="3797300" imgH="5270500" progId="Equation.3">
                    <p:embed/>
                  </p:oleObj>
                </mc:Choice>
                <mc:Fallback>
                  <p:oleObj r:id="rId18" imgW="3797300" imgH="527050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6438" y="5518150"/>
                          <a:ext cx="306387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09" name="组合 31">
              <a:extLst>
                <a:ext uri="{FF2B5EF4-FFF2-40B4-BE49-F238E27FC236}">
                  <a16:creationId xmlns:a16="http://schemas.microsoft.com/office/drawing/2014/main" id="{C0741724-F626-62A8-9707-927522C0DA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5625" y="4949825"/>
              <a:ext cx="8048625" cy="1528763"/>
              <a:chOff x="555625" y="4949825"/>
              <a:chExt cx="8048625" cy="1528763"/>
            </a:xfrm>
          </p:grpSpPr>
          <p:grpSp>
            <p:nvGrpSpPr>
              <p:cNvPr id="29710" name="组合 30">
                <a:extLst>
                  <a:ext uri="{FF2B5EF4-FFF2-40B4-BE49-F238E27FC236}">
                    <a16:creationId xmlns:a16="http://schemas.microsoft.com/office/drawing/2014/main" id="{63D00D2A-95D5-53A8-9479-5B549F2BEF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3888" y="4949825"/>
                <a:ext cx="7956550" cy="495300"/>
                <a:chOff x="623888" y="4949825"/>
                <a:chExt cx="7956550" cy="495300"/>
              </a:xfrm>
            </p:grpSpPr>
            <p:sp>
              <p:nvSpPr>
                <p:cNvPr id="29717" name="Rectangle 31">
                  <a:extLst>
                    <a:ext uri="{FF2B5EF4-FFF2-40B4-BE49-F238E27FC236}">
                      <a16:creationId xmlns:a16="http://schemas.microsoft.com/office/drawing/2014/main" id="{29CA4613-5129-0538-A754-B50E17EFE7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3888" y="4949825"/>
                  <a:ext cx="795655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Blip>
                      <a:blip r:embed="rId3"/>
                    </a:buBlip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60000"/>
                    <a:buFont typeface="Wingdings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95000"/>
                    <a:buFont typeface="Wingdings" pitchFamily="2" charset="2"/>
                    <a:buChar char="w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400" u="none">
                      <a:latin typeface="宋体" panose="02010600030101010101" pitchFamily="2" charset="-122"/>
                    </a:rPr>
                    <a:t>求得.如果</a:t>
                  </a:r>
                  <a:r>
                    <a:rPr lang="en-US" altLang="zh-CN" sz="2400" u="none">
                      <a:latin typeface="宋体" panose="02010600030101010101" pitchFamily="2" charset="-122"/>
                    </a:rPr>
                    <a:t>rank          ,</a:t>
                  </a:r>
                  <a:r>
                    <a:rPr lang="zh-CN" altLang="en-US" sz="2400" u="none">
                      <a:latin typeface="宋体" panose="02010600030101010101" pitchFamily="2" charset="-122"/>
                    </a:rPr>
                    <a:t>那么有     个线性无关的属于</a:t>
                  </a:r>
                </a:p>
              </p:txBody>
            </p:sp>
            <p:graphicFrame>
              <p:nvGraphicFramePr>
                <p:cNvPr id="29718" name="Object 32">
                  <a:extLst>
                    <a:ext uri="{FF2B5EF4-FFF2-40B4-BE49-F238E27FC236}">
                      <a16:creationId xmlns:a16="http://schemas.microsoft.com/office/drawing/2014/main" id="{76244053-D540-5AA6-A771-B6EC3EDEB4E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743200" y="5024438"/>
                <a:ext cx="1447800" cy="39528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394" r:id="rId20" imgW="19304000" imgH="5270500" progId="Equation.3">
                        <p:embed/>
                      </p:oleObj>
                    </mc:Choice>
                    <mc:Fallback>
                      <p:oleObj r:id="rId20" imgW="19304000" imgH="5270500" progId="Equation.3">
                        <p:embed/>
                        <p:pic>
                          <p:nvPicPr>
                            <p:cNvPr id="0" name="Object 3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43200" y="5024438"/>
                              <a:ext cx="1447800" cy="39528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19" name="Object 33">
                  <a:extLst>
                    <a:ext uri="{FF2B5EF4-FFF2-40B4-BE49-F238E27FC236}">
                      <a16:creationId xmlns:a16="http://schemas.microsoft.com/office/drawing/2014/main" id="{3302964C-9F45-52F5-BC00-51EDA90E016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5334000" y="5038725"/>
                <a:ext cx="609600" cy="4064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395" r:id="rId22" imgW="7899400" imgH="5270500" progId="Equation.3">
                        <p:embed/>
                      </p:oleObj>
                    </mc:Choice>
                    <mc:Fallback>
                      <p:oleObj r:id="rId22" imgW="7899400" imgH="5270500" progId="Equation.3">
                        <p:embed/>
                        <p:pic>
                          <p:nvPicPr>
                            <p:cNvPr id="0" name="Object 3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334000" y="5038725"/>
                              <a:ext cx="609600" cy="4064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29711" name="Rectangle 34">
                <a:extLst>
                  <a:ext uri="{FF2B5EF4-FFF2-40B4-BE49-F238E27FC236}">
                    <a16:creationId xmlns:a16="http://schemas.microsoft.com/office/drawing/2014/main" id="{664298B8-EE67-6E1D-6C7F-8FB6B3104E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5625" y="5476875"/>
                <a:ext cx="8048625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      的</a:t>
                </a:r>
                <a:r>
                  <a:rPr lang="zh-CN" altLang="en-US" sz="2400" u="none"/>
                  <a:t>1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级根向量</a:t>
                </a:r>
                <a:r>
                  <a:rPr lang="zh-CN" altLang="en-US" sz="2400" u="none"/>
                  <a:t>.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若               </a:t>
                </a:r>
                <a:r>
                  <a:rPr lang="zh-CN" altLang="en-US" sz="2400" u="none"/>
                  <a:t>,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则必有     的</a:t>
                </a:r>
                <a:r>
                  <a:rPr lang="zh-CN" altLang="en-US" sz="2400" u="none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级根向量</a:t>
                </a:r>
                <a:r>
                  <a:rPr lang="zh-CN" altLang="en-US" sz="2400" u="none"/>
                  <a:t>.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按定义</a:t>
                </a:r>
                <a:r>
                  <a:rPr lang="zh-CN" altLang="en-US" sz="2400" u="none"/>
                  <a:t>,</a:t>
                </a:r>
                <a:endParaRPr lang="zh-CN" altLang="en-US" sz="2400" u="none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29712" name="Object 36">
                <a:extLst>
                  <a:ext uri="{FF2B5EF4-FFF2-40B4-BE49-F238E27FC236}">
                    <a16:creationId xmlns:a16="http://schemas.microsoft.com/office/drawing/2014/main" id="{EDD8FF16-AE30-2A77-887D-2932A9422A2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78175" y="5475288"/>
              <a:ext cx="1111250" cy="4238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96" name="Equation" r:id="rId24" imgW="13754100" imgH="5270500" progId="Equation.3">
                      <p:embed/>
                    </p:oleObj>
                  </mc:Choice>
                  <mc:Fallback>
                    <p:oleObj name="Equation" r:id="rId24" imgW="13754100" imgH="5270500" progId="Equation.3">
                      <p:embed/>
                      <p:pic>
                        <p:nvPicPr>
                          <p:cNvPr id="0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78175" y="5475288"/>
                            <a:ext cx="1111250" cy="4238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13" name="Object 37">
                <a:extLst>
                  <a:ext uri="{FF2B5EF4-FFF2-40B4-BE49-F238E27FC236}">
                    <a16:creationId xmlns:a16="http://schemas.microsoft.com/office/drawing/2014/main" id="{6F830026-4B0D-5182-35CD-1B9A8DC2CCC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56225" y="5489575"/>
              <a:ext cx="293688" cy="4143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97" r:id="rId26" imgW="3797300" imgH="5270500" progId="Equation.3">
                      <p:embed/>
                    </p:oleObj>
                  </mc:Choice>
                  <mc:Fallback>
                    <p:oleObj r:id="rId26" imgW="3797300" imgH="5270500" progId="Equation.3">
                      <p:embed/>
                      <p:pic>
                        <p:nvPicPr>
                          <p:cNvPr id="0" name="Object 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56225" y="5489575"/>
                            <a:ext cx="293688" cy="4143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14" name="Rectangle 38">
                <a:extLst>
                  <a:ext uri="{FF2B5EF4-FFF2-40B4-BE49-F238E27FC236}">
                    <a16:creationId xmlns:a16="http://schemas.microsoft.com/office/drawing/2014/main" id="{AD0C2B8B-02A5-FCB0-0F8C-0E7617A313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188" y="5995988"/>
                <a:ext cx="23177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可以通过解方程</a:t>
                </a:r>
              </a:p>
            </p:txBody>
          </p:sp>
          <p:graphicFrame>
            <p:nvGraphicFramePr>
              <p:cNvPr id="29715" name="Object 39">
                <a:extLst>
                  <a:ext uri="{FF2B5EF4-FFF2-40B4-BE49-F238E27FC236}">
                    <a16:creationId xmlns:a16="http://schemas.microsoft.com/office/drawing/2014/main" id="{D0371177-80CA-1205-5686-D5F40DB95DD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7825" y="6021388"/>
              <a:ext cx="3886200" cy="450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98" r:id="rId28" imgW="47104300" imgH="5562600" progId="Equation.3">
                      <p:embed/>
                    </p:oleObj>
                  </mc:Choice>
                  <mc:Fallback>
                    <p:oleObj r:id="rId28" imgW="47104300" imgH="5562600" progId="Equation.3">
                      <p:embed/>
                      <p:pic>
                        <p:nvPicPr>
                          <p:cNvPr id="0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7825" y="6021388"/>
                            <a:ext cx="3886200" cy="4508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16" name="Rectangle 40">
                <a:extLst>
                  <a:ext uri="{FF2B5EF4-FFF2-40B4-BE49-F238E27FC236}">
                    <a16:creationId xmlns:a16="http://schemas.microsoft.com/office/drawing/2014/main" id="{2423E476-28EE-B9ED-468A-F79F26E51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81800" y="6021388"/>
                <a:ext cx="885825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/>
                  <a:t>求得.</a:t>
                </a:r>
              </a:p>
            </p:txBody>
          </p:sp>
        </p:grpSp>
      </p:grpSp>
      <p:sp>
        <p:nvSpPr>
          <p:cNvPr id="29707" name="灯片编号占位符 26">
            <a:extLst>
              <a:ext uri="{FF2B5EF4-FFF2-40B4-BE49-F238E27FC236}">
                <a16:creationId xmlns:a16="http://schemas.microsoft.com/office/drawing/2014/main" id="{D7142093-37F8-2F92-8F72-FB0A239FC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3CC6DD-E958-1B4C-BE0E-ED67FB271B3A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9" grpId="0"/>
      <p:bldP spid="16401" grpId="0"/>
      <p:bldP spid="1640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1" name="Object 9">
            <a:extLst>
              <a:ext uri="{FF2B5EF4-FFF2-40B4-BE49-F238E27FC236}">
                <a16:creationId xmlns:a16="http://schemas.microsoft.com/office/drawing/2014/main" id="{6D5AEB93-2841-606D-5427-553B13DC12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3775" y="2205038"/>
          <a:ext cx="137160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r:id="rId3" imgW="17259300" imgH="5562600" progId="Equation.3">
                  <p:embed/>
                </p:oleObj>
              </mc:Choice>
              <mc:Fallback>
                <p:oleObj r:id="rId3" imgW="17259300" imgH="5562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775" y="2205038"/>
                        <a:ext cx="137160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28">
            <a:extLst>
              <a:ext uri="{FF2B5EF4-FFF2-40B4-BE49-F238E27FC236}">
                <a16:creationId xmlns:a16="http://schemas.microsoft.com/office/drawing/2014/main" id="{110017AD-0405-5913-8AB4-EAF727DAF4DF}"/>
              </a:ext>
            </a:extLst>
          </p:cNvPr>
          <p:cNvGrpSpPr>
            <a:grpSpLocks/>
          </p:cNvGrpSpPr>
          <p:nvPr/>
        </p:nvGrpSpPr>
        <p:grpSpPr bwMode="auto">
          <a:xfrm>
            <a:off x="3635375" y="2205038"/>
            <a:ext cx="2897188" cy="431800"/>
            <a:chOff x="3635375" y="2205038"/>
            <a:chExt cx="2897188" cy="431800"/>
          </a:xfrm>
        </p:grpSpPr>
        <p:graphicFrame>
          <p:nvGraphicFramePr>
            <p:cNvPr id="30751" name="Object 8">
              <a:extLst>
                <a:ext uri="{FF2B5EF4-FFF2-40B4-BE49-F238E27FC236}">
                  <a16:creationId xmlns:a16="http://schemas.microsoft.com/office/drawing/2014/main" id="{6EE65DF4-086B-3B39-E82F-D043A57A91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35375" y="2205038"/>
            <a:ext cx="13716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1" r:id="rId5" imgW="16675100" imgH="5270500" progId="Equation.3">
                    <p:embed/>
                  </p:oleObj>
                </mc:Choice>
                <mc:Fallback>
                  <p:oleObj r:id="rId5" imgW="16675100" imgH="52705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5375" y="2205038"/>
                          <a:ext cx="13716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2" name="Object 7">
              <a:extLst>
                <a:ext uri="{FF2B5EF4-FFF2-40B4-BE49-F238E27FC236}">
                  <a16:creationId xmlns:a16="http://schemas.microsoft.com/office/drawing/2014/main" id="{06F93637-3E84-C89A-DDB3-EC6AEA62D1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32363" y="2236788"/>
            <a:ext cx="16002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2" r:id="rId7" imgW="21069300" imgH="5270500" progId="Equation.3">
                    <p:embed/>
                  </p:oleObj>
                </mc:Choice>
                <mc:Fallback>
                  <p:oleObj r:id="rId7" imgW="21069300" imgH="52705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2363" y="2236788"/>
                          <a:ext cx="1600200" cy="400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30">
            <a:extLst>
              <a:ext uri="{FF2B5EF4-FFF2-40B4-BE49-F238E27FC236}">
                <a16:creationId xmlns:a16="http://schemas.microsoft.com/office/drawing/2014/main" id="{2E3E908A-8EB4-F8E7-E3FE-1205E4B3FEE2}"/>
              </a:ext>
            </a:extLst>
          </p:cNvPr>
          <p:cNvGrpSpPr>
            <a:grpSpLocks/>
          </p:cNvGrpSpPr>
          <p:nvPr/>
        </p:nvGrpSpPr>
        <p:grpSpPr bwMode="auto">
          <a:xfrm>
            <a:off x="695325" y="3213100"/>
            <a:ext cx="8364538" cy="468313"/>
            <a:chOff x="695325" y="3213100"/>
            <a:chExt cx="8364538" cy="468313"/>
          </a:xfrm>
        </p:grpSpPr>
        <p:sp>
          <p:nvSpPr>
            <p:cNvPr id="30746" name="Rectangle 25">
              <a:extLst>
                <a:ext uri="{FF2B5EF4-FFF2-40B4-BE49-F238E27FC236}">
                  <a16:creationId xmlns:a16="http://schemas.microsoft.com/office/drawing/2014/main" id="{7FCAF608-65C5-5433-D02C-F876AE3B5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325" y="3213100"/>
              <a:ext cx="83645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则                      </a:t>
              </a:r>
              <a:r>
                <a:rPr lang="zh-CN" altLang="en-US" sz="2400" u="none"/>
                <a:t>,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且            这就是说</a:t>
              </a:r>
              <a:r>
                <a:rPr lang="zh-CN" altLang="en-US" sz="2400" u="none"/>
                <a:t>,   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是属于     的</a:t>
              </a:r>
              <a:r>
                <a:rPr lang="zh-CN" altLang="en-US" sz="2400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级根向量。</a:t>
              </a:r>
            </a:p>
          </p:txBody>
        </p:sp>
        <p:graphicFrame>
          <p:nvGraphicFramePr>
            <p:cNvPr id="30747" name="Object 11">
              <a:extLst>
                <a:ext uri="{FF2B5EF4-FFF2-40B4-BE49-F238E27FC236}">
                  <a16:creationId xmlns:a16="http://schemas.microsoft.com/office/drawing/2014/main" id="{CF9EEB71-BE2A-EAC2-41DF-06B46E7CFC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29388" y="3213100"/>
            <a:ext cx="32385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3" r:id="rId10" imgW="3797300" imgH="5270500" progId="Equation.3">
                    <p:embed/>
                  </p:oleObj>
                </mc:Choice>
                <mc:Fallback>
                  <p:oleObj r:id="rId10" imgW="3797300" imgH="52705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9388" y="3213100"/>
                          <a:ext cx="323850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8" name="Object 5">
              <a:extLst>
                <a:ext uri="{FF2B5EF4-FFF2-40B4-BE49-F238E27FC236}">
                  <a16:creationId xmlns:a16="http://schemas.microsoft.com/office/drawing/2014/main" id="{BC9AAED0-B9A7-B295-DF68-6AF9CE07B4F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76325" y="3267075"/>
            <a:ext cx="1676400" cy="414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4" r:id="rId12" imgW="21361400" imgH="5270500" progId="Equation.3">
                    <p:embed/>
                  </p:oleObj>
                </mc:Choice>
                <mc:Fallback>
                  <p:oleObj r:id="rId12" imgW="21361400" imgH="52705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6325" y="3267075"/>
                          <a:ext cx="1676400" cy="414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9" name="Object 4">
              <a:extLst>
                <a:ext uri="{FF2B5EF4-FFF2-40B4-BE49-F238E27FC236}">
                  <a16:creationId xmlns:a16="http://schemas.microsoft.com/office/drawing/2014/main" id="{8135B5B0-4E50-5855-FA4D-2868C05BE4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7863" y="3284538"/>
            <a:ext cx="762000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5" r:id="rId14" imgW="9359900" imgH="4686300" progId="Equation.3">
                    <p:embed/>
                  </p:oleObj>
                </mc:Choice>
                <mc:Fallback>
                  <p:oleObj r:id="rId14" imgW="9359900" imgH="46863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7863" y="3284538"/>
                          <a:ext cx="762000" cy="371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0" name="Object 3">
              <a:extLst>
                <a:ext uri="{FF2B5EF4-FFF2-40B4-BE49-F238E27FC236}">
                  <a16:creationId xmlns:a16="http://schemas.microsoft.com/office/drawing/2014/main" id="{189D718B-727B-8FBC-8D36-2F755B5800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78450" y="3284538"/>
            <a:ext cx="344488" cy="39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6" r:id="rId16" imgW="3213100" imgH="3797300" progId="Equation.3">
                    <p:embed/>
                  </p:oleObj>
                </mc:Choice>
                <mc:Fallback>
                  <p:oleObj r:id="rId16" imgW="3213100" imgH="37973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8450" y="3284538"/>
                          <a:ext cx="344488" cy="390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27">
            <a:extLst>
              <a:ext uri="{FF2B5EF4-FFF2-40B4-BE49-F238E27FC236}">
                <a16:creationId xmlns:a16="http://schemas.microsoft.com/office/drawing/2014/main" id="{46DBF073-9591-F5AB-5800-8A736ECDF0EE}"/>
              </a:ext>
            </a:extLst>
          </p:cNvPr>
          <p:cNvGrpSpPr>
            <a:grpSpLocks/>
          </p:cNvGrpSpPr>
          <p:nvPr/>
        </p:nvGrpSpPr>
        <p:grpSpPr bwMode="auto">
          <a:xfrm>
            <a:off x="708025" y="1052513"/>
            <a:ext cx="8342313" cy="1008062"/>
            <a:chOff x="708025" y="1052513"/>
            <a:chExt cx="8342313" cy="1008062"/>
          </a:xfrm>
        </p:grpSpPr>
        <p:sp>
          <p:nvSpPr>
            <p:cNvPr id="30744" name="Rectangle 21">
              <a:extLst>
                <a:ext uri="{FF2B5EF4-FFF2-40B4-BE49-F238E27FC236}">
                  <a16:creationId xmlns:a16="http://schemas.microsoft.com/office/drawing/2014/main" id="{2A92CDB2-4003-BE5A-B69E-E98C43275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025" y="1052513"/>
              <a:ext cx="83423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但这样求解是比较困难的</a:t>
              </a:r>
              <a:r>
                <a:rPr lang="zh-CN" altLang="en-US" sz="2400" u="none"/>
                <a:t>,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又不能得到与</a:t>
              </a:r>
              <a:r>
                <a:rPr lang="zh-CN" altLang="en-US" sz="2400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级根向量有</a:t>
              </a:r>
              <a:r>
                <a:rPr lang="zh-CN" altLang="en-US" sz="2400" u="none"/>
                <a:t>规律的</a:t>
              </a:r>
            </a:p>
          </p:txBody>
        </p:sp>
        <p:sp>
          <p:nvSpPr>
            <p:cNvPr id="30745" name="Rectangle 22">
              <a:extLst>
                <a:ext uri="{FF2B5EF4-FFF2-40B4-BE49-F238E27FC236}">
                  <a16:creationId xmlns:a16="http://schemas.microsoft.com/office/drawing/2014/main" id="{76B5819B-0EC1-5569-D5B6-8361C0F61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025" y="1603375"/>
              <a:ext cx="43307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关系</a:t>
              </a:r>
              <a:r>
                <a:rPr lang="zh-CN" altLang="en-US" sz="2400" u="none"/>
                <a:t>,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因此我们用下述方法</a:t>
              </a:r>
              <a:r>
                <a:rPr lang="zh-CN" altLang="en-US" sz="2400" u="none"/>
                <a:t>.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由于</a:t>
              </a:r>
            </a:p>
          </p:txBody>
        </p:sp>
      </p:grpSp>
      <p:grpSp>
        <p:nvGrpSpPr>
          <p:cNvPr id="5" name="组合 29">
            <a:extLst>
              <a:ext uri="{FF2B5EF4-FFF2-40B4-BE49-F238E27FC236}">
                <a16:creationId xmlns:a16="http://schemas.microsoft.com/office/drawing/2014/main" id="{A406BD7E-E019-30A9-B46A-AFE047C89383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2636838"/>
            <a:ext cx="7859712" cy="587375"/>
            <a:chOff x="684213" y="2636838"/>
            <a:chExt cx="7859712" cy="587375"/>
          </a:xfrm>
        </p:grpSpPr>
        <p:graphicFrame>
          <p:nvGraphicFramePr>
            <p:cNvPr id="30741" name="Object 6">
              <a:extLst>
                <a:ext uri="{FF2B5EF4-FFF2-40B4-BE49-F238E27FC236}">
                  <a16:creationId xmlns:a16="http://schemas.microsoft.com/office/drawing/2014/main" id="{0E9506F0-4C6F-7C17-FB30-E140FAA582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19475" y="2708275"/>
            <a:ext cx="2044700" cy="515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7" r:id="rId18" imgW="23406100" imgH="5854700" progId="Equation.3">
                    <p:embed/>
                  </p:oleObj>
                </mc:Choice>
                <mc:Fallback>
                  <p:oleObj r:id="rId18" imgW="23406100" imgH="58547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9475" y="2708275"/>
                          <a:ext cx="2044700" cy="5159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2" name="Rectangle 23">
              <a:extLst>
                <a:ext uri="{FF2B5EF4-FFF2-40B4-BE49-F238E27FC236}">
                  <a16:creationId xmlns:a16="http://schemas.microsoft.com/office/drawing/2014/main" id="{6C5D9977-BC4C-46B9-F949-7AA293F0B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213" y="2708275"/>
              <a:ext cx="1403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所以若令</a:t>
              </a:r>
            </a:p>
          </p:txBody>
        </p:sp>
        <p:sp>
          <p:nvSpPr>
            <p:cNvPr id="30743" name="Rectangle 24">
              <a:extLst>
                <a:ext uri="{FF2B5EF4-FFF2-40B4-BE49-F238E27FC236}">
                  <a16:creationId xmlns:a16="http://schemas.microsoft.com/office/drawing/2014/main" id="{C0BB4A12-8450-48F9-64FA-D6D9955C6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1563" y="2636838"/>
              <a:ext cx="112236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(2.2-7)</a:t>
              </a:r>
            </a:p>
          </p:txBody>
        </p:sp>
      </p:grpSp>
      <p:grpSp>
        <p:nvGrpSpPr>
          <p:cNvPr id="6" name="组合 31">
            <a:extLst>
              <a:ext uri="{FF2B5EF4-FFF2-40B4-BE49-F238E27FC236}">
                <a16:creationId xmlns:a16="http://schemas.microsoft.com/office/drawing/2014/main" id="{281BE2E4-2BC9-EEDB-5B24-131EA9E9481E}"/>
              </a:ext>
            </a:extLst>
          </p:cNvPr>
          <p:cNvGrpSpPr>
            <a:grpSpLocks/>
          </p:cNvGrpSpPr>
          <p:nvPr/>
        </p:nvGrpSpPr>
        <p:grpSpPr bwMode="auto">
          <a:xfrm>
            <a:off x="714375" y="3716338"/>
            <a:ext cx="8208963" cy="981075"/>
            <a:chOff x="714375" y="3716338"/>
            <a:chExt cx="8208963" cy="981075"/>
          </a:xfrm>
        </p:grpSpPr>
        <p:sp>
          <p:nvSpPr>
            <p:cNvPr id="30735" name="Rectangle 33">
              <a:extLst>
                <a:ext uri="{FF2B5EF4-FFF2-40B4-BE49-F238E27FC236}">
                  <a16:creationId xmlns:a16="http://schemas.microsoft.com/office/drawing/2014/main" id="{E5AE55B1-1741-6DA9-848B-363104ECE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4838" y="4221163"/>
              <a:ext cx="5778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的秩必须也是    </a:t>
              </a:r>
              <a:r>
                <a:rPr lang="zh-CN" altLang="en-US" sz="2400" u="none"/>
                <a:t>.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这就对   的选取作了限制</a:t>
              </a:r>
              <a:r>
                <a:rPr lang="zh-CN" altLang="en-US" sz="2400" u="none"/>
                <a:t>.</a:t>
              </a:r>
            </a:p>
          </p:txBody>
        </p:sp>
        <p:graphicFrame>
          <p:nvGraphicFramePr>
            <p:cNvPr id="30736" name="Object 27">
              <a:extLst>
                <a:ext uri="{FF2B5EF4-FFF2-40B4-BE49-F238E27FC236}">
                  <a16:creationId xmlns:a16="http://schemas.microsoft.com/office/drawing/2014/main" id="{BE0CD93E-663E-BA04-CEA5-F09F355875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97075" y="4284663"/>
            <a:ext cx="1219200" cy="39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8" r:id="rId20" imgW="16383000" imgH="5270500" progId="Equation.3">
                    <p:embed/>
                  </p:oleObj>
                </mc:Choice>
                <mc:Fallback>
                  <p:oleObj r:id="rId20" imgW="16383000" imgH="52705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7075" y="4284663"/>
                          <a:ext cx="1219200" cy="390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7" name="Object 28">
              <a:extLst>
                <a:ext uri="{FF2B5EF4-FFF2-40B4-BE49-F238E27FC236}">
                  <a16:creationId xmlns:a16="http://schemas.microsoft.com/office/drawing/2014/main" id="{D3B3EA69-EB20-00A3-B21D-4AD722EFCD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57775" y="4221163"/>
            <a:ext cx="258763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9" r:id="rId22" imgW="2921000" imgH="5270500" progId="Equation.3">
                    <p:embed/>
                  </p:oleObj>
                </mc:Choice>
                <mc:Fallback>
                  <p:oleObj r:id="rId22" imgW="2921000" imgH="52705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7775" y="4221163"/>
                          <a:ext cx="258763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8" name="Object 29">
              <a:extLst>
                <a:ext uri="{FF2B5EF4-FFF2-40B4-BE49-F238E27FC236}">
                  <a16:creationId xmlns:a16="http://schemas.microsoft.com/office/drawing/2014/main" id="{F1D82913-1A45-1831-9AF7-6BFFD2615E6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53175" y="4365625"/>
            <a:ext cx="277813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0" r:id="rId24" imgW="3213100" imgH="3797300" progId="Equation.3">
                    <p:embed/>
                  </p:oleObj>
                </mc:Choice>
                <mc:Fallback>
                  <p:oleObj r:id="rId24" imgW="3213100" imgH="379730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3175" y="4365625"/>
                          <a:ext cx="277813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9" name="Rectangle 31">
              <a:extLst>
                <a:ext uri="{FF2B5EF4-FFF2-40B4-BE49-F238E27FC236}">
                  <a16:creationId xmlns:a16="http://schemas.microsoft.com/office/drawing/2014/main" id="{AB87D8BA-33BB-0038-B985-E8500CBB5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013" y="3716338"/>
              <a:ext cx="747236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由于（</a:t>
              </a:r>
              <a:r>
                <a:rPr lang="zh-CN" altLang="en-US" sz="2400" u="none"/>
                <a:t>2.2-7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）式是非齐次线性方程组</a:t>
              </a:r>
              <a:r>
                <a:rPr lang="zh-CN" altLang="en-US" sz="2400" u="none"/>
                <a:t>,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所以要求它有解</a:t>
              </a:r>
              <a:r>
                <a:rPr lang="zh-CN" altLang="en-US" sz="2400" u="none"/>
                <a:t>,</a:t>
              </a:r>
            </a:p>
          </p:txBody>
        </p:sp>
        <p:sp>
          <p:nvSpPr>
            <p:cNvPr id="30740" name="Rectangle 32">
              <a:extLst>
                <a:ext uri="{FF2B5EF4-FFF2-40B4-BE49-F238E27FC236}">
                  <a16:creationId xmlns:a16="http://schemas.microsoft.com/office/drawing/2014/main" id="{7547751B-21B5-6F2F-62D4-A1D4F1B12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375" y="4221163"/>
              <a:ext cx="1403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增广矩阵</a:t>
              </a:r>
            </a:p>
          </p:txBody>
        </p:sp>
      </p:grpSp>
      <p:grpSp>
        <p:nvGrpSpPr>
          <p:cNvPr id="7" name="组合 32">
            <a:extLst>
              <a:ext uri="{FF2B5EF4-FFF2-40B4-BE49-F238E27FC236}">
                <a16:creationId xmlns:a16="http://schemas.microsoft.com/office/drawing/2014/main" id="{DFE5F20B-C9CD-C845-05DA-480D7EF516DA}"/>
              </a:ext>
            </a:extLst>
          </p:cNvPr>
          <p:cNvGrpSpPr>
            <a:grpSpLocks/>
          </p:cNvGrpSpPr>
          <p:nvPr/>
        </p:nvGrpSpPr>
        <p:grpSpPr bwMode="auto">
          <a:xfrm>
            <a:off x="385763" y="4724400"/>
            <a:ext cx="8477250" cy="1393825"/>
            <a:chOff x="385763" y="4724400"/>
            <a:chExt cx="8477250" cy="1393825"/>
          </a:xfrm>
        </p:grpSpPr>
        <p:sp>
          <p:nvSpPr>
            <p:cNvPr id="30729" name="Rectangle 37">
              <a:extLst>
                <a:ext uri="{FF2B5EF4-FFF2-40B4-BE49-F238E27FC236}">
                  <a16:creationId xmlns:a16="http://schemas.microsoft.com/office/drawing/2014/main" id="{AD28EFFF-DD52-4935-BDB4-031999C39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375" y="5157788"/>
              <a:ext cx="81248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的根向量    求高一级的根向量    </a:t>
              </a:r>
              <a:r>
                <a:rPr lang="zh-CN" altLang="en-US" sz="2400" u="none"/>
                <a:t>,</a:t>
              </a: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</a:rPr>
                <a:t>但要注意   的选取应使方程</a:t>
              </a:r>
            </a:p>
          </p:txBody>
        </p:sp>
        <p:sp>
          <p:nvSpPr>
            <p:cNvPr id="30730" name="Rectangle 26">
              <a:extLst>
                <a:ext uri="{FF2B5EF4-FFF2-40B4-BE49-F238E27FC236}">
                  <a16:creationId xmlns:a16="http://schemas.microsoft.com/office/drawing/2014/main" id="{88E552CA-FC67-9A77-83E1-02424FAEA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763" y="5661025"/>
              <a:ext cx="3048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indent="34290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solidFill>
                    <a:srgbClr val="FF0000"/>
                  </a:solidFill>
                </a:rPr>
                <a:t>组(2.2-7)</a:t>
              </a: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</a:rPr>
                <a:t>的解存在</a:t>
              </a:r>
              <a:r>
                <a:rPr lang="zh-CN" altLang="en-US" sz="2400" u="none">
                  <a:solidFill>
                    <a:srgbClr val="FF0000"/>
                  </a:solidFill>
                </a:rPr>
                <a:t>.</a:t>
              </a:r>
            </a:p>
          </p:txBody>
        </p:sp>
        <p:graphicFrame>
          <p:nvGraphicFramePr>
            <p:cNvPr id="30731" name="Object 30">
              <a:extLst>
                <a:ext uri="{FF2B5EF4-FFF2-40B4-BE49-F238E27FC236}">
                  <a16:creationId xmlns:a16="http://schemas.microsoft.com/office/drawing/2014/main" id="{93CC74F9-33E3-EB88-952D-08ACCFC930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29163" y="5294313"/>
            <a:ext cx="255587" cy="295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1" r:id="rId26" imgW="2921000" imgH="3213100" progId="Equation.3">
                    <p:embed/>
                  </p:oleObj>
                </mc:Choice>
                <mc:Fallback>
                  <p:oleObj r:id="rId26" imgW="2921000" imgH="321310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9163" y="5294313"/>
                          <a:ext cx="255587" cy="295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2" name="Object 34">
              <a:extLst>
                <a:ext uri="{FF2B5EF4-FFF2-40B4-BE49-F238E27FC236}">
                  <a16:creationId xmlns:a16="http://schemas.microsoft.com/office/drawing/2014/main" id="{64F555D4-BBEC-E48C-8359-E134C31B8A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5338" y="5275263"/>
            <a:ext cx="277812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2" r:id="rId28" imgW="3213100" imgH="3797300" progId="Equation.3">
                    <p:embed/>
                  </p:oleObj>
                </mc:Choice>
                <mc:Fallback>
                  <p:oleObj r:id="rId28" imgW="3213100" imgH="379730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5338" y="5275263"/>
                          <a:ext cx="277812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3" name="Object 35">
              <a:extLst>
                <a:ext uri="{FF2B5EF4-FFF2-40B4-BE49-F238E27FC236}">
                  <a16:creationId xmlns:a16="http://schemas.microsoft.com/office/drawing/2014/main" id="{E03C94F7-8417-E0FC-868A-35205AABAE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86513" y="5275263"/>
            <a:ext cx="277812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3" r:id="rId29" imgW="3213100" imgH="3797300" progId="Equation.3">
                    <p:embed/>
                  </p:oleObj>
                </mc:Choice>
                <mc:Fallback>
                  <p:oleObj r:id="rId29" imgW="3213100" imgH="379730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86513" y="5275263"/>
                          <a:ext cx="277812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4" name="Rectangle 36">
              <a:extLst>
                <a:ext uri="{FF2B5EF4-FFF2-40B4-BE49-F238E27FC236}">
                  <a16:creationId xmlns:a16="http://schemas.microsoft.com/office/drawing/2014/main" id="{AC63B267-4557-17CC-BC3E-FD24220E8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775" y="4724400"/>
              <a:ext cx="76152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如果还有更高级的根向量</a:t>
              </a:r>
              <a:r>
                <a:rPr lang="zh-CN" altLang="en-US" sz="2400" u="none"/>
                <a:t>,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我们仍是利用</a:t>
              </a:r>
              <a:r>
                <a:rPr lang="zh-CN" altLang="en-US" sz="2400" u="none"/>
                <a:t>(2.2-7)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式从这级</a:t>
              </a:r>
            </a:p>
          </p:txBody>
        </p:sp>
      </p:grpSp>
      <p:sp>
        <p:nvSpPr>
          <p:cNvPr id="30728" name="灯片编号占位符 26">
            <a:extLst>
              <a:ext uri="{FF2B5EF4-FFF2-40B4-BE49-F238E27FC236}">
                <a16:creationId xmlns:a16="http://schemas.microsoft.com/office/drawing/2014/main" id="{7E9D901E-A4BC-EACD-46CE-3A0B98FD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BD7816-012A-A840-81B7-B14359D3766A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2" name="Rectangle 8">
            <a:extLst>
              <a:ext uri="{FF2B5EF4-FFF2-40B4-BE49-F238E27FC236}">
                <a16:creationId xmlns:a16="http://schemas.microsoft.com/office/drawing/2014/main" id="{A70D0B7D-24C7-09ED-BFD5-19AE83C3C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6388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7429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小于代数重数</a:t>
            </a:r>
            <a:r>
              <a:rPr lang="zh-CN" altLang="en-US" sz="2400" u="none"/>
              <a:t>3</a:t>
            </a:r>
            <a:r>
              <a:rPr lang="zh-CN" altLang="en-US" sz="2400" u="none">
                <a:latin typeface="Times New Roman" panose="02020603050405020304" pitchFamily="18" charset="0"/>
              </a:rPr>
              <a:t>，因而存在</a:t>
            </a:r>
            <a:r>
              <a:rPr lang="zh-CN" altLang="en-US" sz="2400" u="none"/>
              <a:t>2</a:t>
            </a:r>
            <a:r>
              <a:rPr lang="zh-CN" altLang="en-US" sz="2400" u="none">
                <a:latin typeface="Times New Roman" panose="02020603050405020304" pitchFamily="18" charset="0"/>
              </a:rPr>
              <a:t>级根向量</a:t>
            </a:r>
            <a:r>
              <a:rPr lang="zh-CN" altLang="en-US" sz="2400" u="none"/>
              <a:t>.</a:t>
            </a:r>
            <a:endParaRPr lang="zh-CN" altLang="en-US" sz="2400" u="none">
              <a:latin typeface="Times New Roman" panose="02020603050405020304" pitchFamily="18" charset="0"/>
            </a:endParaRPr>
          </a:p>
        </p:txBody>
      </p:sp>
      <p:graphicFrame>
        <p:nvGraphicFramePr>
          <p:cNvPr id="18438" name="Object 3">
            <a:extLst>
              <a:ext uri="{FF2B5EF4-FFF2-40B4-BE49-F238E27FC236}">
                <a16:creationId xmlns:a16="http://schemas.microsoft.com/office/drawing/2014/main" id="{6D8C75EF-B349-AC92-8270-27E22F4521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3581400"/>
          <a:ext cx="34290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r:id="rId4" imgW="44183300" imgH="16383000" progId="Equation.3">
                  <p:embed/>
                </p:oleObj>
              </mc:Choice>
              <mc:Fallback>
                <p:oleObj r:id="rId4" imgW="44183300" imgH="16383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581400"/>
                        <a:ext cx="34290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5">
            <a:extLst>
              <a:ext uri="{FF2B5EF4-FFF2-40B4-BE49-F238E27FC236}">
                <a16:creationId xmlns:a16="http://schemas.microsoft.com/office/drawing/2014/main" id="{8E6AA88D-E2F0-9897-E3C5-3935B765CE3A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878388"/>
            <a:ext cx="8364538" cy="461962"/>
            <a:chOff x="609600" y="4878388"/>
            <a:chExt cx="8364538" cy="461962"/>
          </a:xfrm>
        </p:grpSpPr>
        <p:sp>
          <p:nvSpPr>
            <p:cNvPr id="31760" name="Rectangle 12">
              <a:extLst>
                <a:ext uri="{FF2B5EF4-FFF2-40B4-BE49-F238E27FC236}">
                  <a16:creationId xmlns:a16="http://schemas.microsoft.com/office/drawing/2014/main" id="{17BA6E41-29E6-9A44-402F-08DCC21DD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4878388"/>
              <a:ext cx="8364538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的系数矩阵           秩是</a:t>
              </a:r>
              <a:r>
                <a:rPr lang="zh-CN" altLang="en-US" sz="2400" u="none"/>
                <a:t>1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，所以特征值</a:t>
              </a:r>
              <a:r>
                <a:rPr lang="zh-CN" altLang="en-US" sz="2400" u="none"/>
                <a:t>2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的几何重数是</a:t>
              </a:r>
              <a:r>
                <a:rPr lang="zh-CN" altLang="en-US" sz="2400" u="none"/>
                <a:t>3-1=2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，</a:t>
              </a:r>
            </a:p>
          </p:txBody>
        </p:sp>
        <p:graphicFrame>
          <p:nvGraphicFramePr>
            <p:cNvPr id="31761" name="Object 2">
              <a:extLst>
                <a:ext uri="{FF2B5EF4-FFF2-40B4-BE49-F238E27FC236}">
                  <a16:creationId xmlns:a16="http://schemas.microsoft.com/office/drawing/2014/main" id="{905955A9-30E4-FCC0-F04F-45C1289CF3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33613" y="4957763"/>
            <a:ext cx="838200" cy="303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5" r:id="rId6" imgW="10236200" imgH="3797300" progId="Equation.3">
                    <p:embed/>
                  </p:oleObj>
                </mc:Choice>
                <mc:Fallback>
                  <p:oleObj r:id="rId6" imgW="10236200" imgH="37973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3613" y="4957763"/>
                          <a:ext cx="838200" cy="303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8">
            <a:extLst>
              <a:ext uri="{FF2B5EF4-FFF2-40B4-BE49-F238E27FC236}">
                <a16:creationId xmlns:a16="http://schemas.microsoft.com/office/drawing/2014/main" id="{3BDC9431-C693-F0E0-D4A4-163972315D53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990600"/>
            <a:ext cx="4419600" cy="1676400"/>
            <a:chOff x="432" y="624"/>
            <a:chExt cx="2784" cy="1056"/>
          </a:xfrm>
        </p:grpSpPr>
        <p:graphicFrame>
          <p:nvGraphicFramePr>
            <p:cNvPr id="31756" name="Object 7">
              <a:extLst>
                <a:ext uri="{FF2B5EF4-FFF2-40B4-BE49-F238E27FC236}">
                  <a16:creationId xmlns:a16="http://schemas.microsoft.com/office/drawing/2014/main" id="{960E77AC-5660-05B8-7532-3C613E8754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0" y="672"/>
            <a:ext cx="186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6" r:id="rId8" imgW="3505200" imgH="3797300" progId="Equation.3">
                    <p:embed/>
                  </p:oleObj>
                </mc:Choice>
                <mc:Fallback>
                  <p:oleObj r:id="rId8" imgW="3505200" imgH="37973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672"/>
                          <a:ext cx="186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1757" name="组合 13">
              <a:extLst>
                <a:ext uri="{FF2B5EF4-FFF2-40B4-BE49-F238E27FC236}">
                  <a16:creationId xmlns:a16="http://schemas.microsoft.com/office/drawing/2014/main" id="{36208310-22F5-8DF6-8827-BB5AD3D27F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624"/>
              <a:ext cx="2784" cy="1056"/>
              <a:chOff x="685800" y="990600"/>
              <a:chExt cx="4419600" cy="1676400"/>
            </a:xfrm>
          </p:grpSpPr>
          <p:graphicFrame>
            <p:nvGraphicFramePr>
              <p:cNvPr id="31758" name="Object 6">
                <a:extLst>
                  <a:ext uri="{FF2B5EF4-FFF2-40B4-BE49-F238E27FC236}">
                    <a16:creationId xmlns:a16="http://schemas.microsoft.com/office/drawing/2014/main" id="{94F42D7D-067A-F640-67AA-11437157AF2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76600" y="1443038"/>
              <a:ext cx="1828800" cy="12239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437" r:id="rId10" imgW="24574500" imgH="16383000" progId="Equation.3">
                      <p:embed/>
                    </p:oleObj>
                  </mc:Choice>
                  <mc:Fallback>
                    <p:oleObj r:id="rId10" imgW="24574500" imgH="16383000" progId="Equation.3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76600" y="1443038"/>
                            <a:ext cx="1828800" cy="12239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759" name="Rectangle 9">
                <a:extLst>
                  <a:ext uri="{FF2B5EF4-FFF2-40B4-BE49-F238E27FC236}">
                    <a16:creationId xmlns:a16="http://schemas.microsoft.com/office/drawing/2014/main" id="{22C7D0F8-435D-F536-BA95-8CB9714CCE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800" y="990600"/>
                <a:ext cx="3933825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例3</a:t>
                </a:r>
                <a:r>
                  <a:rPr lang="zh-CN" altLang="en-US" sz="2400" b="1" u="none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 求方阵    的根向量</a:t>
                </a:r>
                <a:r>
                  <a:rPr lang="zh-CN" altLang="en-US" sz="2400" u="none"/>
                  <a:t>,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其中</a:t>
                </a:r>
              </a:p>
            </p:txBody>
          </p:sp>
        </p:grpSp>
      </p:grpSp>
      <p:grpSp>
        <p:nvGrpSpPr>
          <p:cNvPr id="6" name="Group 19">
            <a:extLst>
              <a:ext uri="{FF2B5EF4-FFF2-40B4-BE49-F238E27FC236}">
                <a16:creationId xmlns:a16="http://schemas.microsoft.com/office/drawing/2014/main" id="{78452794-1D99-F134-740A-88FD4FBC2C6B}"/>
              </a:ext>
            </a:extLst>
          </p:cNvPr>
          <p:cNvGrpSpPr>
            <a:grpSpLocks/>
          </p:cNvGrpSpPr>
          <p:nvPr/>
        </p:nvGrpSpPr>
        <p:grpSpPr bwMode="auto">
          <a:xfrm>
            <a:off x="577850" y="2744788"/>
            <a:ext cx="8255000" cy="989012"/>
            <a:chOff x="364" y="1729"/>
            <a:chExt cx="5200" cy="623"/>
          </a:xfrm>
        </p:grpSpPr>
        <p:graphicFrame>
          <p:nvGraphicFramePr>
            <p:cNvPr id="31751" name="Object 4">
              <a:extLst>
                <a:ext uri="{FF2B5EF4-FFF2-40B4-BE49-F238E27FC236}">
                  <a16:creationId xmlns:a16="http://schemas.microsoft.com/office/drawing/2014/main" id="{F3759DD6-0A5C-401F-B552-A8886E538F1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2" y="1776"/>
            <a:ext cx="186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8" r:id="rId12" imgW="3505200" imgH="3797300" progId="Equation.3">
                    <p:embed/>
                  </p:oleObj>
                </mc:Choice>
                <mc:Fallback>
                  <p:oleObj r:id="rId12" imgW="3505200" imgH="37973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2" y="1776"/>
                          <a:ext cx="186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1752" name="组合 14">
              <a:extLst>
                <a:ext uri="{FF2B5EF4-FFF2-40B4-BE49-F238E27FC236}">
                  <a16:creationId xmlns:a16="http://schemas.microsoft.com/office/drawing/2014/main" id="{A71DB5BE-DE96-D603-BAAC-3119C034BD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" y="1729"/>
              <a:ext cx="5200" cy="623"/>
              <a:chOff x="577850" y="2744788"/>
              <a:chExt cx="8255000" cy="989012"/>
            </a:xfrm>
          </p:grpSpPr>
          <p:sp>
            <p:nvSpPr>
              <p:cNvPr id="31753" name="Rectangle 10">
                <a:extLst>
                  <a:ext uri="{FF2B5EF4-FFF2-40B4-BE49-F238E27FC236}">
                    <a16:creationId xmlns:a16="http://schemas.microsoft.com/office/drawing/2014/main" id="{11C1B9DF-7A8A-99CD-18D2-A9450C94DB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4713" y="2744788"/>
                <a:ext cx="7958137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u="none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解</a:t>
                </a:r>
                <a:r>
                  <a:rPr lang="zh-CN" altLang="en-US" sz="2400" b="1" u="none">
                    <a:solidFill>
                      <a:srgbClr val="FF0000"/>
                    </a:solidFill>
                  </a:rPr>
                  <a:t> </a:t>
                </a:r>
                <a:r>
                  <a:rPr lang="zh-CN" altLang="en-US" sz="2400" u="none"/>
                  <a:t> 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由于                           </a:t>
                </a:r>
                <a:r>
                  <a:rPr lang="zh-CN" altLang="en-US" sz="2400" u="none"/>
                  <a:t>,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故    有三重特征值</a:t>
                </a:r>
                <a:r>
                  <a:rPr lang="zh-CN" altLang="en-US" sz="2400" i="1" u="none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400" u="none"/>
                  <a:t>.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又因齐次线性</a:t>
                </a:r>
              </a:p>
            </p:txBody>
          </p:sp>
          <p:graphicFrame>
            <p:nvGraphicFramePr>
              <p:cNvPr id="31754" name="Object 5">
                <a:extLst>
                  <a:ext uri="{FF2B5EF4-FFF2-40B4-BE49-F238E27FC236}">
                    <a16:creationId xmlns:a16="http://schemas.microsoft.com/office/drawing/2014/main" id="{97E6DE4B-FC54-D6EE-38A4-BA53507352F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17713" y="2841625"/>
              <a:ext cx="2133600" cy="358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439" r:id="rId14" imgW="31305500" imgH="5270500" progId="Equation.3">
                      <p:embed/>
                    </p:oleObj>
                  </mc:Choice>
                  <mc:Fallback>
                    <p:oleObj r:id="rId14" imgW="31305500" imgH="5270500" progId="Equation.3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17713" y="2841625"/>
                            <a:ext cx="2133600" cy="358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755" name="Rectangle 11">
                <a:extLst>
                  <a:ext uri="{FF2B5EF4-FFF2-40B4-BE49-F238E27FC236}">
                    <a16:creationId xmlns:a16="http://schemas.microsoft.com/office/drawing/2014/main" id="{35922002-AA18-703A-2625-464E5274AE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850" y="3276600"/>
                <a:ext cx="1098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方程组</a:t>
                </a:r>
              </a:p>
            </p:txBody>
          </p:sp>
        </p:grpSp>
      </p:grpSp>
      <p:sp>
        <p:nvSpPr>
          <p:cNvPr id="31750" name="灯片编号占位符 12">
            <a:extLst>
              <a:ext uri="{FF2B5EF4-FFF2-40B4-BE49-F238E27FC236}">
                <a16:creationId xmlns:a16="http://schemas.microsoft.com/office/drawing/2014/main" id="{E66B36E1-63AC-3085-90E2-639112A5F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A248001-6E2D-7644-B834-3DD8F351DD5C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5">
            <a:extLst>
              <a:ext uri="{FF2B5EF4-FFF2-40B4-BE49-F238E27FC236}">
                <a16:creationId xmlns:a16="http://schemas.microsoft.com/office/drawing/2014/main" id="{70C62A8C-E4E9-93EF-4499-41E756A70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648200"/>
            <a:ext cx="819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代入</a:t>
            </a:r>
            <a:r>
              <a:rPr lang="zh-CN" altLang="en-US" sz="2400" u="none"/>
              <a:t>(2.2-7)</a:t>
            </a:r>
            <a:r>
              <a:rPr lang="zh-CN" altLang="en-US" sz="2400" u="none">
                <a:latin typeface="Times New Roman" panose="02020603050405020304" pitchFamily="18" charset="0"/>
              </a:rPr>
              <a:t>式得</a:t>
            </a:r>
            <a:endParaRPr lang="zh-CN" altLang="en-US" sz="2400" u="none"/>
          </a:p>
        </p:txBody>
      </p:sp>
      <p:graphicFrame>
        <p:nvGraphicFramePr>
          <p:cNvPr id="19458" name="Object 4">
            <a:extLst>
              <a:ext uri="{FF2B5EF4-FFF2-40B4-BE49-F238E27FC236}">
                <a16:creationId xmlns:a16="http://schemas.microsoft.com/office/drawing/2014/main" id="{0CB04A71-5E4C-B9CF-7E9D-DA76B9076F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2565400"/>
          <a:ext cx="3505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r:id="rId4" imgW="47396400" imgH="5562600" progId="Equation.3">
                  <p:embed/>
                </p:oleObj>
              </mc:Choice>
              <mc:Fallback>
                <p:oleObj r:id="rId4" imgW="47396400" imgH="556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565400"/>
                        <a:ext cx="3505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>
            <a:extLst>
              <a:ext uri="{FF2B5EF4-FFF2-40B4-BE49-F238E27FC236}">
                <a16:creationId xmlns:a16="http://schemas.microsoft.com/office/drawing/2014/main" id="{DC0CF8F8-6E22-C58A-E612-8F67F9D026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4000500"/>
          <a:ext cx="40386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r:id="rId6" imgW="47688500" imgH="5562600" progId="Equation.3">
                  <p:embed/>
                </p:oleObj>
              </mc:Choice>
              <mc:Fallback>
                <p:oleObj r:id="rId6" imgW="47688500" imgH="556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000500"/>
                        <a:ext cx="40386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2">
            <a:extLst>
              <a:ext uri="{FF2B5EF4-FFF2-40B4-BE49-F238E27FC236}">
                <a16:creationId xmlns:a16="http://schemas.microsoft.com/office/drawing/2014/main" id="{CC17DA1A-4BCE-8FD2-471A-AF86135F8C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5888" y="5103813"/>
          <a:ext cx="2919412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公式" r:id="rId8" imgW="38912800" imgH="18427700" progId="Equation.3">
                  <p:embed/>
                </p:oleObj>
              </mc:Choice>
              <mc:Fallback>
                <p:oleObj name="公式" r:id="rId8" imgW="38912800" imgH="18427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888" y="5103813"/>
                        <a:ext cx="2919412" cy="139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Rectangle 6">
            <a:extLst>
              <a:ext uri="{FF2B5EF4-FFF2-40B4-BE49-F238E27FC236}">
                <a16:creationId xmlns:a16="http://schemas.microsoft.com/office/drawing/2014/main" id="{419CAD48-5EAE-8E85-FDC9-8E5ED38CF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990600"/>
            <a:ext cx="8001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为了从</a:t>
            </a:r>
            <a:r>
              <a:rPr lang="zh-CN" altLang="en-US" sz="2400" u="none"/>
              <a:t>1</a:t>
            </a:r>
            <a:r>
              <a:rPr lang="zh-CN" altLang="en-US" sz="2400" u="none">
                <a:latin typeface="Times New Roman" panose="02020603050405020304" pitchFamily="18" charset="0"/>
              </a:rPr>
              <a:t>级根向量求得</a:t>
            </a:r>
            <a:r>
              <a:rPr lang="zh-CN" altLang="en-US" sz="2400" u="none"/>
              <a:t>2</a:t>
            </a:r>
            <a:r>
              <a:rPr lang="zh-CN" altLang="en-US" sz="2400" u="none">
                <a:latin typeface="Times New Roman" panose="02020603050405020304" pitchFamily="18" charset="0"/>
              </a:rPr>
              <a:t>级根向量，首先求出</a:t>
            </a:r>
            <a:r>
              <a:rPr lang="zh-CN" altLang="en-US" sz="2400" u="none"/>
              <a:t>1</a:t>
            </a:r>
            <a:r>
              <a:rPr lang="zh-CN" altLang="en-US" sz="2400" u="none">
                <a:latin typeface="Times New Roman" panose="02020603050405020304" pitchFamily="18" charset="0"/>
              </a:rPr>
              <a:t>级根向量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的一般表达式，即给出上述方程组的通解</a:t>
            </a:r>
            <a:r>
              <a:rPr lang="zh-CN" altLang="en-US" sz="2400" u="none"/>
              <a:t>.</a:t>
            </a:r>
            <a:r>
              <a:rPr lang="zh-CN" altLang="en-US" sz="2400" u="none">
                <a:latin typeface="Times New Roman" panose="02020603050405020304" pitchFamily="18" charset="0"/>
              </a:rPr>
              <a:t>由于它的基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础解系有两个向量</a:t>
            </a:r>
            <a:r>
              <a:rPr lang="zh-CN" altLang="en-US" sz="2400" u="none"/>
              <a:t>:</a:t>
            </a:r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2E6B16F5-789F-B1E0-DA8C-006928AD7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276600"/>
            <a:ext cx="231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所以它的通解为</a:t>
            </a:r>
          </a:p>
        </p:txBody>
      </p:sp>
      <p:sp>
        <p:nvSpPr>
          <p:cNvPr id="32775" name="灯片编号占位符 7">
            <a:extLst>
              <a:ext uri="{FF2B5EF4-FFF2-40B4-BE49-F238E27FC236}">
                <a16:creationId xmlns:a16="http://schemas.microsoft.com/office/drawing/2014/main" id="{818F1E9A-04A0-61F7-F961-F1063C1B0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B1608F-F2E7-3344-8A7E-DEF1CD9669AC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/>
      <p:bldP spid="19462" grpId="0"/>
      <p:bldP spid="1946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3" name="Object 4">
            <a:extLst>
              <a:ext uri="{FF2B5EF4-FFF2-40B4-BE49-F238E27FC236}">
                <a16:creationId xmlns:a16="http://schemas.microsoft.com/office/drawing/2014/main" id="{3D1079DC-7582-B284-E69F-ED43D48844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4750" y="1524000"/>
          <a:ext cx="4102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公式" r:id="rId3" imgW="50609500" imgH="5562600" progId="Equation.3">
                  <p:embed/>
                </p:oleObj>
              </mc:Choice>
              <mc:Fallback>
                <p:oleObj name="公式" r:id="rId3" imgW="50609500" imgH="556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0" y="1524000"/>
                        <a:ext cx="4102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6">
            <a:extLst>
              <a:ext uri="{FF2B5EF4-FFF2-40B4-BE49-F238E27FC236}">
                <a16:creationId xmlns:a16="http://schemas.microsoft.com/office/drawing/2014/main" id="{655F02BF-1568-BD18-4ED8-8A9FE6E7BF99}"/>
              </a:ext>
            </a:extLst>
          </p:cNvPr>
          <p:cNvGrpSpPr>
            <a:grpSpLocks/>
          </p:cNvGrpSpPr>
          <p:nvPr/>
        </p:nvGrpSpPr>
        <p:grpSpPr bwMode="auto">
          <a:xfrm>
            <a:off x="647700" y="457200"/>
            <a:ext cx="7889875" cy="1066800"/>
            <a:chOff x="647700" y="457200"/>
            <a:chExt cx="7889875" cy="1066800"/>
          </a:xfrm>
        </p:grpSpPr>
        <p:sp>
          <p:nvSpPr>
            <p:cNvPr id="33808" name="Rectangle 7">
              <a:extLst>
                <a:ext uri="{FF2B5EF4-FFF2-40B4-BE49-F238E27FC236}">
                  <a16:creationId xmlns:a16="http://schemas.microsoft.com/office/drawing/2014/main" id="{EDA54BC8-92C1-7344-A8D6-75CC9A5E8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457200"/>
              <a:ext cx="78517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容易看出</a:t>
              </a:r>
              <a:r>
                <a:rPr lang="zh-CN" altLang="en-US" sz="2400" u="none"/>
                <a:t>,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当且仅当             时</a:t>
              </a:r>
              <a:r>
                <a:rPr lang="zh-CN" altLang="en-US" sz="2400" u="none"/>
                <a:t>,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这个非齐次线性方程才有解</a:t>
              </a:r>
              <a:r>
                <a:rPr lang="zh-CN" altLang="en-US" sz="2400" u="none"/>
                <a:t>,</a:t>
              </a:r>
              <a:endParaRPr lang="zh-CN" altLang="en-US" sz="2400" u="none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3809" name="Object 5">
              <a:extLst>
                <a:ext uri="{FF2B5EF4-FFF2-40B4-BE49-F238E27FC236}">
                  <a16:creationId xmlns:a16="http://schemas.microsoft.com/office/drawing/2014/main" id="{7560BE64-0C29-0771-FDC2-FEA32270BE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19475" y="492125"/>
            <a:ext cx="792163" cy="423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3" r:id="rId6" imgW="9359900" imgH="4978400" progId="Equation.3">
                    <p:embed/>
                  </p:oleObj>
                </mc:Choice>
                <mc:Fallback>
                  <p:oleObj r:id="rId6" imgW="9359900" imgH="49784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9475" y="492125"/>
                          <a:ext cx="792163" cy="4238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0" name="Rectangle 8">
              <a:extLst>
                <a:ext uri="{FF2B5EF4-FFF2-40B4-BE49-F238E27FC236}">
                  <a16:creationId xmlns:a16="http://schemas.microsoft.com/office/drawing/2014/main" id="{F063898B-288F-4DC0-8668-F8F0C185F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" y="1066800"/>
              <a:ext cx="2012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且它的通解是</a:t>
              </a:r>
            </a:p>
          </p:txBody>
        </p:sp>
      </p:grpSp>
      <p:sp>
        <p:nvSpPr>
          <p:cNvPr id="20489" name="Rectangle 9">
            <a:extLst>
              <a:ext uri="{FF2B5EF4-FFF2-40B4-BE49-F238E27FC236}">
                <a16:creationId xmlns:a16="http://schemas.microsoft.com/office/drawing/2014/main" id="{7ACF04BA-5E07-AC34-41C5-B8F20E2AA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" y="2108200"/>
            <a:ext cx="4405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这就是</a:t>
            </a:r>
            <a:r>
              <a:rPr lang="zh-CN" altLang="en-US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u="none">
                <a:latin typeface="Times New Roman" panose="02020603050405020304" pitchFamily="18" charset="0"/>
              </a:rPr>
              <a:t>级根向量的一般表达式</a:t>
            </a:r>
            <a:r>
              <a:rPr lang="zh-CN" altLang="en-US" sz="2400" u="none"/>
              <a:t>.</a:t>
            </a:r>
          </a:p>
        </p:txBody>
      </p:sp>
      <p:grpSp>
        <p:nvGrpSpPr>
          <p:cNvPr id="3" name="组合 17">
            <a:extLst>
              <a:ext uri="{FF2B5EF4-FFF2-40B4-BE49-F238E27FC236}">
                <a16:creationId xmlns:a16="http://schemas.microsoft.com/office/drawing/2014/main" id="{5EA222CD-E8C6-09C4-F478-CBE112348B4B}"/>
              </a:ext>
            </a:extLst>
          </p:cNvPr>
          <p:cNvGrpSpPr>
            <a:grpSpLocks/>
          </p:cNvGrpSpPr>
          <p:nvPr/>
        </p:nvGrpSpPr>
        <p:grpSpPr bwMode="auto">
          <a:xfrm>
            <a:off x="635000" y="2684463"/>
            <a:ext cx="5994400" cy="765175"/>
            <a:chOff x="635000" y="2684463"/>
            <a:chExt cx="5994400" cy="765175"/>
          </a:xfrm>
        </p:grpSpPr>
        <p:graphicFrame>
          <p:nvGraphicFramePr>
            <p:cNvPr id="33806" name="Object 3">
              <a:extLst>
                <a:ext uri="{FF2B5EF4-FFF2-40B4-BE49-F238E27FC236}">
                  <a16:creationId xmlns:a16="http://schemas.microsoft.com/office/drawing/2014/main" id="{BA717D7D-7D52-E9DC-FF1E-B668157E7B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62200" y="3048000"/>
            <a:ext cx="4267200" cy="401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4" r:id="rId8" imgW="55880000" imgH="5270500" progId="Equation.3">
                    <p:embed/>
                  </p:oleObj>
                </mc:Choice>
                <mc:Fallback>
                  <p:oleObj r:id="rId8" imgW="55880000" imgH="52705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2200" y="3048000"/>
                          <a:ext cx="4267200" cy="401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7" name="Rectangle 10">
              <a:extLst>
                <a:ext uri="{FF2B5EF4-FFF2-40B4-BE49-F238E27FC236}">
                  <a16:creationId xmlns:a16="http://schemas.microsoft.com/office/drawing/2014/main" id="{7B3EB5FE-DE7B-92E2-CE94-AC2FD7F6C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000" y="2684463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于是</a:t>
              </a:r>
            </a:p>
          </p:txBody>
        </p:sp>
      </p:grpSp>
      <p:grpSp>
        <p:nvGrpSpPr>
          <p:cNvPr id="4" name="组合 18">
            <a:extLst>
              <a:ext uri="{FF2B5EF4-FFF2-40B4-BE49-F238E27FC236}">
                <a16:creationId xmlns:a16="http://schemas.microsoft.com/office/drawing/2014/main" id="{D7029184-990D-E795-6B25-38A69E02A29F}"/>
              </a:ext>
            </a:extLst>
          </p:cNvPr>
          <p:cNvGrpSpPr>
            <a:grpSpLocks/>
          </p:cNvGrpSpPr>
          <p:nvPr/>
        </p:nvGrpSpPr>
        <p:grpSpPr bwMode="auto">
          <a:xfrm>
            <a:off x="622300" y="3657600"/>
            <a:ext cx="8342313" cy="990600"/>
            <a:chOff x="622300" y="3657600"/>
            <a:chExt cx="8342313" cy="990600"/>
          </a:xfrm>
        </p:grpSpPr>
        <p:sp>
          <p:nvSpPr>
            <p:cNvPr id="33803" name="Rectangle 11">
              <a:extLst>
                <a:ext uri="{FF2B5EF4-FFF2-40B4-BE49-F238E27FC236}">
                  <a16:creationId xmlns:a16="http://schemas.microsoft.com/office/drawing/2014/main" id="{EAC34CF4-32FE-B9E4-5611-83F271BDC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000" y="3657600"/>
              <a:ext cx="83296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其中</a:t>
              </a:r>
              <a:r>
                <a:rPr lang="zh-CN" altLang="en-US" sz="2400" u="none"/>
                <a:t>                 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.特征值 </a:t>
              </a:r>
              <a:r>
                <a:rPr lang="zh-CN" altLang="en-US" sz="2400" u="none"/>
                <a:t>2 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的根空间的维数恰好等于它的</a:t>
              </a:r>
              <a:r>
                <a:rPr lang="zh-CN" altLang="en-US" sz="2400" u="none"/>
                <a:t>代</a:t>
              </a:r>
            </a:p>
          </p:txBody>
        </p:sp>
        <p:graphicFrame>
          <p:nvGraphicFramePr>
            <p:cNvPr id="33804" name="Object 2">
              <a:extLst>
                <a:ext uri="{FF2B5EF4-FFF2-40B4-BE49-F238E27FC236}">
                  <a16:creationId xmlns:a16="http://schemas.microsoft.com/office/drawing/2014/main" id="{D56D35DF-EE4B-0569-B147-620254E68B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89050" y="3670300"/>
            <a:ext cx="1765300" cy="427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5" name="公式" r:id="rId10" imgW="24866600" imgH="6146800" progId="Equation.3">
                    <p:embed/>
                  </p:oleObj>
                </mc:Choice>
                <mc:Fallback>
                  <p:oleObj name="公式" r:id="rId10" imgW="24866600" imgH="61468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9050" y="3670300"/>
                          <a:ext cx="1765300" cy="427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5" name="Rectangle 12">
              <a:extLst>
                <a:ext uri="{FF2B5EF4-FFF2-40B4-BE49-F238E27FC236}">
                  <a16:creationId xmlns:a16="http://schemas.microsoft.com/office/drawing/2014/main" id="{2C208F8B-197D-91C5-3B78-9C2C938A9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300" y="4191000"/>
              <a:ext cx="11906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数重数</a:t>
              </a:r>
              <a:r>
                <a:rPr lang="zh-CN" altLang="en-US" sz="2400" u="none"/>
                <a:t>.</a:t>
              </a:r>
            </a:p>
          </p:txBody>
        </p:sp>
      </p:grpSp>
      <p:grpSp>
        <p:nvGrpSpPr>
          <p:cNvPr id="5" name="Group 16">
            <a:extLst>
              <a:ext uri="{FF2B5EF4-FFF2-40B4-BE49-F238E27FC236}">
                <a16:creationId xmlns:a16="http://schemas.microsoft.com/office/drawing/2014/main" id="{7A60F32B-3C7F-AE97-AC04-10F16A4D471F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800600"/>
            <a:ext cx="8532812" cy="1462088"/>
            <a:chOff x="385" y="3024"/>
            <a:chExt cx="5760" cy="921"/>
          </a:xfrm>
        </p:grpSpPr>
        <p:sp>
          <p:nvSpPr>
            <p:cNvPr id="33800" name="Rectangle 13">
              <a:extLst>
                <a:ext uri="{FF2B5EF4-FFF2-40B4-BE49-F238E27FC236}">
                  <a16:creationId xmlns:a16="http://schemas.microsoft.com/office/drawing/2014/main" id="{2B4C1F45-5620-1259-5F93-44C3B6967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3339"/>
              <a:ext cx="57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了.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因为上一定理表明</a:t>
              </a:r>
              <a:r>
                <a:rPr lang="zh-CN" altLang="en-US" sz="2400" u="none"/>
                <a:t>,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特征值的根空间的维数只能等于它</a:t>
              </a:r>
              <a:r>
                <a:rPr lang="zh-CN" altLang="en-US" sz="2400" u="none"/>
                <a:t>的</a:t>
              </a:r>
            </a:p>
          </p:txBody>
        </p:sp>
        <p:sp>
          <p:nvSpPr>
            <p:cNvPr id="33801" name="Rectangle 14">
              <a:extLst>
                <a:ext uri="{FF2B5EF4-FFF2-40B4-BE49-F238E27FC236}">
                  <a16:creationId xmlns:a16="http://schemas.microsoft.com/office/drawing/2014/main" id="{4CBC96C2-7B84-8A7F-D238-A27FBDAC4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024"/>
              <a:ext cx="46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那么是否还会有更高级的根向量呢</a:t>
              </a:r>
              <a:r>
                <a:rPr lang="zh-CN" altLang="en-US" sz="2400" u="none"/>
                <a:t>?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回答是不可能再有</a:t>
              </a:r>
              <a:endParaRPr lang="zh-CN" altLang="en-US" sz="2400" u="none"/>
            </a:p>
          </p:txBody>
        </p:sp>
        <p:sp>
          <p:nvSpPr>
            <p:cNvPr id="33802" name="Rectangle 15">
              <a:extLst>
                <a:ext uri="{FF2B5EF4-FFF2-40B4-BE49-F238E27FC236}">
                  <a16:creationId xmlns:a16="http://schemas.microsoft.com/office/drawing/2014/main" id="{BAA93461-DF3F-D6AD-CAB2-FBBB407EC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3657"/>
              <a:ext cx="32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代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数重数</a:t>
              </a:r>
              <a:r>
                <a:rPr lang="zh-CN" altLang="en-US" sz="2400" u="none"/>
                <a:t>,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而不能大于代数重数</a:t>
              </a:r>
              <a:r>
                <a:rPr lang="zh-CN" altLang="en-US" sz="2400" u="none"/>
                <a:t>.</a:t>
              </a:r>
            </a:p>
          </p:txBody>
        </p:sp>
      </p:grpSp>
      <p:sp>
        <p:nvSpPr>
          <p:cNvPr id="33799" name="灯片编号占位符 15">
            <a:extLst>
              <a:ext uri="{FF2B5EF4-FFF2-40B4-BE49-F238E27FC236}">
                <a16:creationId xmlns:a16="http://schemas.microsoft.com/office/drawing/2014/main" id="{218CF45B-AA00-56F2-63BF-B814443AC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876F65D-1DD7-0C49-8791-EF9FF918C11A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8" name="Object 3">
            <a:extLst>
              <a:ext uri="{FF2B5EF4-FFF2-40B4-BE49-F238E27FC236}">
                <a16:creationId xmlns:a16="http://schemas.microsoft.com/office/drawing/2014/main" id="{9A89D02C-8679-2B8A-9AA4-512A9DC363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3665538"/>
          <a:ext cx="3276600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r:id="rId3" imgW="44475400" imgH="16383000" progId="Equation.3">
                  <p:embed/>
                </p:oleObj>
              </mc:Choice>
              <mc:Fallback>
                <p:oleObj r:id="rId3" imgW="44475400" imgH="16383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665538"/>
                        <a:ext cx="3276600" cy="121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3">
            <a:extLst>
              <a:ext uri="{FF2B5EF4-FFF2-40B4-BE49-F238E27FC236}">
                <a16:creationId xmlns:a16="http://schemas.microsoft.com/office/drawing/2014/main" id="{E3D13B9F-8761-9A4A-BE11-5BB3F0DC5086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5588000"/>
            <a:ext cx="8048625" cy="457200"/>
            <a:chOff x="381000" y="5588000"/>
            <a:chExt cx="8048652" cy="457200"/>
          </a:xfrm>
        </p:grpSpPr>
        <p:sp>
          <p:nvSpPr>
            <p:cNvPr id="34828" name="Rectangle 6">
              <a:extLst>
                <a:ext uri="{FF2B5EF4-FFF2-40B4-BE49-F238E27FC236}">
                  <a16:creationId xmlns:a16="http://schemas.microsoft.com/office/drawing/2014/main" id="{1ED16E40-E06D-8A86-F8E3-221A9CAB5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5588000"/>
              <a:ext cx="804865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indent="26670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例如，</a:t>
              </a:r>
              <a:r>
                <a:rPr lang="zh-CN" altLang="en-US" sz="2400" u="none">
                  <a:ea typeface="楷体_GB2312" pitchFamily="49" charset="-122"/>
                </a:rPr>
                <a:t> </a:t>
              </a:r>
              <a:endParaRPr lang="zh-CN" altLang="en-US" sz="2400" u="none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4829" name="Object 2">
              <a:extLst>
                <a:ext uri="{FF2B5EF4-FFF2-40B4-BE49-F238E27FC236}">
                  <a16:creationId xmlns:a16="http://schemas.microsoft.com/office/drawing/2014/main" id="{7E2AEC24-8846-3AC9-EFF2-89FD814663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24000" y="5600700"/>
            <a:ext cx="3581400" cy="422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7" r:id="rId6" imgW="46520100" imgH="5562600" progId="Equation.3">
                    <p:embed/>
                  </p:oleObj>
                </mc:Choice>
                <mc:Fallback>
                  <p:oleObj r:id="rId6" imgW="46520100" imgH="55626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4000" y="5600700"/>
                          <a:ext cx="3581400" cy="422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11">
            <a:extLst>
              <a:ext uri="{FF2B5EF4-FFF2-40B4-BE49-F238E27FC236}">
                <a16:creationId xmlns:a16="http://schemas.microsoft.com/office/drawing/2014/main" id="{034AF2A0-878B-D7B1-F830-602E2834BCFF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914400"/>
            <a:ext cx="5219700" cy="1985963"/>
            <a:chOff x="685800" y="914400"/>
            <a:chExt cx="5219827" cy="1985665"/>
          </a:xfrm>
        </p:grpSpPr>
        <p:graphicFrame>
          <p:nvGraphicFramePr>
            <p:cNvPr id="34825" name="Object 5">
              <a:extLst>
                <a:ext uri="{FF2B5EF4-FFF2-40B4-BE49-F238E27FC236}">
                  <a16:creationId xmlns:a16="http://schemas.microsoft.com/office/drawing/2014/main" id="{9CD01E8B-57B4-4E86-9F10-075C08C9EC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76600" y="1143000"/>
            <a:ext cx="1981200" cy="1249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8" r:id="rId8" imgW="26035000" imgH="16383000" progId="Equation.3">
                    <p:embed/>
                  </p:oleObj>
                </mc:Choice>
                <mc:Fallback>
                  <p:oleObj r:id="rId8" imgW="26035000" imgH="163830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6600" y="1143000"/>
                          <a:ext cx="1981200" cy="1249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26" name="Rectangle 7">
              <a:extLst>
                <a:ext uri="{FF2B5EF4-FFF2-40B4-BE49-F238E27FC236}">
                  <a16:creationId xmlns:a16="http://schemas.microsoft.com/office/drawing/2014/main" id="{761DA201-199E-B15B-EE4B-C90E2F12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914400"/>
              <a:ext cx="1098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例4</a:t>
              </a:r>
              <a:r>
                <a:rPr lang="zh-CN" altLang="en-US" sz="2400" b="1" u="none">
                  <a:latin typeface="Times New Roman" panose="02020603050405020304" pitchFamily="18" charset="0"/>
                </a:rPr>
                <a:t> 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 设</a:t>
              </a:r>
            </a:p>
          </p:txBody>
        </p:sp>
        <p:sp>
          <p:nvSpPr>
            <p:cNvPr id="34827" name="Rectangle 8">
              <a:extLst>
                <a:ext uri="{FF2B5EF4-FFF2-40B4-BE49-F238E27FC236}">
                  <a16:creationId xmlns:a16="http://schemas.microsoft.com/office/drawing/2014/main" id="{E0187E74-CC13-D976-5657-33347F17F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2438400"/>
              <a:ext cx="521982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求可逆矩阵</a:t>
              </a:r>
              <a:r>
                <a:rPr lang="en-US" altLang="zh-CN" sz="2400" i="1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使</a:t>
              </a:r>
              <a:r>
                <a:rPr lang="en-US" altLang="zh-CN" sz="2400" i="1" u="none"/>
                <a:t>P</a:t>
              </a:r>
              <a:r>
                <a:rPr lang="en-US" altLang="zh-CN" sz="2400" i="1" u="none" baseline="30000">
                  <a:latin typeface="Times New Roman" panose="02020603050405020304" pitchFamily="18" charset="0"/>
                </a:rPr>
                <a:t>－</a:t>
              </a:r>
              <a:r>
                <a:rPr lang="en-US" altLang="zh-CN" sz="2400" u="none" baseline="30000"/>
                <a:t>1</a:t>
              </a:r>
              <a:r>
                <a:rPr lang="en-US" altLang="zh-CN" sz="2400" i="1" u="none">
                  <a:latin typeface="Times New Roman" panose="02020603050405020304" pitchFamily="18" charset="0"/>
                </a:rPr>
                <a:t>AP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为</a:t>
              </a:r>
              <a:r>
                <a:rPr lang="en-US" altLang="zh-CN" sz="2400" u="none"/>
                <a:t>Jordan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矩阵。</a:t>
              </a:r>
            </a:p>
          </p:txBody>
        </p:sp>
      </p:grpSp>
      <p:grpSp>
        <p:nvGrpSpPr>
          <p:cNvPr id="4" name="组合 12">
            <a:extLst>
              <a:ext uri="{FF2B5EF4-FFF2-40B4-BE49-F238E27FC236}">
                <a16:creationId xmlns:a16="http://schemas.microsoft.com/office/drawing/2014/main" id="{B218E50F-EFB5-319E-503D-3C86CA7D8C33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087688"/>
            <a:ext cx="8062913" cy="457200"/>
            <a:chOff x="685800" y="3087688"/>
            <a:chExt cx="8062913" cy="457200"/>
          </a:xfrm>
        </p:grpSpPr>
        <p:graphicFrame>
          <p:nvGraphicFramePr>
            <p:cNvPr id="34823" name="Object 4">
              <a:extLst>
                <a:ext uri="{FF2B5EF4-FFF2-40B4-BE49-F238E27FC236}">
                  <a16:creationId xmlns:a16="http://schemas.microsoft.com/office/drawing/2014/main" id="{E45AF333-41E4-6298-A0B2-B1D693538C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6800" y="3175000"/>
            <a:ext cx="2819400" cy="360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9" r:id="rId10" imgW="41249600" imgH="5270500" progId="Equation.3">
                    <p:embed/>
                  </p:oleObj>
                </mc:Choice>
                <mc:Fallback>
                  <p:oleObj r:id="rId10" imgW="41249600" imgH="52705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800" y="3175000"/>
                          <a:ext cx="2819400" cy="360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24" name="Rectangle 9">
              <a:extLst>
                <a:ext uri="{FF2B5EF4-FFF2-40B4-BE49-F238E27FC236}">
                  <a16:creationId xmlns:a16="http://schemas.microsoft.com/office/drawing/2014/main" id="{507A7FA9-74AC-62DE-7014-6730DB03C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3087688"/>
              <a:ext cx="80629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u="none">
                  <a:solidFill>
                    <a:srgbClr val="FF0000"/>
                  </a:solidFill>
                  <a:latin typeface="Times New Roman" panose="02020603050405020304" pitchFamily="18" charset="0"/>
                </a:rPr>
                <a:t>解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　                                 是</a:t>
              </a:r>
              <a:r>
                <a:rPr lang="en-US" altLang="zh-CN" sz="2400" i="1" u="none"/>
                <a:t>A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的三重特征值。齐次线性方程组</a:t>
              </a:r>
            </a:p>
          </p:txBody>
        </p:sp>
      </p:grpSp>
      <p:sp>
        <p:nvSpPr>
          <p:cNvPr id="21514" name="Rectangle 10">
            <a:extLst>
              <a:ext uri="{FF2B5EF4-FFF2-40B4-BE49-F238E27FC236}">
                <a16:creationId xmlns:a16="http://schemas.microsoft.com/office/drawing/2014/main" id="{2866114F-533F-396F-0F75-FDBBB0EA4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" y="4953000"/>
            <a:ext cx="811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宋体" panose="02010600030101010101" pitchFamily="2" charset="-122"/>
              </a:rPr>
              <a:t>的系数矩阵 </a:t>
            </a:r>
            <a:r>
              <a:rPr lang="en-US" altLang="zh-CN" sz="2400" i="1" u="none"/>
              <a:t>A</a:t>
            </a:r>
            <a:r>
              <a:rPr lang="en-US" altLang="zh-CN" sz="2400" u="none">
                <a:latin typeface="宋体" panose="02010600030101010101" pitchFamily="2" charset="-122"/>
              </a:rPr>
              <a:t>－</a:t>
            </a:r>
            <a:r>
              <a:rPr lang="en-US" altLang="zh-CN" sz="2400" u="none"/>
              <a:t>2</a:t>
            </a:r>
            <a:r>
              <a:rPr lang="en-US" altLang="zh-CN" sz="2400" i="1" u="none">
                <a:latin typeface="Times New Roman" panose="02020603050405020304" pitchFamily="18" charset="0"/>
              </a:rPr>
              <a:t>I  </a:t>
            </a:r>
            <a:r>
              <a:rPr lang="zh-CN" altLang="en-US" sz="2400" u="none">
                <a:latin typeface="宋体" panose="02010600030101010101" pitchFamily="2" charset="-122"/>
              </a:rPr>
              <a:t>的秩是</a:t>
            </a:r>
            <a:r>
              <a:rPr lang="zh-CN" altLang="en-US" sz="2400" u="none"/>
              <a:t>1</a:t>
            </a:r>
            <a:r>
              <a:rPr lang="zh-CN" altLang="en-US" sz="2400" u="none">
                <a:latin typeface="宋体" panose="02010600030101010101" pitchFamily="2" charset="-122"/>
              </a:rPr>
              <a:t>，因而基础解系有两个解向量，</a:t>
            </a:r>
          </a:p>
        </p:txBody>
      </p:sp>
      <p:sp>
        <p:nvSpPr>
          <p:cNvPr id="34822" name="灯片编号占位符 10">
            <a:extLst>
              <a:ext uri="{FF2B5EF4-FFF2-40B4-BE49-F238E27FC236}">
                <a16:creationId xmlns:a16="http://schemas.microsoft.com/office/drawing/2014/main" id="{8D6B3628-4B0A-7A48-2928-7DD70DB7C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AC6F005-6F61-3941-90CC-B8C0685F099A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4">
            <a:extLst>
              <a:ext uri="{FF2B5EF4-FFF2-40B4-BE49-F238E27FC236}">
                <a16:creationId xmlns:a16="http://schemas.microsoft.com/office/drawing/2014/main" id="{5D06D7AF-12A4-6673-DCE5-A785A635AC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1485900"/>
          <a:ext cx="51816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" r:id="rId3" imgW="73431400" imgH="5562600" progId="Equation.3">
                  <p:embed/>
                </p:oleObj>
              </mc:Choice>
              <mc:Fallback>
                <p:oleObj r:id="rId3" imgW="73431400" imgH="556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485900"/>
                        <a:ext cx="51816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3">
            <a:extLst>
              <a:ext uri="{FF2B5EF4-FFF2-40B4-BE49-F238E27FC236}">
                <a16:creationId xmlns:a16="http://schemas.microsoft.com/office/drawing/2014/main" id="{F94A77AC-615A-858F-A5C4-ACEAAD591C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8463" y="2514600"/>
          <a:ext cx="2962275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公式" r:id="rId5" imgW="40373300" imgH="16383000" progId="Equation.3">
                  <p:embed/>
                </p:oleObj>
              </mc:Choice>
              <mc:Fallback>
                <p:oleObj name="公式" r:id="rId5" imgW="40373300" imgH="16383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463" y="2514600"/>
                        <a:ext cx="2962275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2">
            <a:extLst>
              <a:ext uri="{FF2B5EF4-FFF2-40B4-BE49-F238E27FC236}">
                <a16:creationId xmlns:a16="http://schemas.microsoft.com/office/drawing/2014/main" id="{A4A2D5BB-FE60-5CAE-CF51-26403DE94A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4422775"/>
          <a:ext cx="6019800" cy="144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r:id="rId7" imgW="79870300" imgH="16383000" progId="Equation.3">
                  <p:embed/>
                </p:oleObj>
              </mc:Choice>
              <mc:Fallback>
                <p:oleObj r:id="rId7" imgW="79870300" imgH="16383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422775"/>
                        <a:ext cx="6019800" cy="144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Rectangle 6">
            <a:extLst>
              <a:ext uri="{FF2B5EF4-FFF2-40B4-BE49-F238E27FC236}">
                <a16:creationId xmlns:a16="http://schemas.microsoft.com/office/drawing/2014/main" id="{AE61D400-8137-666D-3177-D16B33E13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990600"/>
            <a:ext cx="2622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且通解的表达式为</a:t>
            </a:r>
          </a:p>
        </p:txBody>
      </p:sp>
      <p:sp>
        <p:nvSpPr>
          <p:cNvPr id="22534" name="Rectangle 7">
            <a:extLst>
              <a:ext uri="{FF2B5EF4-FFF2-40B4-BE49-F238E27FC236}">
                <a16:creationId xmlns:a16="http://schemas.microsoft.com/office/drawing/2014/main" id="{1342EEA0-1ECE-0FBC-3E08-DEE658FE7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057400"/>
            <a:ext cx="2716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代入（</a:t>
            </a:r>
            <a:r>
              <a:rPr lang="zh-CN" altLang="en-US" sz="2400" u="none"/>
              <a:t>2.2-7</a:t>
            </a:r>
            <a:r>
              <a:rPr lang="zh-CN" altLang="en-US" sz="2400" u="none">
                <a:latin typeface="Times New Roman" panose="02020603050405020304" pitchFamily="18" charset="0"/>
              </a:rPr>
              <a:t>）式得</a:t>
            </a:r>
          </a:p>
        </p:txBody>
      </p:sp>
      <p:sp>
        <p:nvSpPr>
          <p:cNvPr id="22535" name="Rectangle 8">
            <a:extLst>
              <a:ext uri="{FF2B5EF4-FFF2-40B4-BE49-F238E27FC236}">
                <a16:creationId xmlns:a16="http://schemas.microsoft.com/office/drawing/2014/main" id="{049A0C46-039E-0405-4B2B-794E8CBEC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" y="3733800"/>
            <a:ext cx="475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对它的增广矩阵施行行初等变换：</a:t>
            </a:r>
          </a:p>
        </p:txBody>
      </p:sp>
      <p:sp>
        <p:nvSpPr>
          <p:cNvPr id="35847" name="灯片编号占位符 7">
            <a:extLst>
              <a:ext uri="{FF2B5EF4-FFF2-40B4-BE49-F238E27FC236}">
                <a16:creationId xmlns:a16="http://schemas.microsoft.com/office/drawing/2014/main" id="{35FED996-0551-3854-B812-9D38C57BB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7689F1-5575-0947-A19C-C89954760848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/>
      <p:bldP spid="22534" grpId="0"/>
      <p:bldP spid="2253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4">
            <a:extLst>
              <a:ext uri="{FF2B5EF4-FFF2-40B4-BE49-F238E27FC236}">
                <a16:creationId xmlns:a16="http://schemas.microsoft.com/office/drawing/2014/main" id="{F1A54C1E-8976-9757-95E9-BC6B7671DF46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087438"/>
            <a:ext cx="8261350" cy="457200"/>
            <a:chOff x="609600" y="1087438"/>
            <a:chExt cx="8261350" cy="457200"/>
          </a:xfrm>
        </p:grpSpPr>
        <p:sp>
          <p:nvSpPr>
            <p:cNvPr id="36880" name="Rectangle 8">
              <a:extLst>
                <a:ext uri="{FF2B5EF4-FFF2-40B4-BE49-F238E27FC236}">
                  <a16:creationId xmlns:a16="http://schemas.microsoft.com/office/drawing/2014/main" id="{B4DA1A60-4B21-6C24-0BCE-D5562B13B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1087438"/>
              <a:ext cx="8261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由此可见</a:t>
              </a:r>
              <a:r>
                <a:rPr lang="en-US" altLang="zh-CN" sz="2400" u="none">
                  <a:latin typeface="Times New Roman" panose="02020603050405020304" pitchFamily="18" charset="0"/>
                </a:rPr>
                <a:t>,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当且仅当                     时这个非齐次方程组才有解。</a:t>
              </a:r>
            </a:p>
          </p:txBody>
        </p:sp>
        <p:graphicFrame>
          <p:nvGraphicFramePr>
            <p:cNvPr id="36881" name="Object 6">
              <a:extLst>
                <a:ext uri="{FF2B5EF4-FFF2-40B4-BE49-F238E27FC236}">
                  <a16:creationId xmlns:a16="http://schemas.microsoft.com/office/drawing/2014/main" id="{38BDEC9F-1435-D758-9721-2D6FC15795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32138" y="1093788"/>
            <a:ext cx="1728787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4" r:id="rId4" imgW="20777200" imgH="4978400" progId="Equation.3">
                    <p:embed/>
                  </p:oleObj>
                </mc:Choice>
                <mc:Fallback>
                  <p:oleObj r:id="rId4" imgW="20777200" imgH="49784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2138" y="1093788"/>
                          <a:ext cx="1728787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558" name="Object 2">
            <a:extLst>
              <a:ext uri="{FF2B5EF4-FFF2-40B4-BE49-F238E27FC236}">
                <a16:creationId xmlns:a16="http://schemas.microsoft.com/office/drawing/2014/main" id="{DB82FC95-C176-FE68-EE0F-F4E3528953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3019425"/>
          <a:ext cx="20097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r:id="rId6" imgW="21653500" imgH="5270500" progId="Equation.3">
                  <p:embed/>
                </p:oleObj>
              </mc:Choice>
              <mc:Fallback>
                <p:oleObj r:id="rId6" imgW="21653500" imgH="5270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019425"/>
                        <a:ext cx="200977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15">
            <a:extLst>
              <a:ext uri="{FF2B5EF4-FFF2-40B4-BE49-F238E27FC236}">
                <a16:creationId xmlns:a16="http://schemas.microsoft.com/office/drawing/2014/main" id="{A3F9DB01-60E4-0DB0-BD17-23DE42180DCD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676400"/>
            <a:ext cx="5867400" cy="457200"/>
            <a:chOff x="609600" y="1676400"/>
            <a:chExt cx="5867400" cy="457200"/>
          </a:xfrm>
        </p:grpSpPr>
        <p:graphicFrame>
          <p:nvGraphicFramePr>
            <p:cNvPr id="36878" name="Object 5">
              <a:extLst>
                <a:ext uri="{FF2B5EF4-FFF2-40B4-BE49-F238E27FC236}">
                  <a16:creationId xmlns:a16="http://schemas.microsoft.com/office/drawing/2014/main" id="{4911B0E1-683D-592E-4E18-58FC07347B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5400" y="1689100"/>
            <a:ext cx="5181600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6" r:id="rId8" imgW="64363600" imgH="5562600" progId="Equation.3">
                    <p:embed/>
                  </p:oleObj>
                </mc:Choice>
                <mc:Fallback>
                  <p:oleObj r:id="rId8" imgW="64363600" imgH="5562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5400" y="1689100"/>
                          <a:ext cx="5181600" cy="441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9" name="Rectangle 9">
              <a:extLst>
                <a:ext uri="{FF2B5EF4-FFF2-40B4-BE49-F238E27FC236}">
                  <a16:creationId xmlns:a16="http://schemas.microsoft.com/office/drawing/2014/main" id="{EF4BF3C4-55C3-9167-BE91-E1D338B89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1676400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若取</a:t>
              </a:r>
            </a:p>
          </p:txBody>
        </p:sp>
      </p:grpSp>
      <p:grpSp>
        <p:nvGrpSpPr>
          <p:cNvPr id="4" name="组合 16">
            <a:extLst>
              <a:ext uri="{FF2B5EF4-FFF2-40B4-BE49-F238E27FC236}">
                <a16:creationId xmlns:a16="http://schemas.microsoft.com/office/drawing/2014/main" id="{8CBD4EE0-B80B-BBA8-367C-5CD837D4A8BE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649413"/>
            <a:ext cx="7924800" cy="1190625"/>
            <a:chOff x="609600" y="1649413"/>
            <a:chExt cx="7924800" cy="1190327"/>
          </a:xfrm>
        </p:grpSpPr>
        <p:sp>
          <p:nvSpPr>
            <p:cNvPr id="36874" name="Rectangle 7">
              <a:extLst>
                <a:ext uri="{FF2B5EF4-FFF2-40B4-BE49-F238E27FC236}">
                  <a16:creationId xmlns:a16="http://schemas.microsoft.com/office/drawing/2014/main" id="{D0463772-6242-FCE0-2E9A-0632A447B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2378075"/>
              <a:ext cx="789149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性方程组的一个解是                    ，且有                       ，即</a:t>
              </a:r>
              <a:endParaRPr lang="zh-CN" altLang="en-US" sz="2400" u="none"/>
            </a:p>
          </p:txBody>
        </p:sp>
        <p:graphicFrame>
          <p:nvGraphicFramePr>
            <p:cNvPr id="36875" name="Object 4">
              <a:extLst>
                <a:ext uri="{FF2B5EF4-FFF2-40B4-BE49-F238E27FC236}">
                  <a16:creationId xmlns:a16="http://schemas.microsoft.com/office/drawing/2014/main" id="{AAF88A8B-1B41-C62E-81AC-5B2202BB33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29000" y="2406650"/>
            <a:ext cx="1647825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7" r:id="rId10" imgW="22529800" imgH="5854700" progId="Equation.3">
                    <p:embed/>
                  </p:oleObj>
                </mc:Choice>
                <mc:Fallback>
                  <p:oleObj r:id="rId10" imgW="22529800" imgH="58547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9000" y="2406650"/>
                          <a:ext cx="1647825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6" name="Object 3">
              <a:extLst>
                <a:ext uri="{FF2B5EF4-FFF2-40B4-BE49-F238E27FC236}">
                  <a16:creationId xmlns:a16="http://schemas.microsoft.com/office/drawing/2014/main" id="{38F67EE2-04F4-6A6F-860E-DB3B2DFA28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67400" y="2405063"/>
            <a:ext cx="1800225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8" r:id="rId12" imgW="22529800" imgH="5270500" progId="Equation.3">
                    <p:embed/>
                  </p:oleObj>
                </mc:Choice>
                <mc:Fallback>
                  <p:oleObj r:id="rId12" imgW="22529800" imgH="52705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7400" y="2405063"/>
                          <a:ext cx="1800225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7" name="Rectangle 10">
              <a:extLst>
                <a:ext uri="{FF2B5EF4-FFF2-40B4-BE49-F238E27FC236}">
                  <a16:creationId xmlns:a16="http://schemas.microsoft.com/office/drawing/2014/main" id="{5644B477-1583-E87B-94DE-27239C980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9050" y="1649413"/>
              <a:ext cx="21653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u="none">
                  <a:latin typeface="Times New Roman" panose="02020603050405020304" pitchFamily="18" charset="0"/>
                </a:rPr>
                <a:t>, 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上述非齐次线</a:t>
              </a:r>
            </a:p>
          </p:txBody>
        </p:sp>
      </p:grpSp>
      <p:grpSp>
        <p:nvGrpSpPr>
          <p:cNvPr id="5" name="组合 17">
            <a:extLst>
              <a:ext uri="{FF2B5EF4-FFF2-40B4-BE49-F238E27FC236}">
                <a16:creationId xmlns:a16="http://schemas.microsoft.com/office/drawing/2014/main" id="{2F36AC65-9F95-53D4-9B07-83A88121E039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573463"/>
            <a:ext cx="4800600" cy="1235075"/>
            <a:chOff x="1143000" y="3573463"/>
            <a:chExt cx="4800600" cy="1235075"/>
          </a:xfrm>
        </p:grpSpPr>
        <p:graphicFrame>
          <p:nvGraphicFramePr>
            <p:cNvPr id="36872" name="Object 11">
              <a:extLst>
                <a:ext uri="{FF2B5EF4-FFF2-40B4-BE49-F238E27FC236}">
                  <a16:creationId xmlns:a16="http://schemas.microsoft.com/office/drawing/2014/main" id="{9B7BE42E-A3D9-6644-9824-73B531C782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67000" y="3573463"/>
            <a:ext cx="3276600" cy="1235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9" r:id="rId14" imgW="43599100" imgH="16383000" progId="Equation.3">
                    <p:embed/>
                  </p:oleObj>
                </mc:Choice>
                <mc:Fallback>
                  <p:oleObj r:id="rId14" imgW="43599100" imgH="163830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7000" y="3573463"/>
                          <a:ext cx="3276600" cy="1235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3" name="Rectangle 12">
              <a:extLst>
                <a:ext uri="{FF2B5EF4-FFF2-40B4-BE49-F238E27FC236}">
                  <a16:creationId xmlns:a16="http://schemas.microsoft.com/office/drawing/2014/main" id="{9A6A8D9E-5F47-2502-7C42-39B2F9765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649663"/>
              <a:ext cx="1403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因此，取</a:t>
              </a:r>
            </a:p>
          </p:txBody>
        </p:sp>
      </p:grpSp>
      <p:graphicFrame>
        <p:nvGraphicFramePr>
          <p:cNvPr id="23560" name="Object 13">
            <a:extLst>
              <a:ext uri="{FF2B5EF4-FFF2-40B4-BE49-F238E27FC236}">
                <a16:creationId xmlns:a16="http://schemas.microsoft.com/office/drawing/2014/main" id="{E28CD090-3951-2371-1A94-E09332B350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5" y="4868863"/>
          <a:ext cx="2176463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Equation" r:id="rId16" imgW="28968700" imgH="16383000" progId="Equation.3">
                  <p:embed/>
                </p:oleObj>
              </mc:Choice>
              <mc:Fallback>
                <p:oleObj name="Equation" r:id="rId16" imgW="28968700" imgH="163830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4868863"/>
                        <a:ext cx="2176463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1" name="灯片编号占位符 13">
            <a:extLst>
              <a:ext uri="{FF2B5EF4-FFF2-40B4-BE49-F238E27FC236}">
                <a16:creationId xmlns:a16="http://schemas.microsoft.com/office/drawing/2014/main" id="{1956D9A2-FF7E-5D93-0B3A-F34602492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1526C6B-B7E9-6745-9635-E370634C115F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1">
            <a:extLst>
              <a:ext uri="{FF2B5EF4-FFF2-40B4-BE49-F238E27FC236}">
                <a16:creationId xmlns:a16="http://schemas.microsoft.com/office/drawing/2014/main" id="{92D3D566-E3C0-22E8-843E-C11D91511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1268413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楷体_GB2312" pitchFamily="49" charset="-122"/>
            </a:endParaRPr>
          </a:p>
        </p:txBody>
      </p:sp>
      <p:grpSp>
        <p:nvGrpSpPr>
          <p:cNvPr id="2" name="组合 12">
            <a:extLst>
              <a:ext uri="{FF2B5EF4-FFF2-40B4-BE49-F238E27FC236}">
                <a16:creationId xmlns:a16="http://schemas.microsoft.com/office/drawing/2014/main" id="{AE4DF5E5-E652-558A-B363-592032F59F46}"/>
              </a:ext>
            </a:extLst>
          </p:cNvPr>
          <p:cNvGrpSpPr>
            <a:grpSpLocks/>
          </p:cNvGrpSpPr>
          <p:nvPr/>
        </p:nvGrpSpPr>
        <p:grpSpPr bwMode="auto">
          <a:xfrm>
            <a:off x="574675" y="1755775"/>
            <a:ext cx="8569325" cy="2832100"/>
            <a:chOff x="574675" y="1755775"/>
            <a:chExt cx="8569325" cy="2832100"/>
          </a:xfrm>
        </p:grpSpPr>
        <p:sp>
          <p:nvSpPr>
            <p:cNvPr id="37892" name="Rectangle 32">
              <a:extLst>
                <a:ext uri="{FF2B5EF4-FFF2-40B4-BE49-F238E27FC236}">
                  <a16:creationId xmlns:a16="http://schemas.microsoft.com/office/drawing/2014/main" id="{7947E058-E331-1227-9163-9399FB755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1755775"/>
              <a:ext cx="792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因为若在（</a:t>
              </a:r>
              <a:r>
                <a:rPr lang="zh-CN" altLang="en-US" sz="2400" u="none"/>
                <a:t>2.2-7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）式中令</a:t>
              </a:r>
              <a:r>
                <a:rPr lang="en-US" altLang="zh-CN" sz="2400" i="1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u="none">
                  <a:latin typeface="Times New Roman" panose="02020603050405020304" pitchFamily="18" charset="0"/>
                </a:rPr>
                <a:t> = 0，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也就是齐次线性方程组，</a:t>
              </a:r>
            </a:p>
          </p:txBody>
        </p:sp>
        <p:graphicFrame>
          <p:nvGraphicFramePr>
            <p:cNvPr id="37893" name="Object 5">
              <a:extLst>
                <a:ext uri="{FF2B5EF4-FFF2-40B4-BE49-F238E27FC236}">
                  <a16:creationId xmlns:a16="http://schemas.microsoft.com/office/drawing/2014/main" id="{D224C332-A5C9-6BD2-AE4A-58CA3FD4F1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9600" y="2365375"/>
            <a:ext cx="1524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78" r:id="rId4" imgW="21069300" imgH="5270500" progId="Equation.3">
                    <p:embed/>
                  </p:oleObj>
                </mc:Choice>
                <mc:Fallback>
                  <p:oleObj r:id="rId4" imgW="21069300" imgH="52705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600" y="2365375"/>
                          <a:ext cx="15240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894" name="Object 4">
              <a:extLst>
                <a:ext uri="{FF2B5EF4-FFF2-40B4-BE49-F238E27FC236}">
                  <a16:creationId xmlns:a16="http://schemas.microsoft.com/office/drawing/2014/main" id="{2A6B2D0D-4AC2-595B-13CA-68225A21DA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81913" y="2365375"/>
            <a:ext cx="280987" cy="396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79" r:id="rId6" imgW="3797300" imgH="5270500" progId="Equation.3">
                    <p:embed/>
                  </p:oleObj>
                </mc:Choice>
                <mc:Fallback>
                  <p:oleObj r:id="rId6" imgW="3797300" imgH="52705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1913" y="2365375"/>
                          <a:ext cx="280987" cy="396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895" name="Object 3">
              <a:extLst>
                <a:ext uri="{FF2B5EF4-FFF2-40B4-BE49-F238E27FC236}">
                  <a16:creationId xmlns:a16="http://schemas.microsoft.com/office/drawing/2014/main" id="{DD13A4FB-1EFF-4ADD-9984-DB6769008F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13300" y="2349500"/>
            <a:ext cx="280988" cy="396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0" r:id="rId8" imgW="3797300" imgH="5270500" progId="Equation.3">
                    <p:embed/>
                  </p:oleObj>
                </mc:Choice>
                <mc:Fallback>
                  <p:oleObj r:id="rId8" imgW="3797300" imgH="52705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3300" y="2349500"/>
                          <a:ext cx="280988" cy="396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896" name="Object 2">
              <a:extLst>
                <a:ext uri="{FF2B5EF4-FFF2-40B4-BE49-F238E27FC236}">
                  <a16:creationId xmlns:a16="http://schemas.microsoft.com/office/drawing/2014/main" id="{2486D4F0-B19C-23BA-2D59-5A70559592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62800" y="3051175"/>
            <a:ext cx="26987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1" r:id="rId9" imgW="3797300" imgH="5270500" progId="Equation.3">
                    <p:embed/>
                  </p:oleObj>
                </mc:Choice>
                <mc:Fallback>
                  <p:oleObj r:id="rId9" imgW="3797300" imgH="52705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2800" y="3051175"/>
                          <a:ext cx="26987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897" name="Rectangle 35">
              <a:extLst>
                <a:ext uri="{FF2B5EF4-FFF2-40B4-BE49-F238E27FC236}">
                  <a16:creationId xmlns:a16="http://schemas.microsoft.com/office/drawing/2014/main" id="{34B41793-6800-609C-6D92-8673B22BC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2976563"/>
              <a:ext cx="82026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根向量，所以我们可以直接从（</a:t>
              </a:r>
              <a:r>
                <a:rPr lang="zh-CN" altLang="en-US" sz="2400" u="none"/>
                <a:t>2.2-7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）式出发求    的各级根</a:t>
              </a:r>
            </a:p>
          </p:txBody>
        </p:sp>
        <p:sp>
          <p:nvSpPr>
            <p:cNvPr id="37898" name="Rectangle 36">
              <a:extLst>
                <a:ext uri="{FF2B5EF4-FFF2-40B4-BE49-F238E27FC236}">
                  <a16:creationId xmlns:a16="http://schemas.microsoft.com/office/drawing/2014/main" id="{4B9461C2-0333-D42C-A7E4-E8E09D10C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900" y="2290763"/>
              <a:ext cx="684995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它的非零解是</a:t>
              </a:r>
              <a:r>
                <a:rPr lang="en-US" altLang="zh-CN" sz="2400" i="1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关于  </a:t>
              </a:r>
              <a:r>
                <a:rPr lang="zh-CN" altLang="en-US" sz="2400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 的特征向量，亦即     的</a:t>
              </a:r>
              <a:r>
                <a:rPr lang="zh-CN" altLang="en-US" sz="2400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级</a:t>
              </a:r>
            </a:p>
          </p:txBody>
        </p:sp>
        <p:sp>
          <p:nvSpPr>
            <p:cNvPr id="37899" name="Rectangle 37">
              <a:extLst>
                <a:ext uri="{FF2B5EF4-FFF2-40B4-BE49-F238E27FC236}">
                  <a16:creationId xmlns:a16="http://schemas.microsoft.com/office/drawing/2014/main" id="{EB342654-2289-EE78-69AC-37EE17DD4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675" y="3584575"/>
              <a:ext cx="835850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向量。如果是求</a:t>
              </a:r>
              <a:r>
                <a:rPr lang="en-US" altLang="zh-CN" sz="2400" i="1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的</a:t>
              </a:r>
              <a:r>
                <a:rPr lang="en-US" altLang="zh-CN" sz="2400" u="none"/>
                <a:t>Jordan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标准形，所需要求的只是线性无关</a:t>
              </a:r>
            </a:p>
          </p:txBody>
        </p:sp>
        <p:sp>
          <p:nvSpPr>
            <p:cNvPr id="37900" name="Rectangle 38">
              <a:extLst>
                <a:ext uri="{FF2B5EF4-FFF2-40B4-BE49-F238E27FC236}">
                  <a16:creationId xmlns:a16="http://schemas.microsoft.com/office/drawing/2014/main" id="{85907CF3-E603-4039-B609-29E29E33A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900" y="4130675"/>
              <a:ext cx="1708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的根向量。</a:t>
              </a:r>
            </a:p>
          </p:txBody>
        </p:sp>
      </p:grpSp>
      <p:sp>
        <p:nvSpPr>
          <p:cNvPr id="37891" name="灯片编号占位符 11">
            <a:extLst>
              <a:ext uri="{FF2B5EF4-FFF2-40B4-BE49-F238E27FC236}">
                <a16:creationId xmlns:a16="http://schemas.microsoft.com/office/drawing/2014/main" id="{F87F1C3B-DB63-847C-D245-3DCAD9100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D5AD14-BC90-FD41-92AC-743B00E1858F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0">
            <a:extLst>
              <a:ext uri="{FF2B5EF4-FFF2-40B4-BE49-F238E27FC236}">
                <a16:creationId xmlns:a16="http://schemas.microsoft.com/office/drawing/2014/main" id="{FDFCFDBB-7358-03F8-3B67-3D912E2A82EA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914400"/>
            <a:ext cx="4800600" cy="2049463"/>
            <a:chOff x="609600" y="914400"/>
            <a:chExt cx="4800600" cy="2049463"/>
          </a:xfrm>
        </p:grpSpPr>
        <p:graphicFrame>
          <p:nvGraphicFramePr>
            <p:cNvPr id="38922" name="Object 5">
              <a:extLst>
                <a:ext uri="{FF2B5EF4-FFF2-40B4-BE49-F238E27FC236}">
                  <a16:creationId xmlns:a16="http://schemas.microsoft.com/office/drawing/2014/main" id="{210B8B00-7D56-D3E2-093F-557B7D6A61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52800" y="1371600"/>
            <a:ext cx="2057400" cy="1592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2" r:id="rId3" imgW="27203400" imgH="21069300" progId="Equation.3">
                    <p:embed/>
                  </p:oleObj>
                </mc:Choice>
                <mc:Fallback>
                  <p:oleObj r:id="rId3" imgW="27203400" imgH="210693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2800" y="1371600"/>
                          <a:ext cx="2057400" cy="1592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3" name="Rectangle 7">
              <a:extLst>
                <a:ext uri="{FF2B5EF4-FFF2-40B4-BE49-F238E27FC236}">
                  <a16:creationId xmlns:a16="http://schemas.microsoft.com/office/drawing/2014/main" id="{E64D73D6-397B-1287-CEDD-863FC59DC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914400"/>
              <a:ext cx="42846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例5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　求方阵的</a:t>
              </a:r>
              <a:r>
                <a:rPr lang="en-US" altLang="zh-CN" sz="2400" i="1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Jordan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标准形。</a:t>
              </a:r>
            </a:p>
          </p:txBody>
        </p:sp>
      </p:grpSp>
      <p:grpSp>
        <p:nvGrpSpPr>
          <p:cNvPr id="3" name="组合 11">
            <a:extLst>
              <a:ext uri="{FF2B5EF4-FFF2-40B4-BE49-F238E27FC236}">
                <a16:creationId xmlns:a16="http://schemas.microsoft.com/office/drawing/2014/main" id="{508D0AC8-0730-32CF-732C-637B1571B5FF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049588"/>
            <a:ext cx="8120063" cy="1682750"/>
            <a:chOff x="381000" y="3049588"/>
            <a:chExt cx="8120090" cy="1682750"/>
          </a:xfrm>
        </p:grpSpPr>
        <p:sp>
          <p:nvSpPr>
            <p:cNvPr id="38916" name="Rectangle 6">
              <a:extLst>
                <a:ext uri="{FF2B5EF4-FFF2-40B4-BE49-F238E27FC236}">
                  <a16:creationId xmlns:a16="http://schemas.microsoft.com/office/drawing/2014/main" id="{73F9DF07-2B88-2DC0-03EB-BB31E8960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3657600"/>
              <a:ext cx="812009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indent="26670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个不同的特征值：代数重数是</a:t>
              </a:r>
              <a:r>
                <a:rPr lang="zh-CN" altLang="en-US" sz="2400" i="1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的特征值            和单重特</a:t>
              </a:r>
            </a:p>
          </p:txBody>
        </p:sp>
        <p:graphicFrame>
          <p:nvGraphicFramePr>
            <p:cNvPr id="38917" name="Object 4">
              <a:extLst>
                <a:ext uri="{FF2B5EF4-FFF2-40B4-BE49-F238E27FC236}">
                  <a16:creationId xmlns:a16="http://schemas.microsoft.com/office/drawing/2014/main" id="{C418EFDF-1708-7786-1C0A-DEC0104862F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29000" y="3124200"/>
            <a:ext cx="3048000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3" r:id="rId6" imgW="41541700" imgH="5270500" progId="Equation.3">
                    <p:embed/>
                  </p:oleObj>
                </mc:Choice>
                <mc:Fallback>
                  <p:oleObj r:id="rId6" imgW="41541700" imgH="52705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9000" y="3124200"/>
                          <a:ext cx="3048000" cy="387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18" name="Object 3">
              <a:extLst>
                <a:ext uri="{FF2B5EF4-FFF2-40B4-BE49-F238E27FC236}">
                  <a16:creationId xmlns:a16="http://schemas.microsoft.com/office/drawing/2014/main" id="{760F4658-801A-1F25-DBE2-44632ECBA6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96000" y="3733800"/>
            <a:ext cx="762000" cy="398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4" r:id="rId8" imgW="9652000" imgH="4978400" progId="Equation.3">
                    <p:embed/>
                  </p:oleObj>
                </mc:Choice>
                <mc:Fallback>
                  <p:oleObj r:id="rId8" imgW="9652000" imgH="49784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6000" y="3733800"/>
                          <a:ext cx="762000" cy="398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19" name="Object 2">
              <a:extLst>
                <a:ext uri="{FF2B5EF4-FFF2-40B4-BE49-F238E27FC236}">
                  <a16:creationId xmlns:a16="http://schemas.microsoft.com/office/drawing/2014/main" id="{67FE995A-432F-5E27-98EE-8D8A012060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71600" y="4330700"/>
            <a:ext cx="685800" cy="35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5" r:id="rId10" imgW="9652000" imgH="4978400" progId="Equation.3">
                    <p:embed/>
                  </p:oleObj>
                </mc:Choice>
                <mc:Fallback>
                  <p:oleObj r:id="rId10" imgW="9652000" imgH="49784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1600" y="4330700"/>
                          <a:ext cx="685800" cy="358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0" name="Rectangle 8">
              <a:extLst>
                <a:ext uri="{FF2B5EF4-FFF2-40B4-BE49-F238E27FC236}">
                  <a16:creationId xmlns:a16="http://schemas.microsoft.com/office/drawing/2014/main" id="{9650E7CD-1376-DA35-6E5A-6974F699C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3049588"/>
              <a:ext cx="760657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u="none">
                  <a:solidFill>
                    <a:srgbClr val="FF0000"/>
                  </a:solidFill>
                  <a:latin typeface="Times New Roman" panose="02020603050405020304" pitchFamily="18" charset="0"/>
                </a:rPr>
                <a:t>解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　</a:t>
              </a:r>
              <a:r>
                <a:rPr lang="en-US" altLang="zh-CN" sz="2400" i="1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的特征多项式                                          ，故它有两</a:t>
              </a:r>
            </a:p>
          </p:txBody>
        </p:sp>
        <p:sp>
          <p:nvSpPr>
            <p:cNvPr id="38921" name="Rectangle 9">
              <a:extLst>
                <a:ext uri="{FF2B5EF4-FFF2-40B4-BE49-F238E27FC236}">
                  <a16:creationId xmlns:a16="http://schemas.microsoft.com/office/drawing/2014/main" id="{6F31E243-6027-A4FB-AC98-BFDE8FB87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000" y="4275138"/>
              <a:ext cx="2089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征值             。</a:t>
              </a:r>
            </a:p>
          </p:txBody>
        </p:sp>
      </p:grpSp>
      <p:sp>
        <p:nvSpPr>
          <p:cNvPr id="38915" name="灯片编号占位符 9">
            <a:extLst>
              <a:ext uri="{FF2B5EF4-FFF2-40B4-BE49-F238E27FC236}">
                <a16:creationId xmlns:a16="http://schemas.microsoft.com/office/drawing/2014/main" id="{5D9201C6-EE8C-4B1D-DCF3-A55A7AB0C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6BEF49-B3ED-B547-B825-2BC465A15B53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7" name="Object 3">
            <a:extLst>
              <a:ext uri="{FF2B5EF4-FFF2-40B4-BE49-F238E27FC236}">
                <a16:creationId xmlns:a16="http://schemas.microsoft.com/office/drawing/2014/main" id="{4E24B6BD-9F26-6717-565D-E832478563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1773238"/>
          <a:ext cx="4343400" cy="170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r:id="rId3" imgW="55587900" imgH="21653500" progId="Equation.3">
                  <p:embed/>
                </p:oleObj>
              </mc:Choice>
              <mc:Fallback>
                <p:oleObj r:id="rId3" imgW="55587900" imgH="21653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773238"/>
                        <a:ext cx="4343400" cy="170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8">
            <a:extLst>
              <a:ext uri="{FF2B5EF4-FFF2-40B4-BE49-F238E27FC236}">
                <a16:creationId xmlns:a16="http://schemas.microsoft.com/office/drawing/2014/main" id="{FB2F465B-2DD0-0E1C-C97A-017E0256D811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992188"/>
            <a:ext cx="5916613" cy="457200"/>
            <a:chOff x="609600" y="992188"/>
            <a:chExt cx="5916613" cy="457200"/>
          </a:xfrm>
        </p:grpSpPr>
        <p:graphicFrame>
          <p:nvGraphicFramePr>
            <p:cNvPr id="39944" name="Object 4">
              <a:extLst>
                <a:ext uri="{FF2B5EF4-FFF2-40B4-BE49-F238E27FC236}">
                  <a16:creationId xmlns:a16="http://schemas.microsoft.com/office/drawing/2014/main" id="{1EBD086A-FDB7-40BB-4D82-7E5B53A8A1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5400" y="1066800"/>
            <a:ext cx="685800" cy="35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27" r:id="rId5" imgW="9652000" imgH="4978400" progId="Equation.3">
                    <p:embed/>
                  </p:oleObj>
                </mc:Choice>
                <mc:Fallback>
                  <p:oleObj r:id="rId5" imgW="9652000" imgH="49784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5400" y="1066800"/>
                          <a:ext cx="685800" cy="358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5" name="Rectangle 6">
              <a:extLst>
                <a:ext uri="{FF2B5EF4-FFF2-40B4-BE49-F238E27FC236}">
                  <a16:creationId xmlns:a16="http://schemas.microsoft.com/office/drawing/2014/main" id="{59C8D4DD-2711-0C43-0523-090C531EC8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992188"/>
              <a:ext cx="59166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关于          ，考察线性方程组（</a:t>
              </a:r>
              <a:r>
                <a:rPr lang="zh-CN" altLang="en-US" sz="2400" u="none"/>
                <a:t>2.2-7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），即</a:t>
              </a:r>
            </a:p>
          </p:txBody>
        </p:sp>
      </p:grpSp>
      <p:grpSp>
        <p:nvGrpSpPr>
          <p:cNvPr id="3" name="组合 9">
            <a:extLst>
              <a:ext uri="{FF2B5EF4-FFF2-40B4-BE49-F238E27FC236}">
                <a16:creationId xmlns:a16="http://schemas.microsoft.com/office/drawing/2014/main" id="{773888BA-41A3-C04E-720E-A71798DD6756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657600"/>
            <a:ext cx="8153400" cy="914400"/>
            <a:chOff x="609600" y="3657600"/>
            <a:chExt cx="8153400" cy="914400"/>
          </a:xfrm>
        </p:grpSpPr>
        <p:sp>
          <p:nvSpPr>
            <p:cNvPr id="39941" name="Rectangle 5">
              <a:extLst>
                <a:ext uri="{FF2B5EF4-FFF2-40B4-BE49-F238E27FC236}">
                  <a16:creationId xmlns:a16="http://schemas.microsoft.com/office/drawing/2014/main" id="{39EFCC0E-A76B-9075-12E9-E07C10433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3657600"/>
              <a:ext cx="8153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由于                                                                ，因而还有</a:t>
              </a:r>
              <a:r>
                <a:rPr lang="zh-CN" altLang="en-US" sz="2400" u="none"/>
                <a:t>2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级根</a:t>
              </a:r>
            </a:p>
          </p:txBody>
        </p:sp>
        <p:graphicFrame>
          <p:nvGraphicFramePr>
            <p:cNvPr id="39942" name="Object 2">
              <a:extLst>
                <a:ext uri="{FF2B5EF4-FFF2-40B4-BE49-F238E27FC236}">
                  <a16:creationId xmlns:a16="http://schemas.microsoft.com/office/drawing/2014/main" id="{C7D36667-0007-29E2-7406-2F9BDBAE5BA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5400" y="3700463"/>
            <a:ext cx="4953000" cy="414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28" r:id="rId8" imgW="65532000" imgH="5562600" progId="Equation.3">
                    <p:embed/>
                  </p:oleObj>
                </mc:Choice>
                <mc:Fallback>
                  <p:oleObj r:id="rId8" imgW="65532000" imgH="55626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5400" y="3700463"/>
                          <a:ext cx="4953000" cy="414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3" name="Rectangle 7">
              <a:extLst>
                <a:ext uri="{FF2B5EF4-FFF2-40B4-BE49-F238E27FC236}">
                  <a16:creationId xmlns:a16="http://schemas.microsoft.com/office/drawing/2014/main" id="{6BB04532-EA2A-E5A8-D4C9-1BC47480B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4114800"/>
              <a:ext cx="1098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向量。</a:t>
              </a:r>
            </a:p>
          </p:txBody>
        </p:sp>
      </p:grpSp>
      <p:sp>
        <p:nvSpPr>
          <p:cNvPr id="39940" name="灯片编号占位符 7">
            <a:extLst>
              <a:ext uri="{FF2B5EF4-FFF2-40B4-BE49-F238E27FC236}">
                <a16:creationId xmlns:a16="http://schemas.microsoft.com/office/drawing/2014/main" id="{57B501EC-8753-41E5-8247-3CBC6C38D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13BBB4-E144-6841-A499-176BDC7D7C52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9">
            <a:extLst>
              <a:ext uri="{FF2B5EF4-FFF2-40B4-BE49-F238E27FC236}">
                <a16:creationId xmlns:a16="http://schemas.microsoft.com/office/drawing/2014/main" id="{86B1A817-C465-D49C-4046-35B19392350B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221038"/>
            <a:ext cx="7727950" cy="1122362"/>
            <a:chOff x="685800" y="3221038"/>
            <a:chExt cx="7727950" cy="1122362"/>
          </a:xfrm>
        </p:grpSpPr>
        <p:sp>
          <p:nvSpPr>
            <p:cNvPr id="40967" name="Rectangle 7">
              <a:extLst>
                <a:ext uri="{FF2B5EF4-FFF2-40B4-BE49-F238E27FC236}">
                  <a16:creationId xmlns:a16="http://schemas.microsoft.com/office/drawing/2014/main" id="{1379FBD6-8A69-4B50-6365-50F6761B2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3221038"/>
              <a:ext cx="7727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容易看出，当且仅当                   ，增广矩阵的秩等于系数</a:t>
              </a:r>
            </a:p>
          </p:txBody>
        </p:sp>
        <p:sp>
          <p:nvSpPr>
            <p:cNvPr id="40968" name="Rectangle 4">
              <a:extLst>
                <a:ext uri="{FF2B5EF4-FFF2-40B4-BE49-F238E27FC236}">
                  <a16:creationId xmlns:a16="http://schemas.microsoft.com/office/drawing/2014/main" id="{AF8433EA-AAA9-9A32-5C6C-2EC99DE20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00" y="3886200"/>
              <a:ext cx="534829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矩阵的秩时，它才有解。</a:t>
              </a:r>
            </a:p>
          </p:txBody>
        </p:sp>
        <p:graphicFrame>
          <p:nvGraphicFramePr>
            <p:cNvPr id="40969" name="Object 2">
              <a:extLst>
                <a:ext uri="{FF2B5EF4-FFF2-40B4-BE49-F238E27FC236}">
                  <a16:creationId xmlns:a16="http://schemas.microsoft.com/office/drawing/2014/main" id="{1A726160-7D07-00B5-0EF2-13C0A2FA2F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81400" y="3225800"/>
            <a:ext cx="13716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0" r:id="rId4" imgW="17551400" imgH="4978400" progId="Equation.3">
                    <p:embed/>
                  </p:oleObj>
                </mc:Choice>
                <mc:Fallback>
                  <p:oleObj r:id="rId4" imgW="17551400" imgH="49784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1400" y="3225800"/>
                          <a:ext cx="1371600" cy="393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654" name="Rectangle 5">
            <a:extLst>
              <a:ext uri="{FF2B5EF4-FFF2-40B4-BE49-F238E27FC236}">
                <a16:creationId xmlns:a16="http://schemas.microsoft.com/office/drawing/2014/main" id="{91C91F2C-9E81-E65C-F003-013EAA7FC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990600"/>
            <a:ext cx="536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对此方程组的增广矩阵施行行初等变换</a:t>
            </a:r>
          </a:p>
        </p:txBody>
      </p:sp>
      <p:grpSp>
        <p:nvGrpSpPr>
          <p:cNvPr id="3" name="组合 8">
            <a:extLst>
              <a:ext uri="{FF2B5EF4-FFF2-40B4-BE49-F238E27FC236}">
                <a16:creationId xmlns:a16="http://schemas.microsoft.com/office/drawing/2014/main" id="{B37A5ED3-05B7-679E-A11D-83A669178E82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447800"/>
            <a:ext cx="7696200" cy="1687513"/>
            <a:chOff x="990600" y="1447800"/>
            <a:chExt cx="7696200" cy="1687513"/>
          </a:xfrm>
        </p:grpSpPr>
        <p:graphicFrame>
          <p:nvGraphicFramePr>
            <p:cNvPr id="40965" name="Object 3">
              <a:extLst>
                <a:ext uri="{FF2B5EF4-FFF2-40B4-BE49-F238E27FC236}">
                  <a16:creationId xmlns:a16="http://schemas.microsoft.com/office/drawing/2014/main" id="{719849DB-CCCB-ECE1-499F-ABED04B486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0600" y="1447800"/>
            <a:ext cx="5410200" cy="1687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1" r:id="rId6" imgW="75196700" imgH="23406100" progId="Equation.3">
                    <p:embed/>
                  </p:oleObj>
                </mc:Choice>
                <mc:Fallback>
                  <p:oleObj r:id="rId6" imgW="75196700" imgH="234061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0600" y="1447800"/>
                          <a:ext cx="5410200" cy="1687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66" name="Rectangle 6">
              <a:extLst>
                <a:ext uri="{FF2B5EF4-FFF2-40B4-BE49-F238E27FC236}">
                  <a16:creationId xmlns:a16="http://schemas.microsoft.com/office/drawing/2014/main" id="{53AFFE0D-3843-0BF1-B011-5C7ECFB052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9788" y="2057400"/>
              <a:ext cx="14970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（</a:t>
              </a:r>
              <a:r>
                <a:rPr lang="zh-CN" altLang="en-US" sz="2400" u="none"/>
                <a:t>2.2-8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）</a:t>
              </a:r>
            </a:p>
          </p:txBody>
        </p:sp>
      </p:grpSp>
      <p:sp>
        <p:nvSpPr>
          <p:cNvPr id="40964" name="灯片编号占位符 7">
            <a:extLst>
              <a:ext uri="{FF2B5EF4-FFF2-40B4-BE49-F238E27FC236}">
                <a16:creationId xmlns:a16="http://schemas.microsoft.com/office/drawing/2014/main" id="{82492198-E6EA-B15A-2BEA-48A5C61BA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EE156AC-52DA-184E-A3D8-EFA45B83CC85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5" name="Object 5">
            <a:extLst>
              <a:ext uri="{FF2B5EF4-FFF2-40B4-BE49-F238E27FC236}">
                <a16:creationId xmlns:a16="http://schemas.microsoft.com/office/drawing/2014/main" id="{85FAE8F4-9AF0-31B5-1A14-6AC1F9C784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2057400"/>
          <a:ext cx="4038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r:id="rId3" imgW="58216800" imgH="5562600" progId="Equation.3">
                  <p:embed/>
                </p:oleObj>
              </mc:Choice>
              <mc:Fallback>
                <p:oleObj r:id="rId3" imgW="58216800" imgH="556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057400"/>
                        <a:ext cx="4038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8">
            <a:extLst>
              <a:ext uri="{FF2B5EF4-FFF2-40B4-BE49-F238E27FC236}">
                <a16:creationId xmlns:a16="http://schemas.microsoft.com/office/drawing/2014/main" id="{FA68FA6D-13A5-DCA3-8A27-527A7C9875DF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4572000"/>
            <a:ext cx="4800600" cy="1811338"/>
            <a:chOff x="990600" y="4572000"/>
            <a:chExt cx="4800600" cy="1811338"/>
          </a:xfrm>
        </p:grpSpPr>
        <p:sp>
          <p:nvSpPr>
            <p:cNvPr id="42003" name="Rectangle 7">
              <a:extLst>
                <a:ext uri="{FF2B5EF4-FFF2-40B4-BE49-F238E27FC236}">
                  <a16:creationId xmlns:a16="http://schemas.microsoft.com/office/drawing/2014/main" id="{25FC70C0-859D-98D1-C186-5A2619D79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00" y="4572000"/>
              <a:ext cx="3724276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indent="26670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于是，若取</a:t>
              </a:r>
            </a:p>
          </p:txBody>
        </p:sp>
        <p:graphicFrame>
          <p:nvGraphicFramePr>
            <p:cNvPr id="42004" name="Object 2">
              <a:extLst>
                <a:ext uri="{FF2B5EF4-FFF2-40B4-BE49-F238E27FC236}">
                  <a16:creationId xmlns:a16="http://schemas.microsoft.com/office/drawing/2014/main" id="{E4D5DC98-C919-AB85-47C8-2D7FCD1BCB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52800" y="4724400"/>
            <a:ext cx="2438400" cy="165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75" r:id="rId6" imgW="31013400" imgH="21069300" progId="Equation.3">
                    <p:embed/>
                  </p:oleObj>
                </mc:Choice>
                <mc:Fallback>
                  <p:oleObj r:id="rId6" imgW="31013400" imgH="210693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2800" y="4724400"/>
                          <a:ext cx="2438400" cy="16589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15">
            <a:extLst>
              <a:ext uri="{FF2B5EF4-FFF2-40B4-BE49-F238E27FC236}">
                <a16:creationId xmlns:a16="http://schemas.microsoft.com/office/drawing/2014/main" id="{F958826E-C4BE-998F-F20D-22249AC36CF2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993775"/>
            <a:ext cx="7534275" cy="1063625"/>
            <a:chOff x="685800" y="993775"/>
            <a:chExt cx="7534275" cy="1063625"/>
          </a:xfrm>
        </p:grpSpPr>
        <p:sp>
          <p:nvSpPr>
            <p:cNvPr id="42000" name="Rectangle 8">
              <a:extLst>
                <a:ext uri="{FF2B5EF4-FFF2-40B4-BE49-F238E27FC236}">
                  <a16:creationId xmlns:a16="http://schemas.microsoft.com/office/drawing/2014/main" id="{2D450CEF-DEAB-2F8F-52E4-A3772D600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993775"/>
              <a:ext cx="70008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令                                ，便得到</a:t>
              </a:r>
              <a:r>
                <a:rPr lang="en-US" altLang="zh-CN" sz="2400" u="none">
                  <a:latin typeface="MingLiU" panose="02020509000000000000" pitchFamily="49" charset="-120"/>
                  <a:ea typeface="MingLiU" panose="02020509000000000000" pitchFamily="49" charset="-120"/>
                </a:rPr>
                <a:t>λ</a:t>
              </a:r>
              <a:r>
                <a:rPr lang="en-US" altLang="zh-CN" sz="2400" u="none" baseline="-30000"/>
                <a:t>1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的两个线性无关的</a:t>
              </a:r>
            </a:p>
          </p:txBody>
        </p:sp>
        <p:graphicFrame>
          <p:nvGraphicFramePr>
            <p:cNvPr id="42001" name="Object 6">
              <a:extLst>
                <a:ext uri="{FF2B5EF4-FFF2-40B4-BE49-F238E27FC236}">
                  <a16:creationId xmlns:a16="http://schemas.microsoft.com/office/drawing/2014/main" id="{8229C159-FD4A-F546-A736-B3044F9AC7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76400" y="1016000"/>
            <a:ext cx="2286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76" r:id="rId8" imgW="31597600" imgH="5270500" progId="Equation.3">
                    <p:embed/>
                  </p:oleObj>
                </mc:Choice>
                <mc:Fallback>
                  <p:oleObj r:id="rId8" imgW="31597600" imgH="52705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6400" y="1016000"/>
                          <a:ext cx="22860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02" name="Rectangle 9">
              <a:extLst>
                <a:ext uri="{FF2B5EF4-FFF2-40B4-BE49-F238E27FC236}">
                  <a16:creationId xmlns:a16="http://schemas.microsoft.com/office/drawing/2014/main" id="{9114CAB9-A85C-7215-0282-49AFDAD16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1600200"/>
              <a:ext cx="1403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特征向量</a:t>
              </a:r>
            </a:p>
          </p:txBody>
        </p:sp>
      </p:grpSp>
      <p:grpSp>
        <p:nvGrpSpPr>
          <p:cNvPr id="4" name="组合 19">
            <a:extLst>
              <a:ext uri="{FF2B5EF4-FFF2-40B4-BE49-F238E27FC236}">
                <a16:creationId xmlns:a16="http://schemas.microsoft.com/office/drawing/2014/main" id="{680185A3-03F4-091E-6B1A-9745FD8F6CCA}"/>
              </a:ext>
            </a:extLst>
          </p:cNvPr>
          <p:cNvGrpSpPr>
            <a:grpSpLocks/>
          </p:cNvGrpSpPr>
          <p:nvPr/>
        </p:nvGrpSpPr>
        <p:grpSpPr bwMode="auto">
          <a:xfrm>
            <a:off x="695325" y="2743200"/>
            <a:ext cx="7534275" cy="1219200"/>
            <a:chOff x="695325" y="2743200"/>
            <a:chExt cx="7534275" cy="1219200"/>
          </a:xfrm>
        </p:grpSpPr>
        <p:grpSp>
          <p:nvGrpSpPr>
            <p:cNvPr id="41995" name="组合 16">
              <a:extLst>
                <a:ext uri="{FF2B5EF4-FFF2-40B4-BE49-F238E27FC236}">
                  <a16:creationId xmlns:a16="http://schemas.microsoft.com/office/drawing/2014/main" id="{C83E7A5B-552C-2427-2C99-ED9EFAE65C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5325" y="2743200"/>
              <a:ext cx="7534275" cy="1171575"/>
              <a:chOff x="695325" y="2743200"/>
              <a:chExt cx="7534275" cy="1171575"/>
            </a:xfrm>
          </p:grpSpPr>
          <p:graphicFrame>
            <p:nvGraphicFramePr>
              <p:cNvPr id="41997" name="Object 4">
                <a:extLst>
                  <a:ext uri="{FF2B5EF4-FFF2-40B4-BE49-F238E27FC236}">
                    <a16:creationId xmlns:a16="http://schemas.microsoft.com/office/drawing/2014/main" id="{BB259255-B7CC-CA5E-01EB-1EC8A777058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52600" y="3446463"/>
              <a:ext cx="4800600" cy="468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677" r:id="rId10" imgW="60566300" imgH="5854700" progId="Equation.3">
                      <p:embed/>
                    </p:oleObj>
                  </mc:Choice>
                  <mc:Fallback>
                    <p:oleObj r:id="rId10" imgW="60566300" imgH="5854700" progId="Equation.3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52600" y="3446463"/>
                            <a:ext cx="4800600" cy="468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998" name="Rectangle 10">
                <a:extLst>
                  <a:ext uri="{FF2B5EF4-FFF2-40B4-BE49-F238E27FC236}">
                    <a16:creationId xmlns:a16="http://schemas.microsoft.com/office/drawing/2014/main" id="{F69A583A-40C3-D63C-3961-B9ED2406CF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5325" y="2743200"/>
                <a:ext cx="7534275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5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且</a:t>
                </a:r>
                <a:r>
                  <a:rPr lang="en-US" altLang="zh-CN" sz="2400" i="1" u="none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u="none" baseline="-30000"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的第二、第四个分量是</a:t>
                </a:r>
                <a:r>
                  <a:rPr lang="zh-CN" altLang="en-US" sz="2400" i="1" u="none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，从而由</a:t>
                </a:r>
                <a:r>
                  <a:rPr lang="en-US" altLang="zh-CN" sz="2400" i="1" u="none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u="none" baseline="-30000"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可求得</a:t>
                </a:r>
                <a:r>
                  <a:rPr lang="en-US" altLang="zh-CN" sz="2400" u="none">
                    <a:latin typeface="MingLiU" panose="02020509000000000000" pitchFamily="49" charset="-120"/>
                    <a:ea typeface="MingLiU" panose="02020509000000000000" pitchFamily="49" charset="-120"/>
                  </a:rPr>
                  <a:t>λ</a:t>
                </a:r>
                <a:r>
                  <a:rPr lang="en-US" altLang="zh-CN" sz="2400" u="none" baseline="-30000"/>
                  <a:t>1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的</a:t>
                </a:r>
                <a:r>
                  <a:rPr lang="zh-CN" altLang="en-US" sz="2400" i="1" u="none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级</a:t>
                </a:r>
              </a:p>
            </p:txBody>
          </p:sp>
          <p:sp>
            <p:nvSpPr>
              <p:cNvPr id="41999" name="Rectangle 11">
                <a:extLst>
                  <a:ext uri="{FF2B5EF4-FFF2-40B4-BE49-F238E27FC236}">
                    <a16:creationId xmlns:a16="http://schemas.microsoft.com/office/drawing/2014/main" id="{212AA8BF-D7D9-C332-46A3-4423AAD15A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8500" y="3429000"/>
                <a:ext cx="1098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5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根向量</a:t>
                </a:r>
              </a:p>
            </p:txBody>
          </p:sp>
        </p:grpSp>
        <p:sp>
          <p:nvSpPr>
            <p:cNvPr id="41996" name="Rectangle 12">
              <a:extLst>
                <a:ext uri="{FF2B5EF4-FFF2-40B4-BE49-F238E27FC236}">
                  <a16:creationId xmlns:a16="http://schemas.microsoft.com/office/drawing/2014/main" id="{520C6B1C-6E0D-5072-A33A-B2F85AAEE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35052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。</a:t>
              </a:r>
            </a:p>
          </p:txBody>
        </p:sp>
      </p:grpSp>
      <p:grpSp>
        <p:nvGrpSpPr>
          <p:cNvPr id="6" name="组合 20">
            <a:extLst>
              <a:ext uri="{FF2B5EF4-FFF2-40B4-BE49-F238E27FC236}">
                <a16:creationId xmlns:a16="http://schemas.microsoft.com/office/drawing/2014/main" id="{05581955-7C0E-084D-3A2D-1C2FBAEE3E16}"/>
              </a:ext>
            </a:extLst>
          </p:cNvPr>
          <p:cNvGrpSpPr>
            <a:grpSpLocks/>
          </p:cNvGrpSpPr>
          <p:nvPr/>
        </p:nvGrpSpPr>
        <p:grpSpPr bwMode="auto">
          <a:xfrm>
            <a:off x="1308100" y="4051300"/>
            <a:ext cx="6496050" cy="520700"/>
            <a:chOff x="1308100" y="4051300"/>
            <a:chExt cx="6496050" cy="520700"/>
          </a:xfrm>
        </p:grpSpPr>
        <p:grpSp>
          <p:nvGrpSpPr>
            <p:cNvPr id="41991" name="组合 17">
              <a:extLst>
                <a:ext uri="{FF2B5EF4-FFF2-40B4-BE49-F238E27FC236}">
                  <a16:creationId xmlns:a16="http://schemas.microsoft.com/office/drawing/2014/main" id="{DDCD75E6-BDF3-03D0-0533-7152FCA269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8100" y="4051300"/>
              <a:ext cx="6159500" cy="457200"/>
              <a:chOff x="1308100" y="4051300"/>
              <a:chExt cx="6159500" cy="457200"/>
            </a:xfrm>
          </p:grpSpPr>
          <p:graphicFrame>
            <p:nvGraphicFramePr>
              <p:cNvPr id="41993" name="Object 3">
                <a:extLst>
                  <a:ext uri="{FF2B5EF4-FFF2-40B4-BE49-F238E27FC236}">
                    <a16:creationId xmlns:a16="http://schemas.microsoft.com/office/drawing/2014/main" id="{A61D2DBC-3C77-FB11-5B30-F9E2EF306CE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34000" y="4052888"/>
              <a:ext cx="2133600" cy="4270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678" r:id="rId12" imgW="27495500" imgH="5562600" progId="Equation.3">
                      <p:embed/>
                    </p:oleObj>
                  </mc:Choice>
                  <mc:Fallback>
                    <p:oleObj r:id="rId12" imgW="27495500" imgH="5562600" progId="Equation.3">
                      <p:embed/>
                      <p:pic>
                        <p:nvPicPr>
                          <p:cNvPr id="0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34000" y="4052888"/>
                            <a:ext cx="2133600" cy="4270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994" name="Rectangle 13">
                <a:extLst>
                  <a:ext uri="{FF2B5EF4-FFF2-40B4-BE49-F238E27FC236}">
                    <a16:creationId xmlns:a16="http://schemas.microsoft.com/office/drawing/2014/main" id="{7ADD51DC-1742-EF10-A4EB-3DE7116BC2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8100" y="4051300"/>
                <a:ext cx="4119563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5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关于</a:t>
                </a:r>
                <a:r>
                  <a:rPr lang="en-US" altLang="zh-CN" sz="2400" u="none">
                    <a:latin typeface="MingLiU" panose="02020509000000000000" pitchFamily="49" charset="-120"/>
                    <a:ea typeface="MingLiU" panose="02020509000000000000" pitchFamily="49" charset="-120"/>
                  </a:rPr>
                  <a:t>λ</a:t>
                </a:r>
                <a:r>
                  <a:rPr lang="en-US" altLang="zh-CN" sz="2400" u="none" baseline="-30000"/>
                  <a:t>2</a:t>
                </a:r>
                <a:r>
                  <a:rPr lang="en-US" altLang="zh-CN" sz="2400" u="none">
                    <a:latin typeface="Times New Roman" panose="02020603050405020304" pitchFamily="18" charset="0"/>
                  </a:rPr>
                  <a:t>＝</a:t>
                </a:r>
                <a:r>
                  <a:rPr lang="en-US" altLang="zh-CN" sz="2400" u="none"/>
                  <a:t>4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的一个特征向量是</a:t>
                </a:r>
              </a:p>
            </p:txBody>
          </p:sp>
        </p:grpSp>
        <p:sp>
          <p:nvSpPr>
            <p:cNvPr id="41992" name="Rectangle 15">
              <a:extLst>
                <a:ext uri="{FF2B5EF4-FFF2-40B4-BE49-F238E27FC236}">
                  <a16:creationId xmlns:a16="http://schemas.microsoft.com/office/drawing/2014/main" id="{687B27FC-07E9-A905-1488-693E30F6F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41148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。</a:t>
              </a:r>
            </a:p>
          </p:txBody>
        </p:sp>
      </p:grpSp>
      <p:sp>
        <p:nvSpPr>
          <p:cNvPr id="41990" name="灯片编号占位符 14">
            <a:extLst>
              <a:ext uri="{FF2B5EF4-FFF2-40B4-BE49-F238E27FC236}">
                <a16:creationId xmlns:a16="http://schemas.microsoft.com/office/drawing/2014/main" id="{63A9875C-FA44-98FA-CCB9-1725F0A6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F13565-6CAB-E944-B0CE-A91A6C84F27E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40">
            <a:extLst>
              <a:ext uri="{FF2B5EF4-FFF2-40B4-BE49-F238E27FC236}">
                <a16:creationId xmlns:a16="http://schemas.microsoft.com/office/drawing/2014/main" id="{03A44433-EC9C-0B7F-A2FB-2FE32525E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00600"/>
            <a:ext cx="9144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 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u="none">
              <a:latin typeface="Times New Roman" panose="02020603050405020304" pitchFamily="18" charset="0"/>
            </a:endParaRPr>
          </a:p>
        </p:txBody>
      </p:sp>
      <p:grpSp>
        <p:nvGrpSpPr>
          <p:cNvPr id="2" name="组合 7">
            <a:extLst>
              <a:ext uri="{FF2B5EF4-FFF2-40B4-BE49-F238E27FC236}">
                <a16:creationId xmlns:a16="http://schemas.microsoft.com/office/drawing/2014/main" id="{365E20D0-117A-B832-2E6C-EAFB987EFBA1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990600"/>
            <a:ext cx="4343400" cy="1631950"/>
            <a:chOff x="685800" y="990600"/>
            <a:chExt cx="4343400" cy="1631950"/>
          </a:xfrm>
        </p:grpSpPr>
        <p:graphicFrame>
          <p:nvGraphicFramePr>
            <p:cNvPr id="43015" name="Object 4">
              <a:extLst>
                <a:ext uri="{FF2B5EF4-FFF2-40B4-BE49-F238E27FC236}">
                  <a16:creationId xmlns:a16="http://schemas.microsoft.com/office/drawing/2014/main" id="{17E54834-654E-B3A7-62B4-27DBE663B4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43200" y="1066800"/>
            <a:ext cx="2286000" cy="155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698" r:id="rId4" imgW="31013400" imgH="21069300" progId="Equation.3">
                    <p:embed/>
                  </p:oleObj>
                </mc:Choice>
                <mc:Fallback>
                  <p:oleObj r:id="rId4" imgW="31013400" imgH="210693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3200" y="1066800"/>
                          <a:ext cx="2286000" cy="1555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16" name="Rectangle 41">
              <a:extLst>
                <a:ext uri="{FF2B5EF4-FFF2-40B4-BE49-F238E27FC236}">
                  <a16:creationId xmlns:a16="http://schemas.microsoft.com/office/drawing/2014/main" id="{9BF22F7C-7E1A-CEE8-C079-0C2072649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990600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若取</a:t>
              </a:r>
            </a:p>
          </p:txBody>
        </p:sp>
      </p:grpSp>
      <p:grpSp>
        <p:nvGrpSpPr>
          <p:cNvPr id="3" name="组合 8">
            <a:extLst>
              <a:ext uri="{FF2B5EF4-FFF2-40B4-BE49-F238E27FC236}">
                <a16:creationId xmlns:a16="http://schemas.microsoft.com/office/drawing/2014/main" id="{0DF39434-5850-3560-2E7E-E027C7417703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667000"/>
            <a:ext cx="4440238" cy="2317750"/>
            <a:chOff x="685800" y="2667000"/>
            <a:chExt cx="4440238" cy="2317750"/>
          </a:xfrm>
        </p:grpSpPr>
        <p:sp>
          <p:nvSpPr>
            <p:cNvPr id="43013" name="Rectangle 42">
              <a:extLst>
                <a:ext uri="{FF2B5EF4-FFF2-40B4-BE49-F238E27FC236}">
                  <a16:creationId xmlns:a16="http://schemas.microsoft.com/office/drawing/2014/main" id="{F2743CA6-84B6-AF4D-22D4-D2B6EAFA2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2667000"/>
              <a:ext cx="2622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它是可逆的，则有</a:t>
              </a:r>
            </a:p>
          </p:txBody>
        </p:sp>
        <p:graphicFrame>
          <p:nvGraphicFramePr>
            <p:cNvPr id="43014" name="Object 43">
              <a:extLst>
                <a:ext uri="{FF2B5EF4-FFF2-40B4-BE49-F238E27FC236}">
                  <a16:creationId xmlns:a16="http://schemas.microsoft.com/office/drawing/2014/main" id="{89E5FB3F-E632-CEE3-94F7-01975FF0A7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46363" y="3429000"/>
            <a:ext cx="2479675" cy="155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699" name="Equation" r:id="rId6" imgW="33642300" imgH="21069300" progId="Equation.3">
                    <p:embed/>
                  </p:oleObj>
                </mc:Choice>
                <mc:Fallback>
                  <p:oleObj name="Equation" r:id="rId6" imgW="33642300" imgH="2106930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6363" y="3429000"/>
                          <a:ext cx="2479675" cy="1555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12" name="灯片编号占位符 6">
            <a:extLst>
              <a:ext uri="{FF2B5EF4-FFF2-40B4-BE49-F238E27FC236}">
                <a16:creationId xmlns:a16="http://schemas.microsoft.com/office/drawing/2014/main" id="{AA4474A9-EFE7-E095-221D-30E34C0D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BBFEAE-385A-894B-8D9B-5C4A699EC489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9B46FA9B-6C0D-BA6E-691F-86C31233E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714375"/>
            <a:ext cx="85471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     通过上面几个例子，可以对方阵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u="none">
                <a:latin typeface="Times New Roman" panose="02020603050405020304" pitchFamily="18" charset="0"/>
              </a:rPr>
              <a:t>的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Jordan</a:t>
            </a:r>
            <a:r>
              <a:rPr lang="zh-CN" altLang="en-US" sz="2400" u="none">
                <a:latin typeface="Times New Roman" panose="02020603050405020304" pitchFamily="18" charset="0"/>
              </a:rPr>
              <a:t>标准的结构</a:t>
            </a:r>
            <a:endParaRPr lang="en-US" altLang="zh-CN" sz="2400" u="none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得到下列几点结论：</a:t>
            </a:r>
            <a:endParaRPr lang="zh-CN" altLang="en-US" sz="2400" u="none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6043F66-00FE-64B3-798C-ACC08272B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4714875"/>
            <a:ext cx="8153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（</a:t>
            </a:r>
            <a:r>
              <a:rPr lang="zh-CN" altLang="en-US" sz="2400" u="none"/>
              <a:t>4</a:t>
            </a:r>
            <a:r>
              <a:rPr lang="zh-CN" altLang="en-US" sz="2400" u="none">
                <a:latin typeface="Times New Roman" panose="02020603050405020304" pitchFamily="18" charset="0"/>
              </a:rPr>
              <a:t>）每个子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Jordan</a:t>
            </a:r>
            <a:r>
              <a:rPr lang="zh-CN" altLang="en-US" sz="2400" u="none">
                <a:latin typeface="Times New Roman" panose="02020603050405020304" pitchFamily="18" charset="0"/>
              </a:rPr>
              <a:t>矩阵中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Jordan</a:t>
            </a:r>
            <a:r>
              <a:rPr lang="zh-CN" altLang="en-US" sz="2400" u="none">
                <a:latin typeface="Times New Roman" panose="02020603050405020304" pitchFamily="18" charset="0"/>
              </a:rPr>
              <a:t>块的最大阶数恰好等于相应特征值的指标，也即相应的根空间中根向量的最高级数。</a:t>
            </a:r>
            <a:endParaRPr lang="zh-CN" altLang="en-US" sz="2400" u="none"/>
          </a:p>
        </p:txBody>
      </p:sp>
      <p:sp>
        <p:nvSpPr>
          <p:cNvPr id="44035" name="灯片编号占位符 3">
            <a:extLst>
              <a:ext uri="{FF2B5EF4-FFF2-40B4-BE49-F238E27FC236}">
                <a16:creationId xmlns:a16="http://schemas.microsoft.com/office/drawing/2014/main" id="{FA55EEA0-9E51-5828-CC64-48B297A75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383D026-7690-F242-95B9-FDB7AE311133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kumimoji="0" lang="en-US" altLang="zh-CN" sz="14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AA2A30-77BF-3700-B745-870D6775A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1643063"/>
            <a:ext cx="835818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（</a:t>
            </a:r>
            <a:r>
              <a:rPr lang="zh-CN" altLang="en-US" sz="2400" u="none"/>
              <a:t>1</a:t>
            </a:r>
            <a:r>
              <a:rPr lang="zh-CN" altLang="en-US" sz="2400" u="none">
                <a:latin typeface="Times New Roman" panose="02020603050405020304" pitchFamily="18" charset="0"/>
              </a:rPr>
              <a:t>）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u="none">
                <a:latin typeface="Times New Roman" panose="02020603050405020304" pitchFamily="18" charset="0"/>
              </a:rPr>
              <a:t>的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Jordan</a:t>
            </a:r>
            <a:r>
              <a:rPr lang="zh-CN" altLang="en-US" sz="2400" u="none">
                <a:latin typeface="Times New Roman" panose="02020603050405020304" pitchFamily="18" charset="0"/>
              </a:rPr>
              <a:t>标准形中子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Jordan</a:t>
            </a:r>
            <a:r>
              <a:rPr lang="zh-CN" altLang="en-US" sz="2400" u="none">
                <a:latin typeface="Times New Roman" panose="02020603050405020304" pitchFamily="18" charset="0"/>
              </a:rPr>
              <a:t>矩阵的数目等于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u="none">
                <a:latin typeface="Times New Roman" panose="02020603050405020304" pitchFamily="18" charset="0"/>
              </a:rPr>
              <a:t>的不同的特征值的个数；</a:t>
            </a:r>
            <a:endParaRPr lang="zh-CN" altLang="en-US" sz="2400" u="none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06BCAB-AD6D-FE34-C2E6-7DEE624A8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2500313"/>
            <a:ext cx="82867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（</a:t>
            </a:r>
            <a:r>
              <a:rPr lang="zh-CN" altLang="en-US" sz="2400" u="none"/>
              <a:t>2</a:t>
            </a:r>
            <a:r>
              <a:rPr lang="zh-CN" altLang="en-US" sz="2400" u="none">
                <a:latin typeface="Times New Roman" panose="02020603050405020304" pitchFamily="18" charset="0"/>
              </a:rPr>
              <a:t>）每个子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Jordan</a:t>
            </a:r>
            <a:r>
              <a:rPr lang="zh-CN" altLang="en-US" sz="2400" u="none">
                <a:latin typeface="Times New Roman" panose="02020603050405020304" pitchFamily="18" charset="0"/>
              </a:rPr>
              <a:t>矩阵的阶数等于相应的根空间的维数，亦即相应特征值的代数重数；</a:t>
            </a:r>
            <a:endParaRPr lang="zh-CN" altLang="en-US" sz="2400" u="none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0A03AF-FEB6-84C9-3596-81B9B5CBE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3429000"/>
            <a:ext cx="86439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（</a:t>
            </a:r>
            <a:r>
              <a:rPr lang="zh-CN" altLang="en-US" sz="2400" u="none"/>
              <a:t>3</a:t>
            </a:r>
            <a:r>
              <a:rPr lang="zh-CN" altLang="en-US" sz="2400" u="none">
                <a:latin typeface="Times New Roman" panose="02020603050405020304" pitchFamily="18" charset="0"/>
              </a:rPr>
              <a:t>）每个子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Jordan</a:t>
            </a:r>
            <a:r>
              <a:rPr lang="zh-CN" altLang="en-US" sz="2400" u="none">
                <a:latin typeface="Times New Roman" panose="02020603050405020304" pitchFamily="18" charset="0"/>
              </a:rPr>
              <a:t>矩阵中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Jordan</a:t>
            </a:r>
            <a:r>
              <a:rPr lang="zh-CN" altLang="en-US" sz="2400" u="none">
                <a:latin typeface="Times New Roman" panose="02020603050405020304" pitchFamily="18" charset="0"/>
              </a:rPr>
              <a:t>块的数目恰好等于相应特征值的线性无关的特征向量的个数，即特征子空间的维数，亦即相应特征值的几何重数；</a:t>
            </a:r>
            <a:endParaRPr lang="zh-CN" altLang="en-US" sz="2400" u="none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  <p:bldP spid="35843" grpId="0"/>
      <p:bldP spid="5" grpId="0"/>
      <p:bldP spid="6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8">
            <a:extLst>
              <a:ext uri="{FF2B5EF4-FFF2-40B4-BE49-F238E27FC236}">
                <a16:creationId xmlns:a16="http://schemas.microsoft.com/office/drawing/2014/main" id="{9AF2EA06-9E10-D079-4760-CCCEE9B904DA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810000"/>
            <a:ext cx="5186363" cy="2308225"/>
            <a:chOff x="609600" y="3810000"/>
            <a:chExt cx="5186363" cy="2308225"/>
          </a:xfrm>
        </p:grpSpPr>
        <p:sp>
          <p:nvSpPr>
            <p:cNvPr id="45064" name="Rectangle 4">
              <a:extLst>
                <a:ext uri="{FF2B5EF4-FFF2-40B4-BE49-F238E27FC236}">
                  <a16:creationId xmlns:a16="http://schemas.microsoft.com/office/drawing/2014/main" id="{E39E19BC-655E-0D20-9106-C6DD4A5D3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3810000"/>
              <a:ext cx="51863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indent="26670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解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　</a:t>
              </a:r>
              <a:r>
                <a:rPr lang="en-US" altLang="zh-CN" sz="2400" i="1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zh-CN" sz="2400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＝－2</a:t>
              </a:r>
              <a:r>
                <a:rPr lang="en-US" altLang="zh-CN" sz="2400" i="1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400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＋</a:t>
              </a:r>
              <a:r>
                <a:rPr lang="en-US" altLang="zh-CN" sz="2400" i="1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400" u="none">
                  <a:latin typeface="Times New Roman" panose="02020603050405020304" pitchFamily="18" charset="0"/>
                </a:rPr>
                <a:t>，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其中</a:t>
              </a:r>
            </a:p>
          </p:txBody>
        </p:sp>
        <p:graphicFrame>
          <p:nvGraphicFramePr>
            <p:cNvPr id="45065" name="Object 2">
              <a:extLst>
                <a:ext uri="{FF2B5EF4-FFF2-40B4-BE49-F238E27FC236}">
                  <a16:creationId xmlns:a16="http://schemas.microsoft.com/office/drawing/2014/main" id="{90A5D849-AA8F-2796-65DE-4E15F5AE6F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4200" y="4495800"/>
            <a:ext cx="2095500" cy="162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2" r:id="rId4" imgW="27203400" imgH="21069300" progId="Equation.3">
                    <p:embed/>
                  </p:oleObj>
                </mc:Choice>
                <mc:Fallback>
                  <p:oleObj r:id="rId4" imgW="27203400" imgH="210693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4200" y="4495800"/>
                          <a:ext cx="2095500" cy="1622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7">
            <a:extLst>
              <a:ext uri="{FF2B5EF4-FFF2-40B4-BE49-F238E27FC236}">
                <a16:creationId xmlns:a16="http://schemas.microsoft.com/office/drawing/2014/main" id="{A3ABE699-0C04-020D-BFFC-898EB3586285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484313"/>
            <a:ext cx="4953000" cy="2087562"/>
            <a:chOff x="685800" y="1484784"/>
            <a:chExt cx="4953000" cy="2087092"/>
          </a:xfrm>
        </p:grpSpPr>
        <p:graphicFrame>
          <p:nvGraphicFramePr>
            <p:cNvPr id="45061" name="Object 3">
              <a:extLst>
                <a:ext uri="{FF2B5EF4-FFF2-40B4-BE49-F238E27FC236}">
                  <a16:creationId xmlns:a16="http://schemas.microsoft.com/office/drawing/2014/main" id="{F2F53939-E220-1A56-7D80-44732EBD7D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43200" y="1600200"/>
            <a:ext cx="2895600" cy="162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3" r:id="rId6" imgW="37452300" imgH="21069300" progId="Equation.3">
                    <p:embed/>
                  </p:oleObj>
                </mc:Choice>
                <mc:Fallback>
                  <p:oleObj r:id="rId6" imgW="37452300" imgH="210693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3200" y="1600200"/>
                          <a:ext cx="2895600" cy="162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62" name="Rectangle 5">
              <a:extLst>
                <a:ext uri="{FF2B5EF4-FFF2-40B4-BE49-F238E27FC236}">
                  <a16:creationId xmlns:a16="http://schemas.microsoft.com/office/drawing/2014/main" id="{576D18E2-828E-592C-46C3-C1A2C261C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1484784"/>
              <a:ext cx="1250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例7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　设</a:t>
              </a:r>
            </a:p>
          </p:txBody>
        </p:sp>
        <p:sp>
          <p:nvSpPr>
            <p:cNvPr id="45063" name="Rectangle 6">
              <a:extLst>
                <a:ext uri="{FF2B5EF4-FFF2-40B4-BE49-F238E27FC236}">
                  <a16:creationId xmlns:a16="http://schemas.microsoft.com/office/drawing/2014/main" id="{E8E4F2A1-0EC2-0795-A994-AFC2CC3A0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3114676"/>
              <a:ext cx="1509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求</a:t>
              </a:r>
              <a:r>
                <a:rPr lang="en-US" altLang="zh-CN" sz="2400" i="1" u="none"/>
                <a:t>J </a:t>
              </a:r>
              <a:r>
                <a:rPr lang="en-US" altLang="zh-CN" sz="2400" i="1" u="none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400" u="none">
                  <a:latin typeface="Times New Roman" panose="02020603050405020304" pitchFamily="18" charset="0"/>
                </a:rPr>
                <a:t>。</a:t>
              </a:r>
              <a:endParaRPr lang="zh-CN" altLang="en-US" sz="2400" u="none">
                <a:latin typeface="Times New Roman" panose="02020603050405020304" pitchFamily="18" charset="0"/>
              </a:endParaRPr>
            </a:p>
          </p:txBody>
        </p:sp>
      </p:grpSp>
      <p:sp>
        <p:nvSpPr>
          <p:cNvPr id="45059" name="灯片编号占位符 6">
            <a:extLst>
              <a:ext uri="{FF2B5EF4-FFF2-40B4-BE49-F238E27FC236}">
                <a16:creationId xmlns:a16="http://schemas.microsoft.com/office/drawing/2014/main" id="{88B031A0-7FA8-4829-50A3-E5695B7A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DF842FE-1D95-8548-AE96-7FC89B73CD4E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kumimoji="0" lang="en-US" altLang="zh-CN" sz="1400"/>
          </a:p>
        </p:txBody>
      </p:sp>
      <p:sp>
        <p:nvSpPr>
          <p:cNvPr id="45060" name="TextBox 3">
            <a:extLst>
              <a:ext uri="{FF2B5EF4-FFF2-40B4-BE49-F238E27FC236}">
                <a16:creationId xmlns:a16="http://schemas.microsoft.com/office/drawing/2014/main" id="{02F4D0AB-5CA6-2C09-6B57-C96F16A53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035050"/>
            <a:ext cx="5400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u="sng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 u="sng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 u="sng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 u="sng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 u="sng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u="sng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u="sng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u="sng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u="sng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CN" altLang="en-CN"/>
              <a:t>Jordan标准型的应用</a:t>
            </a:r>
            <a:r>
              <a:rPr lang="zh-CN" altLang="en-US"/>
              <a:t>：矩阵函数的计算</a:t>
            </a:r>
            <a:endParaRPr lang="en-CN" altLang="en-CN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4">
            <a:extLst>
              <a:ext uri="{FF2B5EF4-FFF2-40B4-BE49-F238E27FC236}">
                <a16:creationId xmlns:a16="http://schemas.microsoft.com/office/drawing/2014/main" id="{A0E8D332-118D-95F6-B2AE-502BB262C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429000"/>
            <a:ext cx="796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由于单位矩阵与任一方阵的乘积是可交换的，所以</a:t>
            </a:r>
          </a:p>
        </p:txBody>
      </p:sp>
      <p:graphicFrame>
        <p:nvGraphicFramePr>
          <p:cNvPr id="31746" name="Object 3">
            <a:extLst>
              <a:ext uri="{FF2B5EF4-FFF2-40B4-BE49-F238E27FC236}">
                <a16:creationId xmlns:a16="http://schemas.microsoft.com/office/drawing/2014/main" id="{F6A1391E-6F51-3338-42AC-B19D5D17BC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1628775"/>
          <a:ext cx="5257800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6" name="Equation" r:id="rId4" imgW="69342000" imgH="21069300" progId="Equation.3">
                  <p:embed/>
                </p:oleObj>
              </mc:Choice>
              <mc:Fallback>
                <p:oleObj name="Equation" r:id="rId4" imgW="69342000" imgH="21069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628775"/>
                        <a:ext cx="5257800" cy="159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7" name="Object 2">
            <a:extLst>
              <a:ext uri="{FF2B5EF4-FFF2-40B4-BE49-F238E27FC236}">
                <a16:creationId xmlns:a16="http://schemas.microsoft.com/office/drawing/2014/main" id="{9F82EA0E-36E3-8166-0CBF-6DEA33CB7E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4149725"/>
          <a:ext cx="60198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7" r:id="rId6" imgW="78409800" imgH="11112500" progId="Equation.3">
                  <p:embed/>
                </p:oleObj>
              </mc:Choice>
              <mc:Fallback>
                <p:oleObj r:id="rId6" imgW="78409800" imgH="11112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149725"/>
                        <a:ext cx="60198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Rectangle 5">
            <a:extLst>
              <a:ext uri="{FF2B5EF4-FFF2-40B4-BE49-F238E27FC236}">
                <a16:creationId xmlns:a16="http://schemas.microsoft.com/office/drawing/2014/main" id="{AA67CFF9-ED7E-9E7D-3F74-797040FEA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066800"/>
            <a:ext cx="5565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是幂零矩阵，</a:t>
            </a:r>
            <a:r>
              <a:rPr lang="en-US" altLang="zh-CN" sz="2400" i="1" u="none"/>
              <a:t>U</a:t>
            </a:r>
            <a:r>
              <a:rPr lang="zh-CN" altLang="en-US" sz="2400" u="none">
                <a:latin typeface="Times New Roman" panose="02020603050405020304" pitchFamily="18" charset="0"/>
              </a:rPr>
              <a:t>具有一些特殊的性质，如</a:t>
            </a:r>
          </a:p>
        </p:txBody>
      </p:sp>
      <p:sp>
        <p:nvSpPr>
          <p:cNvPr id="46085" name="灯片编号占位符 5">
            <a:extLst>
              <a:ext uri="{FF2B5EF4-FFF2-40B4-BE49-F238E27FC236}">
                <a16:creationId xmlns:a16="http://schemas.microsoft.com/office/drawing/2014/main" id="{9F4B95C2-925E-6A70-044F-6CF7A1B5C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46B41B-ADC1-4B41-B7C4-86AC46104BF3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/>
      <p:bldP spid="3174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4">
            <a:extLst>
              <a:ext uri="{FF2B5EF4-FFF2-40B4-BE49-F238E27FC236}">
                <a16:creationId xmlns:a16="http://schemas.microsoft.com/office/drawing/2014/main" id="{7900BD77-1FF2-4A54-7421-A0F4F07B0F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1908175"/>
          <a:ext cx="5229225" cy="185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0" r:id="rId3" imgW="52374800" imgH="18719800" progId="Equation.3">
                  <p:embed/>
                </p:oleObj>
              </mc:Choice>
              <mc:Fallback>
                <p:oleObj r:id="rId3" imgW="52374800" imgH="1871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908175"/>
                        <a:ext cx="5229225" cy="185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" name="Object 3">
            <a:extLst>
              <a:ext uri="{FF2B5EF4-FFF2-40B4-BE49-F238E27FC236}">
                <a16:creationId xmlns:a16="http://schemas.microsoft.com/office/drawing/2014/main" id="{DCCDA06E-FDE7-47F5-B859-89617093A6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5213" y="900113"/>
          <a:ext cx="4824412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1" r:id="rId5" imgW="51206400" imgH="11112500" progId="Equation.3">
                  <p:embed/>
                </p:oleObj>
              </mc:Choice>
              <mc:Fallback>
                <p:oleObj r:id="rId5" imgW="51206400" imgH="11112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213" y="900113"/>
                        <a:ext cx="4824412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2">
            <a:extLst>
              <a:ext uri="{FF2B5EF4-FFF2-40B4-BE49-F238E27FC236}">
                <a16:creationId xmlns:a16="http://schemas.microsoft.com/office/drawing/2014/main" id="{5BFCECE8-9A8C-1ED7-0392-4EE1D7102F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4068763"/>
          <a:ext cx="4679950" cy="180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2" r:id="rId7" imgW="61734700" imgH="21653500" progId="Equation.3">
                  <p:embed/>
                </p:oleObj>
              </mc:Choice>
              <mc:Fallback>
                <p:oleObj r:id="rId7" imgW="61734700" imgH="21653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068763"/>
                        <a:ext cx="4679950" cy="180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8" name="灯片编号占位符 4">
            <a:extLst>
              <a:ext uri="{FF2B5EF4-FFF2-40B4-BE49-F238E27FC236}">
                <a16:creationId xmlns:a16="http://schemas.microsoft.com/office/drawing/2014/main" id="{625675C7-0FDE-3505-B5E0-AA27D306C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3A0F7D-9962-CD47-BF38-3681F58466F6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B851FE-54D6-4CB7-C038-0C1C9CC61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4DDE31-B8F5-4A4E-BB98-AB538E6D66F2}" type="slidenum">
              <a:rPr lang="zh-CN" altLang="en-US" smtClean="0"/>
              <a:pPr>
                <a:defRPr/>
              </a:pPr>
              <a:t>34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C9E7FA-52CB-D247-57E0-277D898F1414}"/>
                  </a:ext>
                </a:extLst>
              </p:cNvPr>
              <p:cNvSpPr txBox="1"/>
              <p:nvPr/>
            </p:nvSpPr>
            <p:spPr>
              <a:xfrm>
                <a:off x="827584" y="980728"/>
                <a:ext cx="2680670" cy="462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u="none" dirty="0">
                    <a:solidFill>
                      <a:srgbClr val="FF0000"/>
                    </a:solidFill>
                  </a:rPr>
                  <a:t>矩阵函数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CN" u="none" dirty="0">
                    <a:solidFill>
                      <a:srgbClr val="FF0000"/>
                    </a:solidFill>
                  </a:rPr>
                  <a:t>的计算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C9E7FA-52CB-D247-57E0-277D898F1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980728"/>
                <a:ext cx="2680670" cy="462627"/>
              </a:xfrm>
              <a:prstGeom prst="rect">
                <a:avLst/>
              </a:prstGeom>
              <a:blipFill>
                <a:blip r:embed="rId2"/>
                <a:stretch>
                  <a:fillRect l="-3774" t="-13514" r="-2358" b="-2702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9E3FCB-5601-AA27-218E-9E944F3720DD}"/>
                  </a:ext>
                </a:extLst>
              </p:cNvPr>
              <p:cNvSpPr txBox="1"/>
              <p:nvPr/>
            </p:nvSpPr>
            <p:spPr>
              <a:xfrm>
                <a:off x="827584" y="1554733"/>
                <a:ext cx="8006120" cy="1838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u="none" dirty="0"/>
                  <a:t>设A的Jordan标准型</a:t>
                </a:r>
                <a14:m>
                  <m:oMath xmlns:m="http://schemas.openxmlformats.org/officeDocument/2006/math"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zh-CN" altLang="en-US" u="none" dirty="0"/>
                  <a:t>，即</a:t>
                </a:r>
                <a14:m>
                  <m:oMath xmlns:m="http://schemas.openxmlformats.org/officeDocument/2006/math"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𝑃𝐽</m:t>
                    </m:r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u="none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i="1" u="non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 u="none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 u="none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u="none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 u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 u="none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𝑃𝐽</m:t>
                                  </m:r>
                                  <m:sSup>
                                    <m:sSupPr>
                                      <m:ctrlPr>
                                        <a:rPr lang="en-US" altLang="zh-CN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u="none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p>
                                      <m:r>
                                        <a:rPr lang="en-US" altLang="zh-CN" b="0" i="1" u="none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i="1" u="none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 u="none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 u="none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u="none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i="1" u="none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CN" i="1" u="none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 u="none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 u="none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 u="none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i="1" u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i="1" u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u="none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p>
                                      <m:r>
                                        <a:rPr lang="en-US" altLang="zh-CN" i="1" u="none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i="1" u="none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i="1" u="none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den>
                              </m:f>
                            </m:e>
                          </m:nary>
                        </m:e>
                      </m:d>
                      <m:sSup>
                        <m:sSupPr>
                          <m:ctrlP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altLang="zh-CN" u="none" dirty="0"/>
              </a:p>
              <a:p>
                <a:r>
                  <a:rPr lang="zh-CN" altLang="en-US" u="none" dirty="0"/>
                  <a:t>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𝐽</m:t>
                        </m:r>
                      </m:sup>
                    </m:sSup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u="none" dirty="0"/>
                  <a:t>.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9E3FCB-5601-AA27-218E-9E944F372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554733"/>
                <a:ext cx="8006120" cy="1838965"/>
              </a:xfrm>
              <a:prstGeom prst="rect">
                <a:avLst/>
              </a:prstGeom>
              <a:blipFill>
                <a:blip r:embed="rId3"/>
                <a:stretch>
                  <a:fillRect l="-1268" t="-44521" b="-7739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97C12E1-8AC4-A329-3693-AE7471CFD996}"/>
                  </a:ext>
                </a:extLst>
              </p:cNvPr>
              <p:cNvSpPr txBox="1"/>
              <p:nvPr/>
            </p:nvSpPr>
            <p:spPr>
              <a:xfrm>
                <a:off x="814923" y="3362484"/>
                <a:ext cx="7867330" cy="3078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u="none" dirty="0"/>
                  <a:t>设</a:t>
                </a:r>
                <a14:m>
                  <m:oMath xmlns:m="http://schemas.openxmlformats.org/officeDocument/2006/math">
                    <m:r>
                      <a:rPr lang="en-US" b="0" i="1" u="none" dirty="0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CN" u="none" dirty="0"/>
                  <a:t>的所有子Jordan块为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CN" u="none" dirty="0"/>
                  <a:t>, 对应的</a:t>
                </a:r>
                <a:r>
                  <a:rPr lang="zh-CN" altLang="en-US" u="none" dirty="0"/>
                  <a:t>（</a:t>
                </a:r>
                <a:r>
                  <a:rPr lang="en-CN" u="none" dirty="0"/>
                  <a:t>可重复</a:t>
                </a:r>
                <a:r>
                  <a:rPr lang="zh-CN" altLang="en-US" u="none" dirty="0"/>
                  <a:t>）</a:t>
                </a:r>
                <a:endParaRPr lang="en-US" altLang="zh-CN" u="none" dirty="0"/>
              </a:p>
              <a:p>
                <a:r>
                  <a:rPr lang="en-CN" u="none" dirty="0"/>
                  <a:t>特征值为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en-US" u="none" dirty="0"/>
                  <a:t>，则</a:t>
                </a:r>
                <a:endParaRPr lang="en-US" altLang="zh-CN" u="none" dirty="0"/>
              </a:p>
              <a:p>
                <a14:m>
                  <m:oMath xmlns:m="http://schemas.openxmlformats.org/officeDocument/2006/math"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/>
                            <m:e/>
                            <m:e/>
                          </m:mr>
                          <m:mr>
                            <m:e/>
                            <m:e>
                              <m:sSub>
                                <m:sSub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/>
                            <m:e/>
                          </m:mr>
                          <m:mr>
                            <m:e/>
                            <m:e/>
                            <m:e>
                              <m: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/>
                          </m:mr>
                          <m:mr>
                            <m:e/>
                            <m:e/>
                            <m:e/>
                            <m:e>
                              <m:sSub>
                                <m:sSub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b="0" i="1" u="none" dirty="0">
                    <a:latin typeface="Cambria Math" panose="02040503050406030204" pitchFamily="18" charset="0"/>
                  </a:rPr>
                  <a:t> </a:t>
                </a:r>
                <a:r>
                  <a:rPr lang="zh-CN" altLang="en-US" u="none" dirty="0">
                    <a:latin typeface="Cambria Math" panose="02040503050406030204" pitchFamily="18" charset="0"/>
                  </a:rPr>
                  <a:t>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𝐽</m:t>
                        </m:r>
                      </m:sup>
                    </m:sSup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  <m:e/>
                            <m:e/>
                            <m:e/>
                          </m:mr>
                          <m:mr>
                            <m:e/>
                            <m:e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  <m:e/>
                            <m:e/>
                          </m:mr>
                          <m:mr>
                            <m:e/>
                            <m:e/>
                            <m:e>
                              <m: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/>
                          </m:mr>
                          <m:mr>
                            <m:e/>
                            <m:e/>
                            <m:e/>
                            <m:e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en-CN" u="none" dirty="0"/>
              </a:p>
              <a:p>
                <a:endParaRPr lang="en-US" altLang="zh-CN" u="none" dirty="0"/>
              </a:p>
              <a:p>
                <a:endParaRPr lang="en-C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97C12E1-8AC4-A329-3693-AE7471CFD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23" y="3362484"/>
                <a:ext cx="7867330" cy="3078535"/>
              </a:xfrm>
              <a:prstGeom prst="rect">
                <a:avLst/>
              </a:prstGeom>
              <a:blipFill>
                <a:blip r:embed="rId4"/>
                <a:stretch>
                  <a:fillRect l="-1290" t="-204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461059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B851FE-54D6-4CB7-C038-0C1C9CC61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4DDE31-B8F5-4A4E-BB98-AB538E6D66F2}" type="slidenum">
              <a:rPr lang="zh-CN" altLang="en-US" smtClean="0"/>
              <a:pPr>
                <a:defRPr/>
              </a:pPr>
              <a:t>35</a:t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C9E7FA-52CB-D247-57E0-277D898F1414}"/>
                  </a:ext>
                </a:extLst>
              </p:cNvPr>
              <p:cNvSpPr txBox="1"/>
              <p:nvPr/>
            </p:nvSpPr>
            <p:spPr>
              <a:xfrm>
                <a:off x="827584" y="980728"/>
                <a:ext cx="39318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u="none" dirty="0">
                    <a:solidFill>
                      <a:srgbClr val="FF0000"/>
                    </a:solidFill>
                  </a:rPr>
                  <a:t>Jordan块</a:t>
                </a:r>
                <a:r>
                  <a:rPr lang="zh-CN" altLang="en-US" u="none">
                    <a:solidFill>
                      <a:srgbClr val="FF0000"/>
                    </a:solidFill>
                  </a:rPr>
                  <a:t>指数</a:t>
                </a:r>
                <a:r>
                  <a:rPr lang="en-CN" u="none">
                    <a:solidFill>
                      <a:srgbClr val="FF0000"/>
                    </a:solidFill>
                  </a:rPr>
                  <a:t>函数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b="0" i="1" u="none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b="0" i="1" u="none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CN" u="none" dirty="0">
                    <a:solidFill>
                      <a:srgbClr val="FF0000"/>
                    </a:solidFill>
                  </a:rPr>
                  <a:t>的计算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C9E7FA-52CB-D247-57E0-277D898F1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980728"/>
                <a:ext cx="3931846" cy="461665"/>
              </a:xfrm>
              <a:prstGeom prst="rect">
                <a:avLst/>
              </a:prstGeom>
              <a:blipFill>
                <a:blip r:embed="rId2"/>
                <a:stretch>
                  <a:fillRect l="-2481" t="-14474" r="-1395" b="-27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9E3FCB-5601-AA27-218E-9E944F3720DD}"/>
                  </a:ext>
                </a:extLst>
              </p:cNvPr>
              <p:cNvSpPr txBox="1"/>
              <p:nvPr/>
            </p:nvSpPr>
            <p:spPr>
              <a:xfrm>
                <a:off x="827584" y="1554733"/>
                <a:ext cx="8006120" cy="20746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CN" u="none" dirty="0"/>
                  <a:t>记</a:t>
                </a:r>
                <a:r>
                  <a:rPr lang="zh-CN" altLang="en-US" u="none" dirty="0"/>
                  <a:t>第</a:t>
                </a:r>
                <a:r>
                  <a:rPr lang="en-US" altLang="zh-CN" u="none" dirty="0" err="1"/>
                  <a:t>i</a:t>
                </a:r>
                <a:r>
                  <a:rPr lang="zh-CN" altLang="en-US" u="none" dirty="0"/>
                  <a:t>个</a:t>
                </a:r>
                <a:r>
                  <a:rPr lang="en-US" altLang="zh-CN" u="none" dirty="0"/>
                  <a:t>Jordan</a:t>
                </a:r>
                <a:r>
                  <a:rPr lang="zh-CN" altLang="en-US" u="none" dirty="0"/>
                  <a:t>子块为</a:t>
                </a:r>
                <a:endParaRPr lang="en-US" altLang="zh-CN" u="non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u="none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u="none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u="none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u="none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u="none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/>
                                  <m:e/>
                                </m:mr>
                                <m:mr>
                                  <m:e/>
                                  <m:e>
                                    <m:sSub>
                                      <m:sSubPr>
                                        <m:ctrlP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/>
                                </m:mr>
                                <m:mr>
                                  <m:e/>
                                  <m:e/>
                                  <m:e>
                                    <m: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/>
                                  <m:e/>
                                  <m:e/>
                                  <m:e>
                                    <m:sSub>
                                      <m:sSubPr>
                                        <m:ctrlP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u="none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zh-CN" altLang="en-US" b="0" i="0" u="none" smtClean="0"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en-CN" u="none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9E3FCB-5601-AA27-218E-9E944F372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554733"/>
                <a:ext cx="8006120" cy="2074671"/>
              </a:xfrm>
              <a:prstGeom prst="rect">
                <a:avLst/>
              </a:prstGeom>
              <a:blipFill>
                <a:blip r:embed="rId3"/>
                <a:stretch>
                  <a:fillRect l="-1268" t="-304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B68304-3E51-978A-EA6E-062577CE1940}"/>
                  </a:ext>
                </a:extLst>
              </p:cNvPr>
              <p:cNvSpPr txBox="1"/>
              <p:nvPr/>
            </p:nvSpPr>
            <p:spPr>
              <a:xfrm>
                <a:off x="857854" y="3665338"/>
                <a:ext cx="7992888" cy="2374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u="none" dirty="0"/>
                  <a:t>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u="none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b="0" i="1" u="none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u="none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b="0" i="1" u="none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u="none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</m:num>
                          <m:den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sSub>
                      <m:sSub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5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u="none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2!</m:t>
                                      </m:r>
                                    </m:den>
                                  </m:f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−1)!</m:t>
                                      </m:r>
                                    </m:den>
                                  </m:f>
                                </m:e>
                              </m:mr>
                              <m:mr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/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2!</m:t>
                                      </m:r>
                                    </m:den>
                                  </m:f>
                                </m:e>
                              </m:mr>
                              <m:mr>
                                <m:e/>
                                <m:e/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/>
                                <m:e/>
                                <m:e/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CN" u="none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B68304-3E51-978A-EA6E-062577CE1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854" y="3665338"/>
                <a:ext cx="7992888" cy="2374946"/>
              </a:xfrm>
              <a:prstGeom prst="rect">
                <a:avLst/>
              </a:prstGeom>
              <a:blipFill>
                <a:blip r:embed="rId4"/>
                <a:stretch>
                  <a:fillRect l="-111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774069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1405BC-9E20-F27B-2CAA-55411AA79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4DDE31-B8F5-4A4E-BB98-AB538E6D66F2}" type="slidenum">
              <a:rPr lang="zh-CN" altLang="en-US" smtClean="0"/>
              <a:pPr>
                <a:defRPr/>
              </a:pPr>
              <a:t>36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210CA1-4975-DA30-2E5C-2865D90023C2}"/>
                  </a:ext>
                </a:extLst>
              </p:cNvPr>
              <p:cNvSpPr txBox="1"/>
              <p:nvPr/>
            </p:nvSpPr>
            <p:spPr>
              <a:xfrm>
                <a:off x="1115616" y="1951736"/>
                <a:ext cx="6786088" cy="15273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u="none" dirty="0"/>
                  <a:t>综上所述</a:t>
                </a:r>
                <a:r>
                  <a:rPr lang="zh-CN" altLang="en-US" b="0" u="none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u="none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  <m:e/>
                                <m:e/>
                                <m:e/>
                              </m:mr>
                              <m:mr>
                                <m:e/>
                                <m:e>
                                  <m:sSup>
                                    <m:sSup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  <m:e/>
                                <m:e/>
                              </m:mr>
                              <m:mr>
                                <m:e/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/>
                              </m:mr>
                              <m:mr>
                                <m:e/>
                                <m:e/>
                                <m:e/>
                                <m:e>
                                  <m:sSup>
                                    <m:sSup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u="none" dirty="0"/>
                  <a:t>，</a:t>
                </a:r>
                <a:endParaRPr lang="en-CN" u="none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210CA1-4975-DA30-2E5C-2865D9002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1951736"/>
                <a:ext cx="6786088" cy="1527341"/>
              </a:xfrm>
              <a:prstGeom prst="rect">
                <a:avLst/>
              </a:prstGeom>
              <a:blipFill>
                <a:blip r:embed="rId2"/>
                <a:stretch>
                  <a:fillRect l="-1306" r="-37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09DDE4-9E50-B083-0D5D-FB3093754018}"/>
                  </a:ext>
                </a:extLst>
              </p:cNvPr>
              <p:cNvSpPr txBox="1"/>
              <p:nvPr/>
            </p:nvSpPr>
            <p:spPr>
              <a:xfrm>
                <a:off x="1115616" y="3744391"/>
                <a:ext cx="6395340" cy="3113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u="none" dirty="0"/>
                  <a:t>其中</a:t>
                </a:r>
                <a:endParaRPr lang="en-US" altLang="zh-CN" u="none" dirty="0"/>
              </a:p>
              <a:p>
                <a:r>
                  <a:rPr lang="en-CN" u="none" dirty="0"/>
                  <a:t>子矩阵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sSub>
                      <m:sSub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5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u="none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2!</m:t>
                                      </m:r>
                                    </m:den>
                                  </m:f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−1)!</m:t>
                                      </m:r>
                                    </m:den>
                                  </m:f>
                                </m:e>
                              </m:mr>
                              <m:mr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/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2!</m:t>
                                      </m:r>
                                    </m:den>
                                  </m:f>
                                </m:e>
                              </m:mr>
                              <m:mr>
                                <m:e/>
                                <m:e/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/>
                                <m:e/>
                                <m:e/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endParaRPr lang="en-CN" u="none" dirty="0"/>
              </a:p>
              <a:p>
                <a:endParaRPr lang="en-C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09DDE4-9E50-B083-0D5D-FB3093754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3744391"/>
                <a:ext cx="6395340" cy="3113609"/>
              </a:xfrm>
              <a:prstGeom prst="rect">
                <a:avLst/>
              </a:prstGeom>
              <a:blipFill>
                <a:blip r:embed="rId3"/>
                <a:stretch>
                  <a:fillRect l="-1386" t="-20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2313100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AF1256-7B5F-668C-40F4-EB5BED9B3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4DDE31-B8F5-4A4E-BB98-AB538E6D66F2}" type="slidenum">
              <a:rPr lang="zh-CN" altLang="en-US" smtClean="0"/>
              <a:pPr>
                <a:defRPr/>
              </a:pPr>
              <a:t>37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13496CC-0794-4488-1CD0-23418A7A9E25}"/>
                  </a:ext>
                </a:extLst>
              </p:cNvPr>
              <p:cNvSpPr txBox="1"/>
              <p:nvPr/>
            </p:nvSpPr>
            <p:spPr>
              <a:xfrm>
                <a:off x="984738" y="4070900"/>
                <a:ext cx="6251558" cy="2437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N" u="none" dirty="0"/>
                  <a:t>其中</a:t>
                </a:r>
                <a:r>
                  <a:rPr lang="zh-CN" altLang="en-US" u="none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acc>
                      <m:accPr>
                        <m:chr m:val="̇"/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5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u="none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2!</m:t>
                                      </m:r>
                                    </m:den>
                                  </m:f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sSub>
                                            <m:sSubPr>
                                              <m:ctrlPr>
                                                <a:rPr lang="en-US" b="0" i="1" u="none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u="none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u="none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−1)!</m:t>
                                      </m:r>
                                    </m:den>
                                  </m:f>
                                </m:e>
                              </m:mr>
                              <m:mr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/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2!</m:t>
                                      </m:r>
                                    </m:den>
                                  </m:f>
                                </m:e>
                              </m:mr>
                              <m:mr>
                                <m:e/>
                                <m:e/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mr>
                              <m:mr>
                                <m:e/>
                                <m:e/>
                                <m:e/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</m:acc>
                  </m:oMath>
                </a14:m>
                <a:endParaRPr lang="en-CN" u="none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13496CC-0794-4488-1CD0-23418A7A9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38" y="4070900"/>
                <a:ext cx="6251558" cy="2437270"/>
              </a:xfrm>
              <a:prstGeom prst="rect">
                <a:avLst/>
              </a:prstGeom>
              <a:blipFill>
                <a:blip r:embed="rId2"/>
                <a:stretch>
                  <a:fillRect l="-1420" b="-155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DC8B013-9B55-5046-38B0-8E2E7E893563}"/>
              </a:ext>
            </a:extLst>
          </p:cNvPr>
          <p:cNvSpPr txBox="1"/>
          <p:nvPr/>
        </p:nvSpPr>
        <p:spPr>
          <a:xfrm>
            <a:off x="984738" y="1647930"/>
            <a:ext cx="2133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u="none" dirty="0"/>
              <a:t>对于任意参数t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9CDF127-1DBE-6FFD-154E-DEFFD69C9232}"/>
                  </a:ext>
                </a:extLst>
              </p:cNvPr>
              <p:cNvSpPr txBox="1"/>
              <p:nvPr/>
            </p:nvSpPr>
            <p:spPr>
              <a:xfrm>
                <a:off x="1326945" y="2396206"/>
                <a:ext cx="6490110" cy="1477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𝐴𝑡</m:t>
                          </m:r>
                        </m:sup>
                      </m:sSup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𝐽𝑡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u="none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</m:e>
                                      <m:sub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sSup>
                                  <m:sSupPr>
                                    <m:ctrlP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</m:e>
                                      <m:sub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a:rPr lang="en-US" b="0" i="1" u="none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  <m:e>
                                <m:sSup>
                                  <m:sSupPr>
                                    <m:ctrlP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</m:e>
                                      <m:sub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b="0" i="1" u="none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u="none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u="none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CN" u="non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9CDF127-1DBE-6FFD-154E-DEFFD69C9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945" y="2396206"/>
                <a:ext cx="6490110" cy="1477264"/>
              </a:xfrm>
              <a:prstGeom prst="rect">
                <a:avLst/>
              </a:prstGeom>
              <a:blipFill>
                <a:blip r:embed="rId3"/>
                <a:stretch>
                  <a:fillRect b="-170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F3CD75-5A74-0DBB-E443-CD43EC9AA802}"/>
                  </a:ext>
                </a:extLst>
              </p:cNvPr>
              <p:cNvSpPr txBox="1"/>
              <p:nvPr/>
            </p:nvSpPr>
            <p:spPr>
              <a:xfrm>
                <a:off x="827584" y="980728"/>
                <a:ext cx="4015010" cy="462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u="none" dirty="0">
                    <a:solidFill>
                      <a:srgbClr val="FF0000"/>
                    </a:solidFill>
                  </a:rPr>
                  <a:t>含参数的矩阵函数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</m:oMath>
                </a14:m>
                <a:r>
                  <a:rPr lang="en-CN" u="none" dirty="0">
                    <a:solidFill>
                      <a:srgbClr val="FF0000"/>
                    </a:solidFill>
                  </a:rPr>
                  <a:t>的计算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F3CD75-5A74-0DBB-E443-CD43EC9AA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980728"/>
                <a:ext cx="4015010" cy="462627"/>
              </a:xfrm>
              <a:prstGeom prst="rect">
                <a:avLst/>
              </a:prstGeom>
              <a:blipFill>
                <a:blip r:embed="rId4"/>
                <a:stretch>
                  <a:fillRect l="-2524" t="-13514" r="-1262" b="-2702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1630720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9F7FF8-93C2-8413-5E05-32661DDB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4DDE31-B8F5-4A4E-BB98-AB538E6D66F2}" type="slidenum">
              <a:rPr lang="zh-CN" altLang="en-US" smtClean="0"/>
              <a:pPr>
                <a:defRPr/>
              </a:pPr>
              <a:t>38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71CB1A-0202-AE45-C8C6-09F7FE640AEA}"/>
                  </a:ext>
                </a:extLst>
              </p:cNvPr>
              <p:cNvSpPr txBox="1"/>
              <p:nvPr/>
            </p:nvSpPr>
            <p:spPr>
              <a:xfrm>
                <a:off x="651909" y="445183"/>
                <a:ext cx="5048626" cy="10689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u="none" dirty="0">
                    <a:solidFill>
                      <a:srgbClr val="FF0000"/>
                    </a:solidFill>
                  </a:rPr>
                  <a:t>例</a:t>
                </a:r>
                <a:r>
                  <a:rPr lang="en-US" altLang="zh-CN" u="none" dirty="0">
                    <a:solidFill>
                      <a:srgbClr val="FF0000"/>
                    </a:solidFill>
                  </a:rPr>
                  <a:t>8</a:t>
                </a:r>
                <a:r>
                  <a:rPr lang="zh-CN" altLang="en-US" u="none" dirty="0">
                    <a:solidFill>
                      <a:srgbClr val="FF0000"/>
                    </a:solidFill>
                  </a:rPr>
                  <a:t>：</a:t>
                </a:r>
                <a:r>
                  <a:rPr lang="zh-CN" altLang="en-US" u="none" dirty="0"/>
                  <a:t>设</a:t>
                </a:r>
                <a14:m>
                  <m:oMath xmlns:m="http://schemas.openxmlformats.org/officeDocument/2006/math"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u="none" dirty="0"/>
                  <a:t>，求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zh-CN" altLang="en-CN" i="1" u="none">
                        <a:latin typeface="Cambria Math" panose="02040503050406030204" pitchFamily="18" charset="0"/>
                      </a:rPr>
                      <m:t>和</m:t>
                    </m:r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</m:oMath>
                </a14:m>
                <a:r>
                  <a:rPr lang="en-CN" u="none" dirty="0"/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71CB1A-0202-AE45-C8C6-09F7FE640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09" y="445183"/>
                <a:ext cx="5048626" cy="1068947"/>
              </a:xfrm>
              <a:prstGeom prst="rect">
                <a:avLst/>
              </a:prstGeom>
              <a:blipFill>
                <a:blip r:embed="rId2"/>
                <a:stretch>
                  <a:fillRect l="-2010" r="-1005" b="-470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8FC922-FFF2-EA46-AD3C-B0C2868FDF0A}"/>
                  </a:ext>
                </a:extLst>
              </p:cNvPr>
              <p:cNvSpPr txBox="1"/>
              <p:nvPr/>
            </p:nvSpPr>
            <p:spPr>
              <a:xfrm>
                <a:off x="651909" y="2935981"/>
                <a:ext cx="4525919" cy="10689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u="none" dirty="0">
                    <a:solidFill>
                      <a:srgbClr val="FF0000"/>
                    </a:solidFill>
                  </a:rPr>
                  <a:t>例</a:t>
                </a:r>
                <a:r>
                  <a:rPr lang="en-US" altLang="zh-CN" u="none" dirty="0">
                    <a:solidFill>
                      <a:srgbClr val="FF0000"/>
                    </a:solidFill>
                  </a:rPr>
                  <a:t>9:</a:t>
                </a:r>
                <a:r>
                  <a:rPr lang="zh-CN" altLang="en-US" u="none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en-US" u="none" dirty="0"/>
                  <a:t>设</a:t>
                </a:r>
                <a14:m>
                  <m:oMath xmlns:m="http://schemas.openxmlformats.org/officeDocument/2006/math"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u="none" dirty="0"/>
                  <a:t>，求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</m:oMath>
                </a14:m>
                <a:r>
                  <a:rPr lang="en-CN" u="none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8FC922-FFF2-EA46-AD3C-B0C2868FD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09" y="2935981"/>
                <a:ext cx="4525919" cy="1068947"/>
              </a:xfrm>
              <a:prstGeom prst="rect">
                <a:avLst/>
              </a:prstGeom>
              <a:blipFill>
                <a:blip r:embed="rId3"/>
                <a:stretch>
                  <a:fillRect l="-2241" r="-1120" b="-470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258A00-FC96-F89A-377B-D824A7DB55F4}"/>
                  </a:ext>
                </a:extLst>
              </p:cNvPr>
              <p:cNvSpPr txBox="1"/>
              <p:nvPr/>
            </p:nvSpPr>
            <p:spPr>
              <a:xfrm>
                <a:off x="651909" y="1600744"/>
                <a:ext cx="6385915" cy="13352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u="none" dirty="0">
                    <a:solidFill>
                      <a:srgbClr val="FF0000"/>
                    </a:solidFill>
                  </a:rPr>
                  <a:t>解</a:t>
                </a:r>
                <a:r>
                  <a:rPr lang="zh-CN" altLang="en-US" u="none" dirty="0">
                    <a:solidFill>
                      <a:srgbClr val="FF0000"/>
                    </a:solidFill>
                  </a:rPr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zh-CN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b="0" u="none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u="none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u="none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dirty="0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r>
                      <a:rPr lang="en-US" altLang="zh-CN" b="0" i="1" u="none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u="none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u="none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u="none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US" altLang="zh-CN" b="0" i="1" u="none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258A00-FC96-F89A-377B-D824A7DB5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09" y="1600744"/>
                <a:ext cx="6385915" cy="1335237"/>
              </a:xfrm>
              <a:prstGeom prst="rect">
                <a:avLst/>
              </a:prstGeom>
              <a:blipFill>
                <a:blip r:embed="rId4"/>
                <a:stretch>
                  <a:fillRect l="-1590" b="-471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FAF1B0-1BE6-E6D8-6CFC-CAF4EA2D1D27}"/>
                  </a:ext>
                </a:extLst>
              </p:cNvPr>
              <p:cNvSpPr txBox="1"/>
              <p:nvPr/>
            </p:nvSpPr>
            <p:spPr>
              <a:xfrm>
                <a:off x="755576" y="4004928"/>
                <a:ext cx="8106771" cy="10984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u="none" dirty="0">
                    <a:solidFill>
                      <a:srgbClr val="FF0000"/>
                    </a:solidFill>
                  </a:rPr>
                  <a:t>解</a:t>
                </a:r>
                <a:r>
                  <a:rPr lang="zh-CN" altLang="en-US" u="none" dirty="0">
                    <a:solidFill>
                      <a:srgbClr val="FF0000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𝑃𝐽</m:t>
                    </m:r>
                    <m:sSup>
                      <m:sSupPr>
                        <m:ctrlP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u="none" dirty="0">
                    <a:solidFill>
                      <a:schemeClr val="tx1"/>
                    </a:solidFill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u="none" dirty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u="none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b="0" i="1" u="none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/>
                            <m:e/>
                          </m:mr>
                          <m:mr>
                            <m:e/>
                            <m:e>
                              <m: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/>
                          </m:mr>
                          <m:mr>
                            <m:e/>
                            <m:e/>
                            <m:e>
                              <m: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N" u="non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FAF1B0-1BE6-E6D8-6CFC-CAF4EA2D1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4004928"/>
                <a:ext cx="8106771" cy="1098442"/>
              </a:xfrm>
              <a:prstGeom prst="rect">
                <a:avLst/>
              </a:prstGeom>
              <a:blipFill>
                <a:blip r:embed="rId5"/>
                <a:stretch>
                  <a:fillRect l="-1252" b="-459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98E40B-8D19-ECB6-62F9-DC3E055E43A0}"/>
                  </a:ext>
                </a:extLst>
              </p:cNvPr>
              <p:cNvSpPr txBox="1"/>
              <p:nvPr/>
            </p:nvSpPr>
            <p:spPr>
              <a:xfrm>
                <a:off x="708547" y="4995019"/>
                <a:ext cx="8255942" cy="1492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u="none" dirty="0"/>
                  <a:t>则</a:t>
                </a:r>
                <a:r>
                  <a:rPr lang="en-US" altLang="zh-CN" b="0" u="none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𝐽𝑡</m:t>
                        </m:r>
                      </m:sup>
                    </m:sSup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altLang="zh-CN" b="0" i="1" u="none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/>
                              <m:e/>
                            </m:mr>
                            <m:mr>
                              <m:e/>
                              <m:e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/>
                            </m:mr>
                            <m:mr>
                              <m:e/>
                              <m:e/>
                              <m:e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altLang="zh-CN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altLang="zh-CN" b="0" i="1" u="none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b="0" i="1" u="none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altLang="zh-CN" b="0" i="1" u="none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N" u="none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98E40B-8D19-ECB6-62F9-DC3E055E4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47" y="4995019"/>
                <a:ext cx="8255942" cy="1492716"/>
              </a:xfrm>
              <a:prstGeom prst="rect">
                <a:avLst/>
              </a:prstGeom>
              <a:blipFill>
                <a:blip r:embed="rId6"/>
                <a:stretch>
                  <a:fillRect l="-1074" t="-5085" b="-339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3786153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D040BE-B3EB-EADF-8F25-162FE779B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4DDE31-B8F5-4A4E-BB98-AB538E6D66F2}" type="slidenum">
              <a:rPr lang="zh-CN" altLang="en-US" smtClean="0"/>
              <a:pPr>
                <a:defRPr/>
              </a:pPr>
              <a:t>39</a:t>
            </a:fld>
            <a:endParaRPr lang="en-US" altLang="zh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D6577-4838-C383-4736-E45135F1BFFF}"/>
              </a:ext>
            </a:extLst>
          </p:cNvPr>
          <p:cNvSpPr txBox="1"/>
          <p:nvPr/>
        </p:nvSpPr>
        <p:spPr>
          <a:xfrm>
            <a:off x="743578" y="1065125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u="none" dirty="0">
                <a:solidFill>
                  <a:srgbClr val="FF0000"/>
                </a:solidFill>
              </a:rPr>
              <a:t>矩阵函数的应用（求解常系数微分方程组）</a:t>
            </a:r>
            <a:endParaRPr lang="en-CN" u="none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31BF6B4-393D-DBA2-6BB3-A58A6935CEBE}"/>
                  </a:ext>
                </a:extLst>
              </p:cNvPr>
              <p:cNvSpPr txBox="1"/>
              <p:nvPr/>
            </p:nvSpPr>
            <p:spPr>
              <a:xfrm>
                <a:off x="721904" y="1772816"/>
                <a:ext cx="7522504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u="none" dirty="0">
                    <a:solidFill>
                      <a:srgbClr val="FF0000"/>
                    </a:solidFill>
                  </a:rPr>
                  <a:t>求解</a:t>
                </a:r>
                <a:r>
                  <a:rPr lang="zh-CN" altLang="en-US" sz="2400" u="none" dirty="0">
                    <a:solidFill>
                      <a:srgbClr val="FF0000"/>
                    </a:solidFill>
                  </a:rPr>
                  <a:t>：</a:t>
                </a:r>
                <a:r>
                  <a:rPr lang="zh-CN" altLang="en-US" sz="2000" u="none" dirty="0"/>
                  <a:t> </a:t>
                </a:r>
                <a:r>
                  <a:rPr lang="zh-CN" altLang="en-US" u="none" dirty="0"/>
                  <a:t>设变量</a:t>
                </a:r>
                <a14:m>
                  <m:oMath xmlns:m="http://schemas.openxmlformats.org/officeDocument/2006/math">
                    <m:r>
                      <a:rPr lang="en-US" altLang="zh-CN" u="none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i="1" u="non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u="none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u="non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i="1" u="non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u="none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u="none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u="none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u="none">
                        <a:latin typeface="Cambria Math" panose="02040503050406030204" pitchFamily="18" charset="0"/>
                      </a:rPr>
                      <m:t>关于</m:t>
                    </m:r>
                    <m:r>
                      <a:rPr lang="en-US" altLang="zh-CN" u="none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i="1" u="non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u="none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u="none">
                        <a:latin typeface="Cambria Math" panose="02040503050406030204" pitchFamily="18" charset="0"/>
                      </a:rPr>
                      <m:t>的常系数微分方程组</m:t>
                    </m:r>
                  </m:oMath>
                </a14:m>
                <a:endParaRPr lang="en-US" altLang="zh-CN" u="none" dirty="0"/>
              </a:p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𝐴𝑋</m:t>
                      </m:r>
                      <m:d>
                        <m:dPr>
                          <m:ctrlP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2400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2400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altLang="zh-CN" sz="2400" u="none" dirty="0">
                  <a:solidFill>
                    <a:srgbClr val="336600"/>
                  </a:solidFill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u="none" dirty="0">
                    <a:solidFill>
                      <a:schemeClr val="tx1"/>
                    </a:solidFill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4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4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zh-CN" altLang="en-US" i="1" u="non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均为</m:t>
                    </m:r>
                    <m:r>
                      <a:rPr lang="zh-CN" altLang="en-US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已知</m:t>
                    </m:r>
                    <m:r>
                      <a:rPr lang="zh-CN" altLang="en-US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400" u="non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31BF6B4-393D-DBA2-6BB3-A58A6935C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04" y="1772816"/>
                <a:ext cx="7522504" cy="1384995"/>
              </a:xfrm>
              <a:prstGeom prst="rect">
                <a:avLst/>
              </a:prstGeom>
              <a:blipFill>
                <a:blip r:embed="rId2"/>
                <a:stretch>
                  <a:fillRect l="-1180" t="-4545" b="-818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159A6B-F9A0-EDD2-282D-8AF5086A3E8E}"/>
                  </a:ext>
                </a:extLst>
              </p:cNvPr>
              <p:cNvSpPr txBox="1"/>
              <p:nvPr/>
            </p:nvSpPr>
            <p:spPr>
              <a:xfrm>
                <a:off x="904352" y="3496826"/>
                <a:ext cx="7883055" cy="15182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u="none" dirty="0">
                    <a:solidFill>
                      <a:srgbClr val="FF0000"/>
                    </a:solidFill>
                  </a:rPr>
                  <a:t>解</a:t>
                </a:r>
                <a:r>
                  <a:rPr lang="zh-CN" altLang="en-US" u="none" dirty="0">
                    <a:solidFill>
                      <a:srgbClr val="FF0000"/>
                    </a:solidFill>
                  </a:rPr>
                  <a:t>：</a:t>
                </a:r>
                <a:r>
                  <a:rPr lang="zh-CN" altLang="en-US" u="none" dirty="0"/>
                  <a:t>上述方程的解为</a:t>
                </a:r>
                <a14:m>
                  <m:oMath xmlns:m="http://schemas.openxmlformats.org/officeDocument/2006/math"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altLang="zh-CN" b="0" i="1" u="none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u="none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b="0" i="1" u="none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u="none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sup>
                        </m:s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𝑑𝑠</m:t>
                        </m:r>
                      </m:e>
                    </m:nary>
                  </m:oMath>
                </a14:m>
                <a:r>
                  <a:rPr lang="en-CN" u="none" dirty="0"/>
                  <a:t>.</a:t>
                </a:r>
                <a:r>
                  <a:rPr lang="en-CN" u="none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lang="en-CN" u="none" dirty="0">
                    <a:solidFill>
                      <a:schemeClr val="tx1"/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CN" u="none" dirty="0">
                    <a:solidFill>
                      <a:schemeClr val="tx1"/>
                    </a:solidFill>
                  </a:rPr>
                  <a:t>为常值向量</a:t>
                </a:r>
                <a:r>
                  <a:rPr lang="zh-CN" altLang="en-US" u="none" dirty="0">
                    <a:solidFill>
                      <a:schemeClr val="tx1"/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r>
                      <a:rPr lang="en-US" altLang="zh-CN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nary>
                          <m:naryPr>
                            <m:ctrlPr>
                              <a:rPr lang="en-US" altLang="zh-CN" b="0" i="1" u="none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u="none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u="none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b="0" i="1" u="none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𝑓𝑑𝑠</m:t>
                            </m:r>
                          </m:e>
                        </m:nary>
                      </m:e>
                    </m:acc>
                  </m:oMath>
                </a14:m>
                <a:r>
                  <a:rPr lang="en-CN" u="none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CN" u="none" dirty="0"/>
                  <a:t>其中向量的积分定义为向量元素的积分</a:t>
                </a:r>
                <a:r>
                  <a:rPr lang="zh-CN" altLang="en-US" u="none" dirty="0"/>
                  <a:t>。</a:t>
                </a:r>
                <a:endParaRPr lang="en-CN" u="non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159A6B-F9A0-EDD2-282D-8AF5086A3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352" y="3496826"/>
                <a:ext cx="7883055" cy="1518236"/>
              </a:xfrm>
              <a:prstGeom prst="rect">
                <a:avLst/>
              </a:prstGeom>
              <a:blipFill>
                <a:blip r:embed="rId3"/>
                <a:stretch>
                  <a:fillRect l="-1286" t="-43802" b="-4380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1049658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FF83D-3973-E30C-C964-1A51BF4DF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4DDE31-B8F5-4A4E-BB98-AB538E6D66F2}" type="slidenum">
              <a:rPr lang="zh-CN" altLang="en-US" smtClean="0"/>
              <a:pPr>
                <a:defRPr/>
              </a:pPr>
              <a:t>40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6211EC-F0DF-99F0-4277-4C48E3D4FF21}"/>
                  </a:ext>
                </a:extLst>
              </p:cNvPr>
              <p:cNvSpPr txBox="1"/>
              <p:nvPr/>
            </p:nvSpPr>
            <p:spPr>
              <a:xfrm>
                <a:off x="823965" y="1728316"/>
                <a:ext cx="7280070" cy="750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u="none" dirty="0">
                    <a:solidFill>
                      <a:srgbClr val="FF0000"/>
                    </a:solidFill>
                  </a:rPr>
                  <a:t>例</a:t>
                </a:r>
                <a:r>
                  <a:rPr lang="en-US" altLang="zh-CN" u="none" dirty="0">
                    <a:solidFill>
                      <a:srgbClr val="FF0000"/>
                    </a:solidFill>
                  </a:rPr>
                  <a:t>10</a:t>
                </a:r>
                <a:r>
                  <a:rPr lang="zh-CN" altLang="en-US" u="none" dirty="0">
                    <a:solidFill>
                      <a:srgbClr val="FF0000"/>
                    </a:solidFill>
                  </a:rPr>
                  <a:t>：</a:t>
                </a:r>
                <a:r>
                  <a:rPr lang="zh-CN" altLang="en-US" u="none" dirty="0"/>
                  <a:t>求解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N" u="non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6211EC-F0DF-99F0-4277-4C48E3D4F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65" y="1728316"/>
                <a:ext cx="7280070" cy="750975"/>
              </a:xfrm>
              <a:prstGeom prst="rect">
                <a:avLst/>
              </a:prstGeom>
              <a:blipFill>
                <a:blip r:embed="rId2"/>
                <a:stretch>
                  <a:fillRect l="-1220" b="-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F74987-4CBC-22A5-5F0A-30A4D4FE189E}"/>
                  </a:ext>
                </a:extLst>
              </p:cNvPr>
              <p:cNvSpPr txBox="1"/>
              <p:nvPr/>
            </p:nvSpPr>
            <p:spPr>
              <a:xfrm>
                <a:off x="974690" y="2662813"/>
                <a:ext cx="7845782" cy="2550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u="none" dirty="0">
                    <a:solidFill>
                      <a:srgbClr val="FF0000"/>
                    </a:solidFill>
                  </a:rPr>
                  <a:t>解</a:t>
                </a:r>
                <a:r>
                  <a:rPr lang="zh-CN" altLang="en-US" u="none" dirty="0">
                    <a:solidFill>
                      <a:srgbClr val="FF0000"/>
                    </a:solidFill>
                  </a:rPr>
                  <a:t>：</a:t>
                </a:r>
                <a:r>
                  <a:rPr lang="zh-CN" altLang="en-US" u="none" dirty="0"/>
                  <a:t>设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u="none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b="0" i="0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u="none" dirty="0"/>
                  <a:t>，则</a:t>
                </a:r>
                <a14:m>
                  <m:oMath xmlns:m="http://schemas.openxmlformats.org/officeDocument/2006/math"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𝑃𝐽</m:t>
                    </m:r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u="none" dirty="0"/>
                  <a:t>，其中</a:t>
                </a:r>
                <a14:m>
                  <m:oMath xmlns:m="http://schemas.openxmlformats.org/officeDocument/2006/math"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u="none" dirty="0"/>
                  <a:t>，</a:t>
                </a:r>
                <a:endParaRPr lang="en-US" altLang="zh-CN" u="none" dirty="0"/>
              </a:p>
              <a:p>
                <a14:m>
                  <m:oMath xmlns:m="http://schemas.openxmlformats.org/officeDocument/2006/math"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/>
                          </m:mr>
                          <m:mr>
                            <m:e/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CN" u="none" dirty="0"/>
                  <a:t>, </a:t>
                </a:r>
                <a14:m>
                  <m:oMath xmlns:m="http://schemas.openxmlformats.org/officeDocument/2006/math"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CN" u="none" dirty="0"/>
                  <a:t>, </a:t>
                </a:r>
                <a14:m>
                  <m:oMath xmlns:m="http://schemas.openxmlformats.org/officeDocument/2006/math"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lang="en-CN" u="none" dirty="0"/>
                  <a:t>.</a:t>
                </a:r>
              </a:p>
              <a:p>
                <a:r>
                  <a:rPr lang="en-CN" u="none" dirty="0"/>
                  <a:t>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  <m:e/>
                          </m:mr>
                          <m:mr>
                            <m:e/>
                            <m:e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  <m:e>
                              <m:f>
                                <m:f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  <m:e>
                              <m:f>
                                <m:f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lang="en-CN" u="none" dirty="0"/>
                  <a:t>,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F74987-4CBC-22A5-5F0A-30A4D4FE1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690" y="2662813"/>
                <a:ext cx="7845782" cy="2550378"/>
              </a:xfrm>
              <a:prstGeom prst="rect">
                <a:avLst/>
              </a:prstGeom>
              <a:blipFill>
                <a:blip r:embed="rId3"/>
                <a:stretch>
                  <a:fillRect l="-113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2EA115-2B68-B747-8490-667E7E0B2350}"/>
                  </a:ext>
                </a:extLst>
              </p:cNvPr>
              <p:cNvSpPr txBox="1"/>
              <p:nvPr/>
            </p:nvSpPr>
            <p:spPr>
              <a:xfrm>
                <a:off x="957932" y="5213878"/>
                <a:ext cx="7954101" cy="12661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altLang="zh-CN" b="0" i="1" u="none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u="none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b="0" i="1" u="none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u="none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sup>
                        </m:s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𝑑𝑠</m:t>
                        </m:r>
                      </m:e>
                    </m:nary>
                    <m:r>
                      <a:rPr lang="en-US" altLang="zh-CN" b="0" i="0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b="0" u="none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en-CN" u="none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2EA115-2B68-B747-8490-667E7E0B2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32" y="5213878"/>
                <a:ext cx="7954101" cy="1266180"/>
              </a:xfrm>
              <a:prstGeom prst="rect">
                <a:avLst/>
              </a:prstGeom>
              <a:blipFill>
                <a:blip r:embed="rId4"/>
                <a:stretch>
                  <a:fillRect l="-159" t="-26733" b="-5445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2684441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8019</TotalTime>
  <Words>2180</Words>
  <Application>Microsoft Office PowerPoint</Application>
  <PresentationFormat>全屏显示(4:3)</PresentationFormat>
  <Paragraphs>293</Paragraphs>
  <Slides>40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40</vt:i4>
      </vt:variant>
    </vt:vector>
  </HeadingPairs>
  <TitlesOfParts>
    <vt:vector size="51" baseType="lpstr">
      <vt:lpstr>MingLiU</vt:lpstr>
      <vt:lpstr>宋体</vt:lpstr>
      <vt:lpstr>Calibri</vt:lpstr>
      <vt:lpstr>Cambria Math</vt:lpstr>
      <vt:lpstr>Tahoma</vt:lpstr>
      <vt:lpstr>Times New Roman</vt:lpstr>
      <vt:lpstr>Wingdings</vt:lpstr>
      <vt:lpstr>Blueprint</vt:lpstr>
      <vt:lpstr>Equation.3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李红</dc:creator>
  <cp:lastModifiedBy>Administrator</cp:lastModifiedBy>
  <cp:revision>739</cp:revision>
  <dcterms:created xsi:type="dcterms:W3CDTF">1601-01-01T00:00:00Z</dcterms:created>
  <dcterms:modified xsi:type="dcterms:W3CDTF">2023-09-18T02:04:25Z</dcterms:modified>
</cp:coreProperties>
</file>