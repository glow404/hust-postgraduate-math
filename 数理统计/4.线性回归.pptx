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612" r:id="rId2"/>
    <p:sldId id="561" r:id="rId3"/>
    <p:sldId id="562" r:id="rId4"/>
    <p:sldId id="563" r:id="rId5"/>
    <p:sldId id="564" r:id="rId6"/>
    <p:sldId id="565" r:id="rId7"/>
    <p:sldId id="566" r:id="rId8"/>
    <p:sldId id="567" r:id="rId9"/>
    <p:sldId id="568" r:id="rId10"/>
    <p:sldId id="569" r:id="rId11"/>
    <p:sldId id="570" r:id="rId12"/>
    <p:sldId id="571" r:id="rId13"/>
    <p:sldId id="572" r:id="rId14"/>
    <p:sldId id="573" r:id="rId15"/>
    <p:sldId id="574" r:id="rId16"/>
    <p:sldId id="575" r:id="rId17"/>
    <p:sldId id="576" r:id="rId18"/>
    <p:sldId id="577" r:id="rId19"/>
    <p:sldId id="578" r:id="rId20"/>
    <p:sldId id="579" r:id="rId21"/>
    <p:sldId id="580" r:id="rId22"/>
    <p:sldId id="581" r:id="rId23"/>
    <p:sldId id="582" r:id="rId24"/>
    <p:sldId id="583" r:id="rId25"/>
    <p:sldId id="584" r:id="rId26"/>
    <p:sldId id="585" r:id="rId27"/>
    <p:sldId id="586" r:id="rId28"/>
    <p:sldId id="587" r:id="rId29"/>
    <p:sldId id="588" r:id="rId30"/>
    <p:sldId id="589" r:id="rId31"/>
    <p:sldId id="590" r:id="rId32"/>
    <p:sldId id="591" r:id="rId33"/>
    <p:sldId id="592" r:id="rId34"/>
    <p:sldId id="593" r:id="rId35"/>
    <p:sldId id="594" r:id="rId36"/>
    <p:sldId id="595" r:id="rId37"/>
    <p:sldId id="596" r:id="rId38"/>
    <p:sldId id="597" r:id="rId39"/>
    <p:sldId id="598" r:id="rId40"/>
    <p:sldId id="599" r:id="rId41"/>
    <p:sldId id="600" r:id="rId42"/>
    <p:sldId id="601" r:id="rId43"/>
    <p:sldId id="602" r:id="rId44"/>
    <p:sldId id="603" r:id="rId45"/>
    <p:sldId id="604" r:id="rId46"/>
    <p:sldId id="605" r:id="rId47"/>
    <p:sldId id="606" r:id="rId48"/>
    <p:sldId id="607" r:id="rId49"/>
    <p:sldId id="608" r:id="rId50"/>
    <p:sldId id="609" r:id="rId51"/>
    <p:sldId id="610" r:id="rId52"/>
    <p:sldId id="611" r:id="rId5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2" d="100"/>
          <a:sy n="62" d="100"/>
        </p:scale>
        <p:origin x="82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6.wmf"/><Relationship Id="rId7" Type="http://schemas.openxmlformats.org/officeDocument/2006/relationships/image" Target="../media/image20.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3.wmf"/><Relationship Id="rId7" Type="http://schemas.openxmlformats.org/officeDocument/2006/relationships/image" Target="../media/image27.wmf"/><Relationship Id="rId2" Type="http://schemas.openxmlformats.org/officeDocument/2006/relationships/image" Target="../media/image22.wmf"/><Relationship Id="rId1" Type="http://schemas.openxmlformats.org/officeDocument/2006/relationships/image" Target="../media/image21.wmf"/><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image" Target="../media/image41.wmf"/><Relationship Id="rId3" Type="http://schemas.openxmlformats.org/officeDocument/2006/relationships/image" Target="../media/image31.wmf"/><Relationship Id="rId7" Type="http://schemas.openxmlformats.org/officeDocument/2006/relationships/image" Target="../media/image35.wmf"/><Relationship Id="rId12" Type="http://schemas.openxmlformats.org/officeDocument/2006/relationships/image" Target="../media/image40.wmf"/><Relationship Id="rId2" Type="http://schemas.openxmlformats.org/officeDocument/2006/relationships/image" Target="../media/image30.wmf"/><Relationship Id="rId1" Type="http://schemas.openxmlformats.org/officeDocument/2006/relationships/image" Target="../media/image29.wmf"/><Relationship Id="rId6" Type="http://schemas.openxmlformats.org/officeDocument/2006/relationships/image" Target="../media/image34.wmf"/><Relationship Id="rId11" Type="http://schemas.openxmlformats.org/officeDocument/2006/relationships/image" Target="../media/image39.wmf"/><Relationship Id="rId5" Type="http://schemas.openxmlformats.org/officeDocument/2006/relationships/image" Target="../media/image33.wmf"/><Relationship Id="rId10" Type="http://schemas.openxmlformats.org/officeDocument/2006/relationships/image" Target="../media/image38.wmf"/><Relationship Id="rId4" Type="http://schemas.openxmlformats.org/officeDocument/2006/relationships/image" Target="../media/image32.wmf"/><Relationship Id="rId9" Type="http://schemas.openxmlformats.org/officeDocument/2006/relationships/image" Target="../media/image37.wmf"/><Relationship Id="rId14" Type="http://schemas.openxmlformats.org/officeDocument/2006/relationships/image" Target="../media/image4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5" Type="http://schemas.openxmlformats.org/officeDocument/2006/relationships/image" Target="../media/image50.wmf"/><Relationship Id="rId4" Type="http://schemas.openxmlformats.org/officeDocument/2006/relationships/image" Target="../media/image4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image" Target="../media/image50.wmf"/><Relationship Id="rId4" Type="http://schemas.openxmlformats.org/officeDocument/2006/relationships/image" Target="../media/image53.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emf"/><Relationship Id="rId1" Type="http://schemas.openxmlformats.org/officeDocument/2006/relationships/image" Target="../media/image54.emf"/><Relationship Id="rId5" Type="http://schemas.openxmlformats.org/officeDocument/2006/relationships/image" Target="../media/image58.emf"/><Relationship Id="rId4" Type="http://schemas.openxmlformats.org/officeDocument/2006/relationships/image" Target="../media/image57.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image" Target="../media/image61.emf"/><Relationship Id="rId7" Type="http://schemas.openxmlformats.org/officeDocument/2006/relationships/image" Target="../media/image65.emf"/><Relationship Id="rId2" Type="http://schemas.openxmlformats.org/officeDocument/2006/relationships/image" Target="../media/image60.emf"/><Relationship Id="rId1" Type="http://schemas.openxmlformats.org/officeDocument/2006/relationships/image" Target="../media/image59.wmf"/><Relationship Id="rId6" Type="http://schemas.openxmlformats.org/officeDocument/2006/relationships/image" Target="../media/image64.wmf"/><Relationship Id="rId5" Type="http://schemas.openxmlformats.org/officeDocument/2006/relationships/image" Target="../media/image63.wmf"/><Relationship Id="rId4" Type="http://schemas.openxmlformats.org/officeDocument/2006/relationships/image" Target="../media/image62.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0.wmf"/><Relationship Id="rId4" Type="http://schemas.openxmlformats.org/officeDocument/2006/relationships/image" Target="../media/image75.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 Id="rId6" Type="http://schemas.openxmlformats.org/officeDocument/2006/relationships/image" Target="../media/image81.wmf"/><Relationship Id="rId5" Type="http://schemas.openxmlformats.org/officeDocument/2006/relationships/image" Target="../media/image80.wmf"/><Relationship Id="rId4" Type="http://schemas.openxmlformats.org/officeDocument/2006/relationships/image" Target="../media/image79.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86.wmf"/><Relationship Id="rId1" Type="http://schemas.openxmlformats.org/officeDocument/2006/relationships/image" Target="../media/image85.wmf"/><Relationship Id="rId6" Type="http://schemas.openxmlformats.org/officeDocument/2006/relationships/image" Target="../media/image89.wmf"/><Relationship Id="rId5" Type="http://schemas.openxmlformats.org/officeDocument/2006/relationships/image" Target="../media/image88.wmf"/><Relationship Id="rId4" Type="http://schemas.openxmlformats.org/officeDocument/2006/relationships/image" Target="../media/image87.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image" Target="../media/image31.wmf"/><Relationship Id="rId7" Type="http://schemas.openxmlformats.org/officeDocument/2006/relationships/image" Target="../media/image36.wmf"/><Relationship Id="rId12" Type="http://schemas.openxmlformats.org/officeDocument/2006/relationships/image" Target="../media/image99.wmf"/><Relationship Id="rId2" Type="http://schemas.openxmlformats.org/officeDocument/2006/relationships/image" Target="../media/image91.wmf"/><Relationship Id="rId1" Type="http://schemas.openxmlformats.org/officeDocument/2006/relationships/image" Target="../media/image90.wmf"/><Relationship Id="rId6" Type="http://schemas.openxmlformats.org/officeDocument/2006/relationships/image" Target="../media/image94.wmf"/><Relationship Id="rId11" Type="http://schemas.openxmlformats.org/officeDocument/2006/relationships/image" Target="../media/image98.wmf"/><Relationship Id="rId5" Type="http://schemas.openxmlformats.org/officeDocument/2006/relationships/image" Target="../media/image93.wmf"/><Relationship Id="rId10" Type="http://schemas.openxmlformats.org/officeDocument/2006/relationships/image" Target="../media/image97.wmf"/><Relationship Id="rId4" Type="http://schemas.openxmlformats.org/officeDocument/2006/relationships/image" Target="../media/image92.wmf"/><Relationship Id="rId9" Type="http://schemas.openxmlformats.org/officeDocument/2006/relationships/image" Target="../media/image96.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07.wmf"/><Relationship Id="rId3" Type="http://schemas.openxmlformats.org/officeDocument/2006/relationships/image" Target="../media/image102.wmf"/><Relationship Id="rId7" Type="http://schemas.openxmlformats.org/officeDocument/2006/relationships/image" Target="../media/image106.wmf"/><Relationship Id="rId2" Type="http://schemas.openxmlformats.org/officeDocument/2006/relationships/image" Target="../media/image101.wmf"/><Relationship Id="rId1" Type="http://schemas.openxmlformats.org/officeDocument/2006/relationships/image" Target="../media/image100.wmf"/><Relationship Id="rId6" Type="http://schemas.openxmlformats.org/officeDocument/2006/relationships/image" Target="../media/image105.wmf"/><Relationship Id="rId5" Type="http://schemas.openxmlformats.org/officeDocument/2006/relationships/image" Target="../media/image104.wmf"/><Relationship Id="rId4" Type="http://schemas.openxmlformats.org/officeDocument/2006/relationships/image" Target="../media/image103.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image" Target="../media/image109.wmf"/><Relationship Id="rId1" Type="http://schemas.openxmlformats.org/officeDocument/2006/relationships/image" Target="../media/image108.wmf"/><Relationship Id="rId6" Type="http://schemas.openxmlformats.org/officeDocument/2006/relationships/image" Target="../media/image113.wmf"/><Relationship Id="rId5" Type="http://schemas.openxmlformats.org/officeDocument/2006/relationships/image" Target="../media/image112.wmf"/><Relationship Id="rId4" Type="http://schemas.openxmlformats.org/officeDocument/2006/relationships/image" Target="../media/image111.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image" Target="../media/image115.wmf"/><Relationship Id="rId1" Type="http://schemas.openxmlformats.org/officeDocument/2006/relationships/image" Target="../media/image114.emf"/><Relationship Id="rId4" Type="http://schemas.openxmlformats.org/officeDocument/2006/relationships/image" Target="../media/image117.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25.wmf"/><Relationship Id="rId3" Type="http://schemas.openxmlformats.org/officeDocument/2006/relationships/image" Target="../media/image120.wmf"/><Relationship Id="rId7" Type="http://schemas.openxmlformats.org/officeDocument/2006/relationships/image" Target="../media/image124.wmf"/><Relationship Id="rId2" Type="http://schemas.openxmlformats.org/officeDocument/2006/relationships/image" Target="../media/image119.wmf"/><Relationship Id="rId1" Type="http://schemas.openxmlformats.org/officeDocument/2006/relationships/image" Target="../media/image118.wmf"/><Relationship Id="rId6" Type="http://schemas.openxmlformats.org/officeDocument/2006/relationships/image" Target="../media/image123.wmf"/><Relationship Id="rId5" Type="http://schemas.openxmlformats.org/officeDocument/2006/relationships/image" Target="../media/image122.wmf"/><Relationship Id="rId10" Type="http://schemas.openxmlformats.org/officeDocument/2006/relationships/image" Target="../media/image127.wmf"/><Relationship Id="rId4" Type="http://schemas.openxmlformats.org/officeDocument/2006/relationships/image" Target="../media/image121.wmf"/><Relationship Id="rId9" Type="http://schemas.openxmlformats.org/officeDocument/2006/relationships/image" Target="../media/image126.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image" Target="../media/image109.wmf"/><Relationship Id="rId1" Type="http://schemas.openxmlformats.org/officeDocument/2006/relationships/image" Target="../media/image116.wmf"/><Relationship Id="rId6" Type="http://schemas.openxmlformats.org/officeDocument/2006/relationships/image" Target="../media/image131.wmf"/><Relationship Id="rId5" Type="http://schemas.openxmlformats.org/officeDocument/2006/relationships/image" Target="../media/image130.wmf"/><Relationship Id="rId4" Type="http://schemas.openxmlformats.org/officeDocument/2006/relationships/image" Target="../media/image129.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image" Target="../media/image141.wmf"/><Relationship Id="rId3" Type="http://schemas.openxmlformats.org/officeDocument/2006/relationships/image" Target="../media/image31.wmf"/><Relationship Id="rId7" Type="http://schemas.openxmlformats.org/officeDocument/2006/relationships/image" Target="../media/image136.wmf"/><Relationship Id="rId12" Type="http://schemas.openxmlformats.org/officeDocument/2006/relationships/image" Target="../media/image140.wmf"/><Relationship Id="rId2" Type="http://schemas.openxmlformats.org/officeDocument/2006/relationships/image" Target="../media/image133.wmf"/><Relationship Id="rId16" Type="http://schemas.openxmlformats.org/officeDocument/2006/relationships/image" Target="../media/image144.wmf"/><Relationship Id="rId1" Type="http://schemas.openxmlformats.org/officeDocument/2006/relationships/image" Target="../media/image132.wmf"/><Relationship Id="rId6" Type="http://schemas.openxmlformats.org/officeDocument/2006/relationships/image" Target="../media/image34.wmf"/><Relationship Id="rId11" Type="http://schemas.openxmlformats.org/officeDocument/2006/relationships/image" Target="../media/image139.wmf"/><Relationship Id="rId5" Type="http://schemas.openxmlformats.org/officeDocument/2006/relationships/image" Target="../media/image135.wmf"/><Relationship Id="rId15" Type="http://schemas.openxmlformats.org/officeDocument/2006/relationships/image" Target="../media/image143.wmf"/><Relationship Id="rId10" Type="http://schemas.openxmlformats.org/officeDocument/2006/relationships/image" Target="../media/image138.wmf"/><Relationship Id="rId4" Type="http://schemas.openxmlformats.org/officeDocument/2006/relationships/image" Target="../media/image134.wmf"/><Relationship Id="rId9" Type="http://schemas.openxmlformats.org/officeDocument/2006/relationships/image" Target="../media/image137.wmf"/><Relationship Id="rId14" Type="http://schemas.openxmlformats.org/officeDocument/2006/relationships/image" Target="../media/image142.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49.wmf"/><Relationship Id="rId13" Type="http://schemas.openxmlformats.org/officeDocument/2006/relationships/image" Target="../media/image153.wmf"/><Relationship Id="rId3" Type="http://schemas.openxmlformats.org/officeDocument/2006/relationships/image" Target="../media/image102.wmf"/><Relationship Id="rId7" Type="http://schemas.openxmlformats.org/officeDocument/2006/relationships/image" Target="../media/image106.wmf"/><Relationship Id="rId12" Type="http://schemas.openxmlformats.org/officeDocument/2006/relationships/image" Target="../media/image152.wmf"/><Relationship Id="rId2" Type="http://schemas.openxmlformats.org/officeDocument/2006/relationships/image" Target="../media/image101.wmf"/><Relationship Id="rId1" Type="http://schemas.openxmlformats.org/officeDocument/2006/relationships/image" Target="../media/image145.wmf"/><Relationship Id="rId6" Type="http://schemas.openxmlformats.org/officeDocument/2006/relationships/image" Target="../media/image148.wmf"/><Relationship Id="rId11" Type="http://schemas.openxmlformats.org/officeDocument/2006/relationships/image" Target="../media/image151.wmf"/><Relationship Id="rId5" Type="http://schemas.openxmlformats.org/officeDocument/2006/relationships/image" Target="../media/image147.wmf"/><Relationship Id="rId10" Type="http://schemas.openxmlformats.org/officeDocument/2006/relationships/image" Target="../media/image150.wmf"/><Relationship Id="rId4" Type="http://schemas.openxmlformats.org/officeDocument/2006/relationships/image" Target="../media/image146.wmf"/><Relationship Id="rId9" Type="http://schemas.openxmlformats.org/officeDocument/2006/relationships/image" Target="../media/image131.wmf"/><Relationship Id="rId14" Type="http://schemas.openxmlformats.org/officeDocument/2006/relationships/image" Target="../media/image154.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57.wmf"/><Relationship Id="rId2" Type="http://schemas.openxmlformats.org/officeDocument/2006/relationships/image" Target="../media/image156.wmf"/><Relationship Id="rId1" Type="http://schemas.openxmlformats.org/officeDocument/2006/relationships/image" Target="../media/image155.wmf"/><Relationship Id="rId5" Type="http://schemas.openxmlformats.org/officeDocument/2006/relationships/image" Target="../media/image159.wmf"/><Relationship Id="rId4" Type="http://schemas.openxmlformats.org/officeDocument/2006/relationships/image" Target="../media/image158.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167.wmf"/><Relationship Id="rId3" Type="http://schemas.openxmlformats.org/officeDocument/2006/relationships/image" Target="../media/image162.wmf"/><Relationship Id="rId7" Type="http://schemas.openxmlformats.org/officeDocument/2006/relationships/image" Target="../media/image166.wmf"/><Relationship Id="rId2" Type="http://schemas.openxmlformats.org/officeDocument/2006/relationships/image" Target="../media/image161.wmf"/><Relationship Id="rId1" Type="http://schemas.openxmlformats.org/officeDocument/2006/relationships/image" Target="../media/image160.wmf"/><Relationship Id="rId6" Type="http://schemas.openxmlformats.org/officeDocument/2006/relationships/image" Target="../media/image165.wmf"/><Relationship Id="rId5" Type="http://schemas.openxmlformats.org/officeDocument/2006/relationships/image" Target="../media/image164.wmf"/><Relationship Id="rId4" Type="http://schemas.openxmlformats.org/officeDocument/2006/relationships/image" Target="../media/image163.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68.wmf"/><Relationship Id="rId7" Type="http://schemas.openxmlformats.org/officeDocument/2006/relationships/image" Target="../media/image172.wmf"/><Relationship Id="rId2" Type="http://schemas.openxmlformats.org/officeDocument/2006/relationships/image" Target="../media/image156.wmf"/><Relationship Id="rId1" Type="http://schemas.openxmlformats.org/officeDocument/2006/relationships/image" Target="../media/image155.wmf"/><Relationship Id="rId6" Type="http://schemas.openxmlformats.org/officeDocument/2006/relationships/image" Target="../media/image171.wmf"/><Relationship Id="rId5" Type="http://schemas.openxmlformats.org/officeDocument/2006/relationships/image" Target="../media/image170.wmf"/><Relationship Id="rId4" Type="http://schemas.openxmlformats.org/officeDocument/2006/relationships/image" Target="../media/image169.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180.wmf"/><Relationship Id="rId13" Type="http://schemas.openxmlformats.org/officeDocument/2006/relationships/image" Target="../media/image185.wmf"/><Relationship Id="rId3" Type="http://schemas.openxmlformats.org/officeDocument/2006/relationships/image" Target="../media/image175.wmf"/><Relationship Id="rId7" Type="http://schemas.openxmlformats.org/officeDocument/2006/relationships/image" Target="../media/image179.wmf"/><Relationship Id="rId12" Type="http://schemas.openxmlformats.org/officeDocument/2006/relationships/image" Target="../media/image184.wmf"/><Relationship Id="rId2" Type="http://schemas.openxmlformats.org/officeDocument/2006/relationships/image" Target="../media/image174.wmf"/><Relationship Id="rId16" Type="http://schemas.openxmlformats.org/officeDocument/2006/relationships/image" Target="../media/image188.wmf"/><Relationship Id="rId1" Type="http://schemas.openxmlformats.org/officeDocument/2006/relationships/image" Target="../media/image173.wmf"/><Relationship Id="rId6" Type="http://schemas.openxmlformats.org/officeDocument/2006/relationships/image" Target="../media/image178.wmf"/><Relationship Id="rId11" Type="http://schemas.openxmlformats.org/officeDocument/2006/relationships/image" Target="../media/image183.wmf"/><Relationship Id="rId5" Type="http://schemas.openxmlformats.org/officeDocument/2006/relationships/image" Target="../media/image177.wmf"/><Relationship Id="rId15" Type="http://schemas.openxmlformats.org/officeDocument/2006/relationships/image" Target="../media/image187.wmf"/><Relationship Id="rId10" Type="http://schemas.openxmlformats.org/officeDocument/2006/relationships/image" Target="../media/image182.wmf"/><Relationship Id="rId4" Type="http://schemas.openxmlformats.org/officeDocument/2006/relationships/image" Target="../media/image176.wmf"/><Relationship Id="rId9" Type="http://schemas.openxmlformats.org/officeDocument/2006/relationships/image" Target="../media/image181.wmf"/><Relationship Id="rId14" Type="http://schemas.openxmlformats.org/officeDocument/2006/relationships/image" Target="../media/image186.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194.wmf"/><Relationship Id="rId13" Type="http://schemas.openxmlformats.org/officeDocument/2006/relationships/image" Target="../media/image198.wmf"/><Relationship Id="rId3" Type="http://schemas.openxmlformats.org/officeDocument/2006/relationships/image" Target="../media/image102.wmf"/><Relationship Id="rId7" Type="http://schemas.openxmlformats.org/officeDocument/2006/relationships/image" Target="../media/image106.wmf"/><Relationship Id="rId12" Type="http://schemas.openxmlformats.org/officeDocument/2006/relationships/image" Target="../media/image152.wmf"/><Relationship Id="rId2" Type="http://schemas.openxmlformats.org/officeDocument/2006/relationships/image" Target="../media/image190.wmf"/><Relationship Id="rId1" Type="http://schemas.openxmlformats.org/officeDocument/2006/relationships/image" Target="../media/image189.wmf"/><Relationship Id="rId6" Type="http://schemas.openxmlformats.org/officeDocument/2006/relationships/image" Target="../media/image193.wmf"/><Relationship Id="rId11" Type="http://schemas.openxmlformats.org/officeDocument/2006/relationships/image" Target="../media/image197.wmf"/><Relationship Id="rId5" Type="http://schemas.openxmlformats.org/officeDocument/2006/relationships/image" Target="../media/image192.wmf"/><Relationship Id="rId10" Type="http://schemas.openxmlformats.org/officeDocument/2006/relationships/image" Target="../media/image196.wmf"/><Relationship Id="rId4" Type="http://schemas.openxmlformats.org/officeDocument/2006/relationships/image" Target="../media/image191.wmf"/><Relationship Id="rId9" Type="http://schemas.openxmlformats.org/officeDocument/2006/relationships/image" Target="../media/image195.wmf"/><Relationship Id="rId14" Type="http://schemas.openxmlformats.org/officeDocument/2006/relationships/image" Target="../media/image199.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205.wmf"/><Relationship Id="rId3" Type="http://schemas.openxmlformats.org/officeDocument/2006/relationships/image" Target="../media/image156.wmf"/><Relationship Id="rId7" Type="http://schemas.openxmlformats.org/officeDocument/2006/relationships/image" Target="../media/image204.wmf"/><Relationship Id="rId12" Type="http://schemas.openxmlformats.org/officeDocument/2006/relationships/image" Target="../media/image209.emf"/><Relationship Id="rId2" Type="http://schemas.openxmlformats.org/officeDocument/2006/relationships/image" Target="../media/image201.wmf"/><Relationship Id="rId1" Type="http://schemas.openxmlformats.org/officeDocument/2006/relationships/image" Target="../media/image200.wmf"/><Relationship Id="rId6" Type="http://schemas.openxmlformats.org/officeDocument/2006/relationships/image" Target="../media/image203.wmf"/><Relationship Id="rId11" Type="http://schemas.openxmlformats.org/officeDocument/2006/relationships/image" Target="../media/image208.wmf"/><Relationship Id="rId5" Type="http://schemas.openxmlformats.org/officeDocument/2006/relationships/image" Target="../media/image169.wmf"/><Relationship Id="rId10" Type="http://schemas.openxmlformats.org/officeDocument/2006/relationships/image" Target="../media/image207.wmf"/><Relationship Id="rId4" Type="http://schemas.openxmlformats.org/officeDocument/2006/relationships/image" Target="../media/image202.wmf"/><Relationship Id="rId9" Type="http://schemas.openxmlformats.org/officeDocument/2006/relationships/image" Target="../media/image206.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180.wmf"/><Relationship Id="rId13" Type="http://schemas.openxmlformats.org/officeDocument/2006/relationships/image" Target="../media/image220.wmf"/><Relationship Id="rId3" Type="http://schemas.openxmlformats.org/officeDocument/2006/relationships/image" Target="../media/image212.wmf"/><Relationship Id="rId7" Type="http://schemas.openxmlformats.org/officeDocument/2006/relationships/image" Target="../media/image215.wmf"/><Relationship Id="rId12" Type="http://schemas.openxmlformats.org/officeDocument/2006/relationships/image" Target="../media/image219.wmf"/><Relationship Id="rId2" Type="http://schemas.openxmlformats.org/officeDocument/2006/relationships/image" Target="../media/image211.wmf"/><Relationship Id="rId16" Type="http://schemas.openxmlformats.org/officeDocument/2006/relationships/image" Target="../media/image223.wmf"/><Relationship Id="rId1" Type="http://schemas.openxmlformats.org/officeDocument/2006/relationships/image" Target="../media/image210.wmf"/><Relationship Id="rId6" Type="http://schemas.openxmlformats.org/officeDocument/2006/relationships/image" Target="../media/image178.wmf"/><Relationship Id="rId11" Type="http://schemas.openxmlformats.org/officeDocument/2006/relationships/image" Target="../media/image218.wmf"/><Relationship Id="rId5" Type="http://schemas.openxmlformats.org/officeDocument/2006/relationships/image" Target="../media/image214.wmf"/><Relationship Id="rId15" Type="http://schemas.openxmlformats.org/officeDocument/2006/relationships/image" Target="../media/image222.wmf"/><Relationship Id="rId10" Type="http://schemas.openxmlformats.org/officeDocument/2006/relationships/image" Target="../media/image217.wmf"/><Relationship Id="rId4" Type="http://schemas.openxmlformats.org/officeDocument/2006/relationships/image" Target="../media/image213.wmf"/><Relationship Id="rId9" Type="http://schemas.openxmlformats.org/officeDocument/2006/relationships/image" Target="../media/image216.wmf"/><Relationship Id="rId14" Type="http://schemas.openxmlformats.org/officeDocument/2006/relationships/image" Target="../media/image221.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229.wmf"/><Relationship Id="rId3" Type="http://schemas.openxmlformats.org/officeDocument/2006/relationships/image" Target="../media/image102.wmf"/><Relationship Id="rId7" Type="http://schemas.openxmlformats.org/officeDocument/2006/relationships/image" Target="../media/image106.wmf"/><Relationship Id="rId12" Type="http://schemas.openxmlformats.org/officeDocument/2006/relationships/image" Target="../media/image172.wmf"/><Relationship Id="rId2" Type="http://schemas.openxmlformats.org/officeDocument/2006/relationships/image" Target="../media/image225.wmf"/><Relationship Id="rId1" Type="http://schemas.openxmlformats.org/officeDocument/2006/relationships/image" Target="../media/image224.wmf"/><Relationship Id="rId6" Type="http://schemas.openxmlformats.org/officeDocument/2006/relationships/image" Target="../media/image228.wmf"/><Relationship Id="rId11" Type="http://schemas.openxmlformats.org/officeDocument/2006/relationships/image" Target="../media/image230.wmf"/><Relationship Id="rId5" Type="http://schemas.openxmlformats.org/officeDocument/2006/relationships/image" Target="../media/image227.wmf"/><Relationship Id="rId10" Type="http://schemas.openxmlformats.org/officeDocument/2006/relationships/image" Target="../media/image156.wmf"/><Relationship Id="rId4" Type="http://schemas.openxmlformats.org/officeDocument/2006/relationships/image" Target="../media/image226.wmf"/><Relationship Id="rId9" Type="http://schemas.openxmlformats.org/officeDocument/2006/relationships/image" Target="../media/image201.w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238.wmf"/><Relationship Id="rId13" Type="http://schemas.openxmlformats.org/officeDocument/2006/relationships/image" Target="../media/image243.wmf"/><Relationship Id="rId3" Type="http://schemas.openxmlformats.org/officeDocument/2006/relationships/image" Target="../media/image233.wmf"/><Relationship Id="rId7" Type="http://schemas.openxmlformats.org/officeDocument/2006/relationships/image" Target="../media/image237.wmf"/><Relationship Id="rId12" Type="http://schemas.openxmlformats.org/officeDocument/2006/relationships/image" Target="../media/image242.wmf"/><Relationship Id="rId2" Type="http://schemas.openxmlformats.org/officeDocument/2006/relationships/image" Target="../media/image232.wmf"/><Relationship Id="rId1" Type="http://schemas.openxmlformats.org/officeDocument/2006/relationships/image" Target="../media/image231.wmf"/><Relationship Id="rId6" Type="http://schemas.openxmlformats.org/officeDocument/2006/relationships/image" Target="../media/image236.wmf"/><Relationship Id="rId11" Type="http://schemas.openxmlformats.org/officeDocument/2006/relationships/image" Target="../media/image241.wmf"/><Relationship Id="rId5" Type="http://schemas.openxmlformats.org/officeDocument/2006/relationships/image" Target="../media/image235.wmf"/><Relationship Id="rId15" Type="http://schemas.openxmlformats.org/officeDocument/2006/relationships/image" Target="../media/image245.emf"/><Relationship Id="rId10" Type="http://schemas.openxmlformats.org/officeDocument/2006/relationships/image" Target="../media/image240.wmf"/><Relationship Id="rId4" Type="http://schemas.openxmlformats.org/officeDocument/2006/relationships/image" Target="../media/image234.wmf"/><Relationship Id="rId9" Type="http://schemas.openxmlformats.org/officeDocument/2006/relationships/image" Target="../media/image239.wmf"/><Relationship Id="rId14" Type="http://schemas.openxmlformats.org/officeDocument/2006/relationships/image" Target="../media/image244.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91202" name="Rectangle 2">
            <a:extLst>
              <a:ext uri="{FF2B5EF4-FFF2-40B4-BE49-F238E27FC236}">
                <a16:creationId xmlns:a16="http://schemas.microsoft.com/office/drawing/2014/main" id="{8362556E-75F6-4E23-8007-89AE71CA7BE5}"/>
              </a:ext>
            </a:extLst>
          </p:cNvPr>
          <p:cNvSpPr>
            <a:spLocks noGrp="1" noRot="1" noChangeArrowheads="1"/>
          </p:cNvSpPr>
          <p:nvPr>
            <p:ph type="ctrTitle"/>
          </p:nvPr>
        </p:nvSpPr>
        <p:spPr>
          <a:xfrm>
            <a:off x="914400" y="2286000"/>
            <a:ext cx="10363200" cy="1143000"/>
          </a:xfrm>
        </p:spPr>
        <p:txBody>
          <a:bodyPr/>
          <a:lstStyle>
            <a:lvl1pPr>
              <a:defRPr/>
            </a:lvl1pPr>
          </a:lstStyle>
          <a:p>
            <a:pPr lvl="0"/>
            <a:r>
              <a:rPr lang="zh-CN" altLang="en-US" noProof="0"/>
              <a:t>单击此处编辑母版标题样式</a:t>
            </a:r>
          </a:p>
        </p:txBody>
      </p:sp>
      <p:sp>
        <p:nvSpPr>
          <p:cNvPr id="691203" name="Rectangle 3">
            <a:extLst>
              <a:ext uri="{FF2B5EF4-FFF2-40B4-BE49-F238E27FC236}">
                <a16:creationId xmlns:a16="http://schemas.microsoft.com/office/drawing/2014/main" id="{A23D3CDF-7E7A-4CE9-99DD-0FD619FD83A5}"/>
              </a:ext>
            </a:extLst>
          </p:cNvPr>
          <p:cNvSpPr>
            <a:spLocks noGrp="1" noRot="1" noChangeArrowheads="1"/>
          </p:cNvSpPr>
          <p:nvPr>
            <p:ph type="subTitle" idx="1"/>
          </p:nvPr>
        </p:nvSpPr>
        <p:spPr>
          <a:xfrm>
            <a:off x="1828800" y="3886200"/>
            <a:ext cx="85344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691204" name="Rectangle 4">
            <a:extLst>
              <a:ext uri="{FF2B5EF4-FFF2-40B4-BE49-F238E27FC236}">
                <a16:creationId xmlns:a16="http://schemas.microsoft.com/office/drawing/2014/main" id="{02556D6E-2C32-4EDE-B861-5AB4BB91372E}"/>
              </a:ext>
            </a:extLst>
          </p:cNvPr>
          <p:cNvSpPr>
            <a:spLocks noGrp="1" noChangeArrowheads="1"/>
          </p:cNvSpPr>
          <p:nvPr>
            <p:ph type="dt" sz="half" idx="2"/>
          </p:nvPr>
        </p:nvSpPr>
        <p:spPr/>
        <p:txBody>
          <a:bodyPr/>
          <a:lstStyle>
            <a:lvl1pPr>
              <a:defRPr/>
            </a:lvl1pPr>
          </a:lstStyle>
          <a:p>
            <a:endParaRPr lang="en-US" altLang="zh-CN"/>
          </a:p>
        </p:txBody>
      </p:sp>
      <p:sp>
        <p:nvSpPr>
          <p:cNvPr id="691205" name="Rectangle 5">
            <a:extLst>
              <a:ext uri="{FF2B5EF4-FFF2-40B4-BE49-F238E27FC236}">
                <a16:creationId xmlns:a16="http://schemas.microsoft.com/office/drawing/2014/main" id="{657465C2-41EC-4ADD-8343-E9B2A226BAAF}"/>
              </a:ext>
            </a:extLst>
          </p:cNvPr>
          <p:cNvSpPr>
            <a:spLocks noGrp="1" noChangeArrowheads="1"/>
          </p:cNvSpPr>
          <p:nvPr>
            <p:ph type="ftr" sz="quarter" idx="3"/>
          </p:nvPr>
        </p:nvSpPr>
        <p:spPr/>
        <p:txBody>
          <a:bodyPr/>
          <a:lstStyle>
            <a:lvl1pPr>
              <a:defRPr/>
            </a:lvl1pPr>
          </a:lstStyle>
          <a:p>
            <a:endParaRPr lang="en-US" altLang="zh-CN"/>
          </a:p>
        </p:txBody>
      </p:sp>
      <p:sp>
        <p:nvSpPr>
          <p:cNvPr id="691206" name="Rectangle 6">
            <a:extLst>
              <a:ext uri="{FF2B5EF4-FFF2-40B4-BE49-F238E27FC236}">
                <a16:creationId xmlns:a16="http://schemas.microsoft.com/office/drawing/2014/main" id="{DB165A39-9BC6-4794-9CC5-A18532DF175D}"/>
              </a:ext>
            </a:extLst>
          </p:cNvPr>
          <p:cNvSpPr>
            <a:spLocks noGrp="1" noChangeArrowheads="1"/>
          </p:cNvSpPr>
          <p:nvPr>
            <p:ph type="sldNum" sz="quarter" idx="4"/>
          </p:nvPr>
        </p:nvSpPr>
        <p:spPr/>
        <p:txBody>
          <a:bodyPr/>
          <a:lstStyle>
            <a:lvl1pPr>
              <a:defRPr/>
            </a:lvl1pPr>
          </a:lstStyle>
          <a:p>
            <a:fld id="{437B833A-75B8-467F-BCAF-1C3349947623}" type="slidenum">
              <a:rPr lang="en-US" altLang="zh-CN"/>
              <a:pPr/>
              <a:t>‹#›</a:t>
            </a:fld>
            <a:endParaRPr lang="en-US" altLang="zh-CN"/>
          </a:p>
        </p:txBody>
      </p:sp>
    </p:spTree>
    <p:extLst>
      <p:ext uri="{BB962C8B-B14F-4D97-AF65-F5344CB8AC3E}">
        <p14:creationId xmlns:p14="http://schemas.microsoft.com/office/powerpoint/2010/main" val="1395285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065244-37FA-4637-B09D-7976CCB75DC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87FB1D5-91A2-4F54-BE5C-F4BDB73CDD2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CF782F4-8BCF-4F43-90F1-732D40C918BD}"/>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53DA2929-300D-4995-80F9-FBEC04B27B7F}"/>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C343F051-41DB-43C2-971F-218E73E38305}"/>
              </a:ext>
            </a:extLst>
          </p:cNvPr>
          <p:cNvSpPr>
            <a:spLocks noGrp="1"/>
          </p:cNvSpPr>
          <p:nvPr>
            <p:ph type="sldNum" sz="quarter" idx="12"/>
          </p:nvPr>
        </p:nvSpPr>
        <p:spPr/>
        <p:txBody>
          <a:bodyPr/>
          <a:lstStyle>
            <a:lvl1pPr>
              <a:defRPr/>
            </a:lvl1pPr>
          </a:lstStyle>
          <a:p>
            <a:fld id="{8065DA5A-C298-4518-A117-3DF78D9C31C8}" type="slidenum">
              <a:rPr lang="en-US" altLang="zh-CN"/>
              <a:pPr/>
              <a:t>‹#›</a:t>
            </a:fld>
            <a:endParaRPr lang="en-US" altLang="zh-CN"/>
          </a:p>
        </p:txBody>
      </p:sp>
    </p:spTree>
    <p:extLst>
      <p:ext uri="{BB962C8B-B14F-4D97-AF65-F5344CB8AC3E}">
        <p14:creationId xmlns:p14="http://schemas.microsoft.com/office/powerpoint/2010/main" val="2385666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36919D-B663-4245-A301-9645E9026EBD}"/>
              </a:ext>
            </a:extLst>
          </p:cNvPr>
          <p:cNvSpPr>
            <a:spLocks noGrp="1"/>
          </p:cNvSpPr>
          <p:nvPr>
            <p:ph type="title"/>
          </p:nvPr>
        </p:nvSpPr>
        <p:spPr>
          <a:xfrm>
            <a:off x="831851" y="1709739"/>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E278715-0751-4899-9A91-3BF5AD424D0B}"/>
              </a:ext>
            </a:extLst>
          </p:cNvPr>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56DA26B-4EB0-463F-823E-840E84093CCA}"/>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8D86134A-FF4D-40C7-919E-177CBCF2D357}"/>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671F5014-6F4F-4C2D-82A3-EBA8D504D8D4}"/>
              </a:ext>
            </a:extLst>
          </p:cNvPr>
          <p:cNvSpPr>
            <a:spLocks noGrp="1"/>
          </p:cNvSpPr>
          <p:nvPr>
            <p:ph type="sldNum" sz="quarter" idx="12"/>
          </p:nvPr>
        </p:nvSpPr>
        <p:spPr/>
        <p:txBody>
          <a:bodyPr/>
          <a:lstStyle>
            <a:lvl1pPr>
              <a:defRPr/>
            </a:lvl1pPr>
          </a:lstStyle>
          <a:p>
            <a:fld id="{79D57BA7-F813-4BED-9C72-523E39C2CBEB}" type="slidenum">
              <a:rPr lang="en-US" altLang="zh-CN"/>
              <a:pPr/>
              <a:t>‹#›</a:t>
            </a:fld>
            <a:endParaRPr lang="en-US" altLang="zh-CN"/>
          </a:p>
        </p:txBody>
      </p:sp>
    </p:spTree>
    <p:extLst>
      <p:ext uri="{BB962C8B-B14F-4D97-AF65-F5344CB8AC3E}">
        <p14:creationId xmlns:p14="http://schemas.microsoft.com/office/powerpoint/2010/main" val="1618367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84FED8-059F-450F-9E1F-23296EE61CD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C616063-6990-4669-97FF-6FD0EC82C7D4}"/>
              </a:ext>
            </a:extLst>
          </p:cNvPr>
          <p:cNvSpPr>
            <a:spLocks noGrp="1"/>
          </p:cNvSpPr>
          <p:nvPr>
            <p:ph sz="half" idx="1"/>
          </p:nvPr>
        </p:nvSpPr>
        <p:spPr>
          <a:xfrm>
            <a:off x="402168" y="1905001"/>
            <a:ext cx="5592233" cy="41941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E781F78-2D24-4441-B56B-35D4BE3A3A80}"/>
              </a:ext>
            </a:extLst>
          </p:cNvPr>
          <p:cNvSpPr>
            <a:spLocks noGrp="1"/>
          </p:cNvSpPr>
          <p:nvPr>
            <p:ph sz="half" idx="2"/>
          </p:nvPr>
        </p:nvSpPr>
        <p:spPr>
          <a:xfrm>
            <a:off x="6197601" y="1905001"/>
            <a:ext cx="5592233" cy="41941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28C3A58-9ECF-4EB9-942F-61C45334B55B}"/>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BB4D677D-3947-4F81-97E5-7BC9593B8C16}"/>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CA68731A-C403-4738-A133-0794B1F60AE3}"/>
              </a:ext>
            </a:extLst>
          </p:cNvPr>
          <p:cNvSpPr>
            <a:spLocks noGrp="1"/>
          </p:cNvSpPr>
          <p:nvPr>
            <p:ph type="sldNum" sz="quarter" idx="12"/>
          </p:nvPr>
        </p:nvSpPr>
        <p:spPr/>
        <p:txBody>
          <a:bodyPr/>
          <a:lstStyle>
            <a:lvl1pPr>
              <a:defRPr/>
            </a:lvl1pPr>
          </a:lstStyle>
          <a:p>
            <a:fld id="{41A90FC6-72F3-49AB-BAF4-733F55F55991}" type="slidenum">
              <a:rPr lang="en-US" altLang="zh-CN"/>
              <a:pPr/>
              <a:t>‹#›</a:t>
            </a:fld>
            <a:endParaRPr lang="en-US" altLang="zh-CN"/>
          </a:p>
        </p:txBody>
      </p:sp>
    </p:spTree>
    <p:extLst>
      <p:ext uri="{BB962C8B-B14F-4D97-AF65-F5344CB8AC3E}">
        <p14:creationId xmlns:p14="http://schemas.microsoft.com/office/powerpoint/2010/main" val="377258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730CEB-E1B8-4CC4-9161-B1987901E810}"/>
              </a:ext>
            </a:extLst>
          </p:cNvPr>
          <p:cNvSpPr>
            <a:spLocks noGrp="1"/>
          </p:cNvSpPr>
          <p:nvPr>
            <p:ph type="title"/>
          </p:nvPr>
        </p:nvSpPr>
        <p:spPr>
          <a:xfrm>
            <a:off x="840317" y="365126"/>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BBC821D-A060-47A5-9EFD-E9B721C912FB}"/>
              </a:ext>
            </a:extLst>
          </p:cNvPr>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DFC9C05-0A96-467C-A192-694450E4AF31}"/>
              </a:ext>
            </a:extLst>
          </p:cNvPr>
          <p:cNvSpPr>
            <a:spLocks noGrp="1"/>
          </p:cNvSpPr>
          <p:nvPr>
            <p:ph sz="half" idx="2"/>
          </p:nvPr>
        </p:nvSpPr>
        <p:spPr>
          <a:xfrm>
            <a:off x="840318" y="2505075"/>
            <a:ext cx="5158316"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C3F82F8-B2E2-458F-9811-06E788B90495}"/>
              </a:ext>
            </a:extLst>
          </p:cNvPr>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0F79A63-FDCA-46AE-9987-16022425830D}"/>
              </a:ext>
            </a:extLst>
          </p:cNvPr>
          <p:cNvSpPr>
            <a:spLocks noGrp="1"/>
          </p:cNvSpPr>
          <p:nvPr>
            <p:ph sz="quarter" idx="4"/>
          </p:nvPr>
        </p:nvSpPr>
        <p:spPr>
          <a:xfrm>
            <a:off x="6172200" y="2505075"/>
            <a:ext cx="518371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409DBE5-D30A-41B9-A057-E12770875963}"/>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9B4B660F-2868-449A-B899-C9E7D65AE303}"/>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B9FE9BE5-C677-4058-98D5-99F6C98DE419}"/>
              </a:ext>
            </a:extLst>
          </p:cNvPr>
          <p:cNvSpPr>
            <a:spLocks noGrp="1"/>
          </p:cNvSpPr>
          <p:nvPr>
            <p:ph type="sldNum" sz="quarter" idx="12"/>
          </p:nvPr>
        </p:nvSpPr>
        <p:spPr/>
        <p:txBody>
          <a:bodyPr/>
          <a:lstStyle>
            <a:lvl1pPr>
              <a:defRPr/>
            </a:lvl1pPr>
          </a:lstStyle>
          <a:p>
            <a:fld id="{C057F2E1-9D9C-43CF-9729-2574E3F24F24}" type="slidenum">
              <a:rPr lang="en-US" altLang="zh-CN"/>
              <a:pPr/>
              <a:t>‹#›</a:t>
            </a:fld>
            <a:endParaRPr lang="en-US" altLang="zh-CN"/>
          </a:p>
        </p:txBody>
      </p:sp>
    </p:spTree>
    <p:extLst>
      <p:ext uri="{BB962C8B-B14F-4D97-AF65-F5344CB8AC3E}">
        <p14:creationId xmlns:p14="http://schemas.microsoft.com/office/powerpoint/2010/main" val="3757912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D42153-1379-4DA6-8AB4-BAA64D10713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1C3AF6C-DFCA-4A08-A2A4-5286F31E9DB7}"/>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BBF36EDF-A4A5-4BB6-A21A-ACC34A1DA148}"/>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960CA696-26B1-4350-B46E-5404C7F80FA6}"/>
              </a:ext>
            </a:extLst>
          </p:cNvPr>
          <p:cNvSpPr>
            <a:spLocks noGrp="1"/>
          </p:cNvSpPr>
          <p:nvPr>
            <p:ph type="sldNum" sz="quarter" idx="12"/>
          </p:nvPr>
        </p:nvSpPr>
        <p:spPr/>
        <p:txBody>
          <a:bodyPr/>
          <a:lstStyle>
            <a:lvl1pPr>
              <a:defRPr/>
            </a:lvl1pPr>
          </a:lstStyle>
          <a:p>
            <a:fld id="{1600D74F-1418-48DF-A307-CA17BC52FDAE}" type="slidenum">
              <a:rPr lang="en-US" altLang="zh-CN"/>
              <a:pPr/>
              <a:t>‹#›</a:t>
            </a:fld>
            <a:endParaRPr lang="en-US" altLang="zh-CN"/>
          </a:p>
        </p:txBody>
      </p:sp>
    </p:spTree>
    <p:extLst>
      <p:ext uri="{BB962C8B-B14F-4D97-AF65-F5344CB8AC3E}">
        <p14:creationId xmlns:p14="http://schemas.microsoft.com/office/powerpoint/2010/main" val="4164194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8A8C112-E56A-4267-AB34-17A975F4C873}"/>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2D133BF6-B279-4C62-A14A-5FF1776A100B}"/>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05B34660-D102-4D94-9B0C-BAC7F510404C}"/>
              </a:ext>
            </a:extLst>
          </p:cNvPr>
          <p:cNvSpPr>
            <a:spLocks noGrp="1"/>
          </p:cNvSpPr>
          <p:nvPr>
            <p:ph type="sldNum" sz="quarter" idx="12"/>
          </p:nvPr>
        </p:nvSpPr>
        <p:spPr/>
        <p:txBody>
          <a:bodyPr/>
          <a:lstStyle>
            <a:lvl1pPr>
              <a:defRPr/>
            </a:lvl1pPr>
          </a:lstStyle>
          <a:p>
            <a:fld id="{F83CA93A-8E3C-49A5-ACD1-F923F779BE94}" type="slidenum">
              <a:rPr lang="en-US" altLang="zh-CN"/>
              <a:pPr/>
              <a:t>‹#›</a:t>
            </a:fld>
            <a:endParaRPr lang="en-US" altLang="zh-CN"/>
          </a:p>
        </p:txBody>
      </p:sp>
    </p:spTree>
    <p:extLst>
      <p:ext uri="{BB962C8B-B14F-4D97-AF65-F5344CB8AC3E}">
        <p14:creationId xmlns:p14="http://schemas.microsoft.com/office/powerpoint/2010/main" val="2339498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A27C4-966F-48B1-AD01-CCF67DA80CEA}"/>
              </a:ext>
            </a:extLst>
          </p:cNvPr>
          <p:cNvSpPr>
            <a:spLocks noGrp="1"/>
          </p:cNvSpPr>
          <p:nvPr>
            <p:ph type="title"/>
          </p:nvPr>
        </p:nvSpPr>
        <p:spPr>
          <a:xfrm>
            <a:off x="840318" y="457200"/>
            <a:ext cx="393276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A09F897-FCC8-49E4-9B9D-1B8BC5DA47B7}"/>
              </a:ext>
            </a:extLst>
          </p:cNvPr>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0924245-20B2-478E-A16B-651602128DF2}"/>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F21416F-DDEF-400B-9376-A284B28F71BD}"/>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C060E948-0EA5-46CD-A325-D7196F0E310A}"/>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28C41C0A-339B-4E4E-86BF-E3CED6A46BFE}"/>
              </a:ext>
            </a:extLst>
          </p:cNvPr>
          <p:cNvSpPr>
            <a:spLocks noGrp="1"/>
          </p:cNvSpPr>
          <p:nvPr>
            <p:ph type="sldNum" sz="quarter" idx="12"/>
          </p:nvPr>
        </p:nvSpPr>
        <p:spPr/>
        <p:txBody>
          <a:bodyPr/>
          <a:lstStyle>
            <a:lvl1pPr>
              <a:defRPr/>
            </a:lvl1pPr>
          </a:lstStyle>
          <a:p>
            <a:fld id="{5CC846A4-3CBD-49A6-9A4A-01B69CDDF246}" type="slidenum">
              <a:rPr lang="en-US" altLang="zh-CN"/>
              <a:pPr/>
              <a:t>‹#›</a:t>
            </a:fld>
            <a:endParaRPr lang="en-US" altLang="zh-CN"/>
          </a:p>
        </p:txBody>
      </p:sp>
    </p:spTree>
    <p:extLst>
      <p:ext uri="{BB962C8B-B14F-4D97-AF65-F5344CB8AC3E}">
        <p14:creationId xmlns:p14="http://schemas.microsoft.com/office/powerpoint/2010/main" val="1346666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A1AED9-9EEA-4C51-9E96-B78BD84ECC24}"/>
              </a:ext>
            </a:extLst>
          </p:cNvPr>
          <p:cNvSpPr>
            <a:spLocks noGrp="1"/>
          </p:cNvSpPr>
          <p:nvPr>
            <p:ph type="title"/>
          </p:nvPr>
        </p:nvSpPr>
        <p:spPr>
          <a:xfrm>
            <a:off x="840318" y="457200"/>
            <a:ext cx="393276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D62C5AF-FE99-4FCA-91A0-4BCC57E9EF21}"/>
              </a:ext>
            </a:extLst>
          </p:cNvPr>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382DDBA-DC08-4813-86DA-A2ACC0F6B9E9}"/>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F24D36B-F374-45F2-81B0-2D144BECD4D4}"/>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E1C3A21E-3D94-486B-AA59-964A17E8938A}"/>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1790AC7D-D9EF-4F5F-9DE6-8DE841327D6C}"/>
              </a:ext>
            </a:extLst>
          </p:cNvPr>
          <p:cNvSpPr>
            <a:spLocks noGrp="1"/>
          </p:cNvSpPr>
          <p:nvPr>
            <p:ph type="sldNum" sz="quarter" idx="12"/>
          </p:nvPr>
        </p:nvSpPr>
        <p:spPr/>
        <p:txBody>
          <a:bodyPr/>
          <a:lstStyle>
            <a:lvl1pPr>
              <a:defRPr/>
            </a:lvl1pPr>
          </a:lstStyle>
          <a:p>
            <a:fld id="{9DAE4D8B-05EA-427D-9469-15848ED94F3C}" type="slidenum">
              <a:rPr lang="en-US" altLang="zh-CN"/>
              <a:pPr/>
              <a:t>‹#›</a:t>
            </a:fld>
            <a:endParaRPr lang="en-US" altLang="zh-CN"/>
          </a:p>
        </p:txBody>
      </p:sp>
    </p:spTree>
    <p:extLst>
      <p:ext uri="{BB962C8B-B14F-4D97-AF65-F5344CB8AC3E}">
        <p14:creationId xmlns:p14="http://schemas.microsoft.com/office/powerpoint/2010/main" val="3606870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D07B7D-9B9F-4347-8E71-DDBA6CCC65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7DAD96A-066C-413F-89D4-1848471D56C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16E0B4E-9649-4105-976B-97C264A3F70A}"/>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D3BC0A35-C5F3-4D2B-9335-923D59662ABA}"/>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21EA5A15-D224-46EE-B26C-7D03C2B01235}"/>
              </a:ext>
            </a:extLst>
          </p:cNvPr>
          <p:cNvSpPr>
            <a:spLocks noGrp="1"/>
          </p:cNvSpPr>
          <p:nvPr>
            <p:ph type="sldNum" sz="quarter" idx="12"/>
          </p:nvPr>
        </p:nvSpPr>
        <p:spPr/>
        <p:txBody>
          <a:bodyPr/>
          <a:lstStyle>
            <a:lvl1pPr>
              <a:defRPr/>
            </a:lvl1pPr>
          </a:lstStyle>
          <a:p>
            <a:fld id="{7B719EE1-BCD3-4BE3-A895-2EC856187853}" type="slidenum">
              <a:rPr lang="en-US" altLang="zh-CN"/>
              <a:pPr/>
              <a:t>‹#›</a:t>
            </a:fld>
            <a:endParaRPr lang="en-US" altLang="zh-CN"/>
          </a:p>
        </p:txBody>
      </p:sp>
    </p:spTree>
    <p:extLst>
      <p:ext uri="{BB962C8B-B14F-4D97-AF65-F5344CB8AC3E}">
        <p14:creationId xmlns:p14="http://schemas.microsoft.com/office/powerpoint/2010/main" val="1616850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AB71B84-F833-4A54-B7D5-7C4CCF535EB3}"/>
              </a:ext>
            </a:extLst>
          </p:cNvPr>
          <p:cNvSpPr>
            <a:spLocks noGrp="1"/>
          </p:cNvSpPr>
          <p:nvPr>
            <p:ph type="title" orient="vert"/>
          </p:nvPr>
        </p:nvSpPr>
        <p:spPr>
          <a:xfrm>
            <a:off x="8942918" y="609601"/>
            <a:ext cx="2846916" cy="5489575"/>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896A832-8878-48E0-A3E2-A9592123A934}"/>
              </a:ext>
            </a:extLst>
          </p:cNvPr>
          <p:cNvSpPr>
            <a:spLocks noGrp="1"/>
          </p:cNvSpPr>
          <p:nvPr>
            <p:ph type="body" orient="vert" idx="1"/>
          </p:nvPr>
        </p:nvSpPr>
        <p:spPr>
          <a:xfrm>
            <a:off x="402167" y="609601"/>
            <a:ext cx="8337551" cy="548957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DAAC180-A2CF-48C2-872F-28A8C57302EA}"/>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A22CF8AD-98AE-4043-96FB-DC53D034E080}"/>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F7CDB329-98F4-4101-9E7F-B7D3E97DAE20}"/>
              </a:ext>
            </a:extLst>
          </p:cNvPr>
          <p:cNvSpPr>
            <a:spLocks noGrp="1"/>
          </p:cNvSpPr>
          <p:nvPr>
            <p:ph type="sldNum" sz="quarter" idx="12"/>
          </p:nvPr>
        </p:nvSpPr>
        <p:spPr/>
        <p:txBody>
          <a:bodyPr/>
          <a:lstStyle>
            <a:lvl1pPr>
              <a:defRPr/>
            </a:lvl1pPr>
          </a:lstStyle>
          <a:p>
            <a:fld id="{4B3F6DEB-7725-467F-8E19-5A64B2A61633}" type="slidenum">
              <a:rPr lang="en-US" altLang="zh-CN"/>
              <a:pPr/>
              <a:t>‹#›</a:t>
            </a:fld>
            <a:endParaRPr lang="en-US" altLang="zh-CN"/>
          </a:p>
        </p:txBody>
      </p:sp>
    </p:spTree>
    <p:extLst>
      <p:ext uri="{BB962C8B-B14F-4D97-AF65-F5344CB8AC3E}">
        <p14:creationId xmlns:p14="http://schemas.microsoft.com/office/powerpoint/2010/main" val="4113415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AA5DEA-2687-4D59-A482-6268BF456671}"/>
              </a:ext>
            </a:extLst>
          </p:cNvPr>
          <p:cNvSpPr>
            <a:spLocks noGrp="1"/>
          </p:cNvSpPr>
          <p:nvPr>
            <p:ph type="title"/>
          </p:nvPr>
        </p:nvSpPr>
        <p:spPr>
          <a:xfrm>
            <a:off x="402167" y="609600"/>
            <a:ext cx="11387667" cy="11430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0790294-F41E-4F9A-851F-F5ECB11BBD1D}"/>
              </a:ext>
            </a:extLst>
          </p:cNvPr>
          <p:cNvSpPr>
            <a:spLocks noGrp="1"/>
          </p:cNvSpPr>
          <p:nvPr>
            <p:ph type="body" sz="half" idx="1"/>
          </p:nvPr>
        </p:nvSpPr>
        <p:spPr>
          <a:xfrm>
            <a:off x="402168" y="1905001"/>
            <a:ext cx="5592233" cy="41941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3BFBEA7-1F81-4534-B1FE-4604BF0E0575}"/>
              </a:ext>
            </a:extLst>
          </p:cNvPr>
          <p:cNvSpPr>
            <a:spLocks noGrp="1"/>
          </p:cNvSpPr>
          <p:nvPr>
            <p:ph sz="quarter" idx="2"/>
          </p:nvPr>
        </p:nvSpPr>
        <p:spPr>
          <a:xfrm>
            <a:off x="6197601" y="1905000"/>
            <a:ext cx="5592233" cy="20208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内容占位符 4">
            <a:extLst>
              <a:ext uri="{FF2B5EF4-FFF2-40B4-BE49-F238E27FC236}">
                <a16:creationId xmlns:a16="http://schemas.microsoft.com/office/drawing/2014/main" id="{725D50AE-794C-4A86-AEDF-624540E4FE87}"/>
              </a:ext>
            </a:extLst>
          </p:cNvPr>
          <p:cNvSpPr>
            <a:spLocks noGrp="1"/>
          </p:cNvSpPr>
          <p:nvPr>
            <p:ph sz="quarter" idx="3"/>
          </p:nvPr>
        </p:nvSpPr>
        <p:spPr>
          <a:xfrm>
            <a:off x="6197601" y="4078289"/>
            <a:ext cx="5592233" cy="202088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日期占位符 5">
            <a:extLst>
              <a:ext uri="{FF2B5EF4-FFF2-40B4-BE49-F238E27FC236}">
                <a16:creationId xmlns:a16="http://schemas.microsoft.com/office/drawing/2014/main" id="{EAB102D2-E896-4FE2-84B6-805831AF625E}"/>
              </a:ext>
            </a:extLst>
          </p:cNvPr>
          <p:cNvSpPr>
            <a:spLocks noGrp="1"/>
          </p:cNvSpPr>
          <p:nvPr>
            <p:ph type="dt" sz="half" idx="10"/>
          </p:nvPr>
        </p:nvSpPr>
        <p:spPr>
          <a:xfrm>
            <a:off x="402167" y="6245225"/>
            <a:ext cx="3052233" cy="476250"/>
          </a:xfrm>
        </p:spPr>
        <p:txBody>
          <a:bodyPr/>
          <a:lstStyle>
            <a:lvl1pPr>
              <a:defRPr/>
            </a:lvl1pPr>
          </a:lstStyle>
          <a:p>
            <a:endParaRPr lang="en-US" altLang="zh-CN"/>
          </a:p>
        </p:txBody>
      </p:sp>
      <p:sp>
        <p:nvSpPr>
          <p:cNvPr id="7" name="页脚占位符 6">
            <a:extLst>
              <a:ext uri="{FF2B5EF4-FFF2-40B4-BE49-F238E27FC236}">
                <a16:creationId xmlns:a16="http://schemas.microsoft.com/office/drawing/2014/main" id="{251CFE36-8071-4A41-8ECF-A294D1B23771}"/>
              </a:ext>
            </a:extLst>
          </p:cNvPr>
          <p:cNvSpPr>
            <a:spLocks noGrp="1"/>
          </p:cNvSpPr>
          <p:nvPr>
            <p:ph type="ftr" sz="quarter" idx="11"/>
          </p:nvPr>
        </p:nvSpPr>
        <p:spPr>
          <a:xfrm>
            <a:off x="4165600" y="6245225"/>
            <a:ext cx="3860800" cy="476250"/>
          </a:xfrm>
        </p:spPr>
        <p:txBody>
          <a:bodyPr/>
          <a:lstStyle>
            <a:lvl1pPr>
              <a:defRPr/>
            </a:lvl1pPr>
          </a:lstStyle>
          <a:p>
            <a:endParaRPr lang="en-US" altLang="zh-CN"/>
          </a:p>
        </p:txBody>
      </p:sp>
      <p:sp>
        <p:nvSpPr>
          <p:cNvPr id="8" name="灯片编号占位符 7">
            <a:extLst>
              <a:ext uri="{FF2B5EF4-FFF2-40B4-BE49-F238E27FC236}">
                <a16:creationId xmlns:a16="http://schemas.microsoft.com/office/drawing/2014/main" id="{79A185B3-8368-4A71-A3BB-1B22FAAFFCF4}"/>
              </a:ext>
            </a:extLst>
          </p:cNvPr>
          <p:cNvSpPr>
            <a:spLocks noGrp="1"/>
          </p:cNvSpPr>
          <p:nvPr>
            <p:ph type="sldNum" sz="quarter" idx="12"/>
          </p:nvPr>
        </p:nvSpPr>
        <p:spPr>
          <a:xfrm>
            <a:off x="8737601" y="6245225"/>
            <a:ext cx="3052233" cy="476250"/>
          </a:xfrm>
        </p:spPr>
        <p:txBody>
          <a:bodyPr/>
          <a:lstStyle>
            <a:lvl1pPr>
              <a:defRPr/>
            </a:lvl1pPr>
          </a:lstStyle>
          <a:p>
            <a:fld id="{2E4D2FA9-C9BA-4D19-A42D-E5B33172A12E}" type="slidenum">
              <a:rPr lang="en-US" altLang="zh-CN"/>
              <a:pPr/>
              <a:t>‹#›</a:t>
            </a:fld>
            <a:endParaRPr lang="en-US" altLang="zh-CN"/>
          </a:p>
        </p:txBody>
      </p:sp>
    </p:spTree>
    <p:extLst>
      <p:ext uri="{BB962C8B-B14F-4D97-AF65-F5344CB8AC3E}">
        <p14:creationId xmlns:p14="http://schemas.microsoft.com/office/powerpoint/2010/main" val="14389237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DA13C3F-B5C4-4FF3-BDCF-3D2AA95A8271}"/>
              </a:ext>
            </a:extLst>
          </p:cNvPr>
          <p:cNvSpPr>
            <a:spLocks noGrp="1"/>
          </p:cNvSpPr>
          <p:nvPr>
            <p:ph/>
          </p:nvPr>
        </p:nvSpPr>
        <p:spPr>
          <a:xfrm>
            <a:off x="402167" y="609601"/>
            <a:ext cx="11387667" cy="54895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日期占位符 2">
            <a:extLst>
              <a:ext uri="{FF2B5EF4-FFF2-40B4-BE49-F238E27FC236}">
                <a16:creationId xmlns:a16="http://schemas.microsoft.com/office/drawing/2014/main" id="{B1088BF8-A61E-49EA-BAA8-6645B74EEBAA}"/>
              </a:ext>
            </a:extLst>
          </p:cNvPr>
          <p:cNvSpPr>
            <a:spLocks noGrp="1"/>
          </p:cNvSpPr>
          <p:nvPr>
            <p:ph type="dt" sz="half" idx="10"/>
          </p:nvPr>
        </p:nvSpPr>
        <p:spPr>
          <a:xfrm>
            <a:off x="402167" y="6245225"/>
            <a:ext cx="3052233" cy="476250"/>
          </a:xfrm>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FB11931E-845C-4251-8A1F-C5CD2183CE63}"/>
              </a:ext>
            </a:extLst>
          </p:cNvPr>
          <p:cNvSpPr>
            <a:spLocks noGrp="1"/>
          </p:cNvSpPr>
          <p:nvPr>
            <p:ph type="ftr" sz="quarter" idx="11"/>
          </p:nvPr>
        </p:nvSpPr>
        <p:spPr>
          <a:xfrm>
            <a:off x="4165600" y="6245225"/>
            <a:ext cx="3860800" cy="476250"/>
          </a:xfrm>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5783F0D0-FB91-41CB-BD47-0C7DEF64FE9A}"/>
              </a:ext>
            </a:extLst>
          </p:cNvPr>
          <p:cNvSpPr>
            <a:spLocks noGrp="1"/>
          </p:cNvSpPr>
          <p:nvPr>
            <p:ph type="sldNum" sz="quarter" idx="12"/>
          </p:nvPr>
        </p:nvSpPr>
        <p:spPr>
          <a:xfrm>
            <a:off x="8737601" y="6245225"/>
            <a:ext cx="3052233" cy="476250"/>
          </a:xfrm>
        </p:spPr>
        <p:txBody>
          <a:bodyPr/>
          <a:lstStyle>
            <a:lvl1pPr>
              <a:defRPr/>
            </a:lvl1pPr>
          </a:lstStyle>
          <a:p>
            <a:fld id="{1C1CA3C1-85EE-4E34-A220-C399E6383097}" type="slidenum">
              <a:rPr lang="en-US" altLang="zh-CN"/>
              <a:pPr/>
              <a:t>‹#›</a:t>
            </a:fld>
            <a:endParaRPr lang="en-US" altLang="zh-CN"/>
          </a:p>
        </p:txBody>
      </p:sp>
    </p:spTree>
    <p:extLst>
      <p:ext uri="{BB962C8B-B14F-4D97-AF65-F5344CB8AC3E}">
        <p14:creationId xmlns:p14="http://schemas.microsoft.com/office/powerpoint/2010/main" val="40879687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AF7C00-A8E4-4F81-8387-A98C51919C61}"/>
              </a:ext>
            </a:extLst>
          </p:cNvPr>
          <p:cNvSpPr>
            <a:spLocks noGrp="1"/>
          </p:cNvSpPr>
          <p:nvPr>
            <p:ph type="title"/>
          </p:nvPr>
        </p:nvSpPr>
        <p:spPr>
          <a:xfrm>
            <a:off x="402167" y="609600"/>
            <a:ext cx="11387667" cy="11430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7FECC52-6E91-453C-A2F7-B04ADAAF68B7}"/>
              </a:ext>
            </a:extLst>
          </p:cNvPr>
          <p:cNvSpPr>
            <a:spLocks noGrp="1"/>
          </p:cNvSpPr>
          <p:nvPr>
            <p:ph type="body" sz="half" idx="1"/>
          </p:nvPr>
        </p:nvSpPr>
        <p:spPr>
          <a:xfrm>
            <a:off x="402168" y="1905001"/>
            <a:ext cx="5592233" cy="41941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5DFF015-254E-4FD4-BA16-B2A06BE6A838}"/>
              </a:ext>
            </a:extLst>
          </p:cNvPr>
          <p:cNvSpPr>
            <a:spLocks noGrp="1"/>
          </p:cNvSpPr>
          <p:nvPr>
            <p:ph sz="half" idx="2"/>
          </p:nvPr>
        </p:nvSpPr>
        <p:spPr>
          <a:xfrm>
            <a:off x="6197601" y="1905001"/>
            <a:ext cx="5592233" cy="41941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B7BA438-F721-45BC-A13F-3944D4314D3A}"/>
              </a:ext>
            </a:extLst>
          </p:cNvPr>
          <p:cNvSpPr>
            <a:spLocks noGrp="1"/>
          </p:cNvSpPr>
          <p:nvPr>
            <p:ph type="dt" sz="half" idx="10"/>
          </p:nvPr>
        </p:nvSpPr>
        <p:spPr>
          <a:xfrm>
            <a:off x="402167" y="6245225"/>
            <a:ext cx="3052233" cy="476250"/>
          </a:xfrm>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655EC485-C82D-4492-8CB4-12D29C98DB0B}"/>
              </a:ext>
            </a:extLst>
          </p:cNvPr>
          <p:cNvSpPr>
            <a:spLocks noGrp="1"/>
          </p:cNvSpPr>
          <p:nvPr>
            <p:ph type="ftr" sz="quarter" idx="11"/>
          </p:nvPr>
        </p:nvSpPr>
        <p:spPr>
          <a:xfrm>
            <a:off x="4165600" y="6245225"/>
            <a:ext cx="3860800" cy="476250"/>
          </a:xfrm>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8637E4F5-B4C4-42BB-8893-99B3B87E0B46}"/>
              </a:ext>
            </a:extLst>
          </p:cNvPr>
          <p:cNvSpPr>
            <a:spLocks noGrp="1"/>
          </p:cNvSpPr>
          <p:nvPr>
            <p:ph type="sldNum" sz="quarter" idx="12"/>
          </p:nvPr>
        </p:nvSpPr>
        <p:spPr>
          <a:xfrm>
            <a:off x="8737601" y="6245225"/>
            <a:ext cx="3052233" cy="476250"/>
          </a:xfrm>
        </p:spPr>
        <p:txBody>
          <a:bodyPr/>
          <a:lstStyle>
            <a:lvl1pPr>
              <a:defRPr/>
            </a:lvl1pPr>
          </a:lstStyle>
          <a:p>
            <a:fld id="{1606B6F5-E6F3-4C88-A3F6-30F23054B7B8}" type="slidenum">
              <a:rPr lang="en-US" altLang="zh-CN"/>
              <a:pPr/>
              <a:t>‹#›</a:t>
            </a:fld>
            <a:endParaRPr lang="en-US" altLang="zh-CN"/>
          </a:p>
        </p:txBody>
      </p:sp>
    </p:spTree>
    <p:extLst>
      <p:ext uri="{BB962C8B-B14F-4D97-AF65-F5344CB8AC3E}">
        <p14:creationId xmlns:p14="http://schemas.microsoft.com/office/powerpoint/2010/main" val="4562427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8E0F32-55F2-47D0-BE34-8D2579409BDF}"/>
              </a:ext>
            </a:extLst>
          </p:cNvPr>
          <p:cNvSpPr>
            <a:spLocks noGrp="1"/>
          </p:cNvSpPr>
          <p:nvPr>
            <p:ph type="title"/>
          </p:nvPr>
        </p:nvSpPr>
        <p:spPr>
          <a:xfrm>
            <a:off x="402167" y="609600"/>
            <a:ext cx="11387667" cy="1143000"/>
          </a:xfrm>
        </p:spPr>
        <p:txBody>
          <a:bodyPr/>
          <a:lstStyle/>
          <a:p>
            <a:r>
              <a:rPr lang="zh-CN" altLang="en-US"/>
              <a:t>单击此处编辑母版标题样式</a:t>
            </a:r>
          </a:p>
        </p:txBody>
      </p:sp>
      <p:sp>
        <p:nvSpPr>
          <p:cNvPr id="3" name="表格占位符 2">
            <a:extLst>
              <a:ext uri="{FF2B5EF4-FFF2-40B4-BE49-F238E27FC236}">
                <a16:creationId xmlns:a16="http://schemas.microsoft.com/office/drawing/2014/main" id="{53D507D6-4B12-4971-A3DD-E1AE1EFD7525}"/>
              </a:ext>
            </a:extLst>
          </p:cNvPr>
          <p:cNvSpPr>
            <a:spLocks noGrp="1"/>
          </p:cNvSpPr>
          <p:nvPr>
            <p:ph type="tbl" idx="1"/>
          </p:nvPr>
        </p:nvSpPr>
        <p:spPr>
          <a:xfrm>
            <a:off x="402167" y="1905001"/>
            <a:ext cx="11387667" cy="4194175"/>
          </a:xfrm>
        </p:spPr>
        <p:txBody>
          <a:bodyPr/>
          <a:lstStyle/>
          <a:p>
            <a:endParaRPr lang="zh-CN" altLang="en-US"/>
          </a:p>
        </p:txBody>
      </p:sp>
      <p:sp>
        <p:nvSpPr>
          <p:cNvPr id="4" name="日期占位符 3">
            <a:extLst>
              <a:ext uri="{FF2B5EF4-FFF2-40B4-BE49-F238E27FC236}">
                <a16:creationId xmlns:a16="http://schemas.microsoft.com/office/drawing/2014/main" id="{A8D9889B-1EE5-43B1-9C25-757FD4738948}"/>
              </a:ext>
            </a:extLst>
          </p:cNvPr>
          <p:cNvSpPr>
            <a:spLocks noGrp="1"/>
          </p:cNvSpPr>
          <p:nvPr>
            <p:ph type="dt" sz="half" idx="10"/>
          </p:nvPr>
        </p:nvSpPr>
        <p:spPr>
          <a:xfrm>
            <a:off x="402167" y="6245225"/>
            <a:ext cx="3052233" cy="476250"/>
          </a:xfrm>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A778F778-B129-4257-BFE5-FC8162CECB37}"/>
              </a:ext>
            </a:extLst>
          </p:cNvPr>
          <p:cNvSpPr>
            <a:spLocks noGrp="1"/>
          </p:cNvSpPr>
          <p:nvPr>
            <p:ph type="ftr" sz="quarter" idx="11"/>
          </p:nvPr>
        </p:nvSpPr>
        <p:spPr>
          <a:xfrm>
            <a:off x="4165600" y="6245225"/>
            <a:ext cx="3860800" cy="476250"/>
          </a:xfrm>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42DA0136-74DB-47F7-A0C6-6157AF71FC50}"/>
              </a:ext>
            </a:extLst>
          </p:cNvPr>
          <p:cNvSpPr>
            <a:spLocks noGrp="1"/>
          </p:cNvSpPr>
          <p:nvPr>
            <p:ph type="sldNum" sz="quarter" idx="12"/>
          </p:nvPr>
        </p:nvSpPr>
        <p:spPr>
          <a:xfrm>
            <a:off x="8737601" y="6245225"/>
            <a:ext cx="3052233" cy="476250"/>
          </a:xfrm>
        </p:spPr>
        <p:txBody>
          <a:bodyPr/>
          <a:lstStyle>
            <a:lvl1pPr>
              <a:defRPr/>
            </a:lvl1pPr>
          </a:lstStyle>
          <a:p>
            <a:fld id="{5DBA5BD4-83B7-4663-847C-7207C7DC836D}" type="slidenum">
              <a:rPr lang="en-US" altLang="zh-CN"/>
              <a:pPr/>
              <a:t>‹#›</a:t>
            </a:fld>
            <a:endParaRPr lang="en-US" altLang="zh-CN"/>
          </a:p>
        </p:txBody>
      </p:sp>
    </p:spTree>
    <p:extLst>
      <p:ext uri="{BB962C8B-B14F-4D97-AF65-F5344CB8AC3E}">
        <p14:creationId xmlns:p14="http://schemas.microsoft.com/office/powerpoint/2010/main" val="558997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7"/>
          <a:srcRect/>
          <a:stretch>
            <a:fillRect/>
          </a:stretch>
        </a:blipFill>
        <a:effectLst/>
      </p:bgPr>
    </p:bg>
    <p:spTree>
      <p:nvGrpSpPr>
        <p:cNvPr id="1" name=""/>
        <p:cNvGrpSpPr/>
        <p:nvPr/>
      </p:nvGrpSpPr>
      <p:grpSpPr>
        <a:xfrm>
          <a:off x="0" y="0"/>
          <a:ext cx="0" cy="0"/>
          <a:chOff x="0" y="0"/>
          <a:chExt cx="0" cy="0"/>
        </a:xfrm>
      </p:grpSpPr>
      <p:sp>
        <p:nvSpPr>
          <p:cNvPr id="690178" name="Rectangle 2">
            <a:extLst>
              <a:ext uri="{FF2B5EF4-FFF2-40B4-BE49-F238E27FC236}">
                <a16:creationId xmlns:a16="http://schemas.microsoft.com/office/drawing/2014/main" id="{FDFC0814-1C55-4DF5-A067-A6336F476F48}"/>
              </a:ext>
            </a:extLst>
          </p:cNvPr>
          <p:cNvSpPr>
            <a:spLocks noGrp="1" noRot="1" noChangeArrowheads="1"/>
          </p:cNvSpPr>
          <p:nvPr>
            <p:ph type="title"/>
          </p:nvPr>
        </p:nvSpPr>
        <p:spPr bwMode="auto">
          <a:xfrm>
            <a:off x="402167" y="609600"/>
            <a:ext cx="1138766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690179" name="Rectangle 3">
            <a:extLst>
              <a:ext uri="{FF2B5EF4-FFF2-40B4-BE49-F238E27FC236}">
                <a16:creationId xmlns:a16="http://schemas.microsoft.com/office/drawing/2014/main" id="{6313A5C8-5276-435D-87FF-02E71A7A202B}"/>
              </a:ext>
            </a:extLst>
          </p:cNvPr>
          <p:cNvSpPr>
            <a:spLocks noGrp="1" noRot="1" noChangeArrowheads="1"/>
          </p:cNvSpPr>
          <p:nvPr>
            <p:ph type="body" idx="1"/>
          </p:nvPr>
        </p:nvSpPr>
        <p:spPr bwMode="auto">
          <a:xfrm>
            <a:off x="402167" y="1905001"/>
            <a:ext cx="11387667"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90180" name="Rectangle 4">
            <a:extLst>
              <a:ext uri="{FF2B5EF4-FFF2-40B4-BE49-F238E27FC236}">
                <a16:creationId xmlns:a16="http://schemas.microsoft.com/office/drawing/2014/main" id="{F257B58C-DF7A-464E-9FDB-7FBA30203350}"/>
              </a:ext>
            </a:extLst>
          </p:cNvPr>
          <p:cNvSpPr>
            <a:spLocks noGrp="1" noChangeArrowheads="1"/>
          </p:cNvSpPr>
          <p:nvPr>
            <p:ph type="dt" sz="half" idx="2"/>
          </p:nvPr>
        </p:nvSpPr>
        <p:spPr bwMode="auto">
          <a:xfrm>
            <a:off x="402167" y="6245225"/>
            <a:ext cx="305223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0" sz="1400">
                <a:latin typeface="+mn-lt"/>
              </a:defRPr>
            </a:lvl1pPr>
          </a:lstStyle>
          <a:p>
            <a:endParaRPr lang="en-US" altLang="zh-CN"/>
          </a:p>
        </p:txBody>
      </p:sp>
      <p:sp>
        <p:nvSpPr>
          <p:cNvPr id="690181" name="Rectangle 5">
            <a:extLst>
              <a:ext uri="{FF2B5EF4-FFF2-40B4-BE49-F238E27FC236}">
                <a16:creationId xmlns:a16="http://schemas.microsoft.com/office/drawing/2014/main" id="{9CE2A495-BFC5-4BD7-9E28-D543523288A4}"/>
              </a:ext>
            </a:extLst>
          </p:cNvPr>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kumimoji="0" sz="1400">
                <a:latin typeface="+mn-lt"/>
              </a:defRPr>
            </a:lvl1pPr>
          </a:lstStyle>
          <a:p>
            <a:endParaRPr lang="en-US" altLang="zh-CN"/>
          </a:p>
        </p:txBody>
      </p:sp>
      <p:sp>
        <p:nvSpPr>
          <p:cNvPr id="690182" name="Rectangle 6">
            <a:extLst>
              <a:ext uri="{FF2B5EF4-FFF2-40B4-BE49-F238E27FC236}">
                <a16:creationId xmlns:a16="http://schemas.microsoft.com/office/drawing/2014/main" id="{ECB3F3B4-4EFF-4553-98F3-7B7D3FBD3D73}"/>
              </a:ext>
            </a:extLst>
          </p:cNvPr>
          <p:cNvSpPr>
            <a:spLocks noGrp="1" noChangeArrowheads="1"/>
          </p:cNvSpPr>
          <p:nvPr>
            <p:ph type="sldNum" sz="quarter" idx="4"/>
          </p:nvPr>
        </p:nvSpPr>
        <p:spPr bwMode="auto">
          <a:xfrm>
            <a:off x="8737601" y="6245225"/>
            <a:ext cx="305223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0" sz="1400">
                <a:latin typeface="+mn-lt"/>
              </a:defRPr>
            </a:lvl1pPr>
          </a:lstStyle>
          <a:p>
            <a:fld id="{BAC25BD0-E9CE-405E-B58B-977BF8671D9D}" type="slidenum">
              <a:rPr lang="en-US" altLang="zh-CN"/>
              <a:pPr/>
              <a:t>‹#›</a:t>
            </a:fld>
            <a:endParaRPr lang="en-US" altLang="zh-CN"/>
          </a:p>
        </p:txBody>
      </p:sp>
    </p:spTree>
    <p:extLst>
      <p:ext uri="{BB962C8B-B14F-4D97-AF65-F5344CB8AC3E}">
        <p14:creationId xmlns:p14="http://schemas.microsoft.com/office/powerpoint/2010/main" val="25326556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image" Target="../media/image3.gif"/><Relationship Id="rId5" Type="http://schemas.openxmlformats.org/officeDocument/2006/relationships/slide" Target="slide16.xml"/><Relationship Id="rId4" Type="http://schemas.openxmlformats.org/officeDocument/2006/relationships/slide" Target="slide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wmf"/></Relationships>
</file>

<file path=ppt/slides/_rels/slide8.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oleObject" Target="../embeddings/oleObject9.bin"/><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11.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8.wmf"/><Relationship Id="rId11" Type="http://schemas.openxmlformats.org/officeDocument/2006/relationships/oleObject" Target="../embeddings/oleObject8.bin"/><Relationship Id="rId5" Type="http://schemas.openxmlformats.org/officeDocument/2006/relationships/oleObject" Target="../embeddings/oleObject5.bin"/><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7.bin"/><Relationship Id="rId14" Type="http://schemas.openxmlformats.org/officeDocument/2006/relationships/image" Target="../media/image12.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3.wmf"/><Relationship Id="rId5" Type="http://schemas.openxmlformats.org/officeDocument/2006/relationships/oleObject" Target="../embeddings/oleObject11.bin"/><Relationship Id="rId4" Type="http://schemas.openxmlformats.org/officeDocument/2006/relationships/image" Target="../media/image5.wmf"/></Relationships>
</file>

<file path=ppt/slides/_rels/slide10.xml.rels><?xml version="1.0" encoding="UTF-8" standalone="yes"?>
<Relationships xmlns="http://schemas.openxmlformats.org/package/2006/relationships"><Relationship Id="rId8" Type="http://schemas.openxmlformats.org/officeDocument/2006/relationships/image" Target="../media/image16.wmf"/><Relationship Id="rId13" Type="http://schemas.openxmlformats.org/officeDocument/2006/relationships/oleObject" Target="../embeddings/oleObject17.bin"/><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18.wmf"/><Relationship Id="rId2" Type="http://schemas.openxmlformats.org/officeDocument/2006/relationships/slideLayout" Target="../slideLayouts/slideLayout2.xml"/><Relationship Id="rId16" Type="http://schemas.openxmlformats.org/officeDocument/2006/relationships/image" Target="../media/image20.wmf"/><Relationship Id="rId1" Type="http://schemas.openxmlformats.org/officeDocument/2006/relationships/vmlDrawing" Target="../drawings/vmlDrawing4.vml"/><Relationship Id="rId6" Type="http://schemas.openxmlformats.org/officeDocument/2006/relationships/image" Target="../media/image15.wmf"/><Relationship Id="rId11" Type="http://schemas.openxmlformats.org/officeDocument/2006/relationships/oleObject" Target="../embeddings/oleObject16.bin"/><Relationship Id="rId5" Type="http://schemas.openxmlformats.org/officeDocument/2006/relationships/oleObject" Target="../embeddings/oleObject13.bin"/><Relationship Id="rId15" Type="http://schemas.openxmlformats.org/officeDocument/2006/relationships/oleObject" Target="../embeddings/oleObject18.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15.bin"/><Relationship Id="rId14" Type="http://schemas.openxmlformats.org/officeDocument/2006/relationships/image" Target="../media/image19.wmf"/></Relationships>
</file>

<file path=ppt/slides/_rels/slide11.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24.bin"/><Relationship Id="rId3" Type="http://schemas.openxmlformats.org/officeDocument/2006/relationships/oleObject" Target="../embeddings/oleObject19.bin"/><Relationship Id="rId7" Type="http://schemas.openxmlformats.org/officeDocument/2006/relationships/oleObject" Target="../embeddings/oleObject21.bin"/><Relationship Id="rId12" Type="http://schemas.openxmlformats.org/officeDocument/2006/relationships/image" Target="../media/image25.wmf"/><Relationship Id="rId17" Type="http://schemas.openxmlformats.org/officeDocument/2006/relationships/oleObject" Target="../embeddings/oleObject26.bin"/><Relationship Id="rId2" Type="http://schemas.openxmlformats.org/officeDocument/2006/relationships/slideLayout" Target="../slideLayouts/slideLayout2.xml"/><Relationship Id="rId16" Type="http://schemas.openxmlformats.org/officeDocument/2006/relationships/image" Target="../media/image27.wmf"/><Relationship Id="rId1" Type="http://schemas.openxmlformats.org/officeDocument/2006/relationships/vmlDrawing" Target="../drawings/vmlDrawing5.vml"/><Relationship Id="rId6" Type="http://schemas.openxmlformats.org/officeDocument/2006/relationships/image" Target="../media/image22.wmf"/><Relationship Id="rId11" Type="http://schemas.openxmlformats.org/officeDocument/2006/relationships/oleObject" Target="../embeddings/oleObject23.bin"/><Relationship Id="rId5" Type="http://schemas.openxmlformats.org/officeDocument/2006/relationships/oleObject" Target="../embeddings/oleObject20.bin"/><Relationship Id="rId15" Type="http://schemas.openxmlformats.org/officeDocument/2006/relationships/oleObject" Target="../embeddings/oleObject25.bin"/><Relationship Id="rId10" Type="http://schemas.openxmlformats.org/officeDocument/2006/relationships/image" Target="../media/image24.wmf"/><Relationship Id="rId4" Type="http://schemas.openxmlformats.org/officeDocument/2006/relationships/image" Target="../media/image21.wmf"/><Relationship Id="rId9" Type="http://schemas.openxmlformats.org/officeDocument/2006/relationships/oleObject" Target="../embeddings/oleObject22.bin"/><Relationship Id="rId14" Type="http://schemas.openxmlformats.org/officeDocument/2006/relationships/image" Target="../media/image26.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8.wmf"/></Relationships>
</file>

<file path=ppt/slides/_rels/slide14.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33.bin"/><Relationship Id="rId18" Type="http://schemas.openxmlformats.org/officeDocument/2006/relationships/image" Target="../media/image36.wmf"/><Relationship Id="rId26" Type="http://schemas.openxmlformats.org/officeDocument/2006/relationships/image" Target="../media/image40.wmf"/><Relationship Id="rId3" Type="http://schemas.openxmlformats.org/officeDocument/2006/relationships/oleObject" Target="../embeddings/oleObject28.bin"/><Relationship Id="rId21" Type="http://schemas.openxmlformats.org/officeDocument/2006/relationships/oleObject" Target="../embeddings/oleObject37.bin"/><Relationship Id="rId7" Type="http://schemas.openxmlformats.org/officeDocument/2006/relationships/oleObject" Target="../embeddings/oleObject30.bin"/><Relationship Id="rId12" Type="http://schemas.openxmlformats.org/officeDocument/2006/relationships/image" Target="../media/image33.wmf"/><Relationship Id="rId17" Type="http://schemas.openxmlformats.org/officeDocument/2006/relationships/oleObject" Target="../embeddings/oleObject35.bin"/><Relationship Id="rId25" Type="http://schemas.openxmlformats.org/officeDocument/2006/relationships/oleObject" Target="../embeddings/oleObject39.bin"/><Relationship Id="rId2" Type="http://schemas.openxmlformats.org/officeDocument/2006/relationships/slideLayout" Target="../slideLayouts/slideLayout2.xml"/><Relationship Id="rId16" Type="http://schemas.openxmlformats.org/officeDocument/2006/relationships/image" Target="../media/image35.wmf"/><Relationship Id="rId20" Type="http://schemas.openxmlformats.org/officeDocument/2006/relationships/image" Target="../media/image37.wmf"/><Relationship Id="rId29" Type="http://schemas.openxmlformats.org/officeDocument/2006/relationships/oleObject" Target="../embeddings/oleObject41.bin"/><Relationship Id="rId1" Type="http://schemas.openxmlformats.org/officeDocument/2006/relationships/vmlDrawing" Target="../drawings/vmlDrawing7.vml"/><Relationship Id="rId6" Type="http://schemas.openxmlformats.org/officeDocument/2006/relationships/image" Target="../media/image30.wmf"/><Relationship Id="rId11" Type="http://schemas.openxmlformats.org/officeDocument/2006/relationships/oleObject" Target="../embeddings/oleObject32.bin"/><Relationship Id="rId24" Type="http://schemas.openxmlformats.org/officeDocument/2006/relationships/image" Target="../media/image39.wmf"/><Relationship Id="rId5" Type="http://schemas.openxmlformats.org/officeDocument/2006/relationships/oleObject" Target="../embeddings/oleObject29.bin"/><Relationship Id="rId15" Type="http://schemas.openxmlformats.org/officeDocument/2006/relationships/oleObject" Target="../embeddings/oleObject34.bin"/><Relationship Id="rId23" Type="http://schemas.openxmlformats.org/officeDocument/2006/relationships/oleObject" Target="../embeddings/oleObject38.bin"/><Relationship Id="rId28" Type="http://schemas.openxmlformats.org/officeDocument/2006/relationships/image" Target="../media/image41.wmf"/><Relationship Id="rId10" Type="http://schemas.openxmlformats.org/officeDocument/2006/relationships/image" Target="../media/image32.wmf"/><Relationship Id="rId19" Type="http://schemas.openxmlformats.org/officeDocument/2006/relationships/oleObject" Target="../embeddings/oleObject36.bin"/><Relationship Id="rId4" Type="http://schemas.openxmlformats.org/officeDocument/2006/relationships/image" Target="../media/image29.wmf"/><Relationship Id="rId9" Type="http://schemas.openxmlformats.org/officeDocument/2006/relationships/oleObject" Target="../embeddings/oleObject31.bin"/><Relationship Id="rId14" Type="http://schemas.openxmlformats.org/officeDocument/2006/relationships/image" Target="../media/image34.wmf"/><Relationship Id="rId22" Type="http://schemas.openxmlformats.org/officeDocument/2006/relationships/image" Target="../media/image38.wmf"/><Relationship Id="rId27" Type="http://schemas.openxmlformats.org/officeDocument/2006/relationships/oleObject" Target="../embeddings/oleObject40.bin"/><Relationship Id="rId30" Type="http://schemas.openxmlformats.org/officeDocument/2006/relationships/image" Target="../media/image42.wmf"/></Relationships>
</file>

<file path=ppt/slides/_rels/slide15.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oleObject" Target="../embeddings/oleObject42.bin"/><Relationship Id="rId7" Type="http://schemas.openxmlformats.org/officeDocument/2006/relationships/oleObject" Target="../embeddings/oleObject44.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44.wmf"/><Relationship Id="rId5" Type="http://schemas.openxmlformats.org/officeDocument/2006/relationships/oleObject" Target="../embeddings/oleObject43.bin"/><Relationship Id="rId4" Type="http://schemas.openxmlformats.org/officeDocument/2006/relationships/image" Target="../media/image43.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45.bin"/><Relationship Id="rId7" Type="http://schemas.openxmlformats.org/officeDocument/2006/relationships/oleObject" Target="../embeddings/oleObject47.bin"/><Relationship Id="rId12" Type="http://schemas.openxmlformats.org/officeDocument/2006/relationships/image" Target="../media/image50.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47.wmf"/><Relationship Id="rId11" Type="http://schemas.openxmlformats.org/officeDocument/2006/relationships/oleObject" Target="../embeddings/oleObject49.bin"/><Relationship Id="rId5" Type="http://schemas.openxmlformats.org/officeDocument/2006/relationships/oleObject" Target="../embeddings/oleObject46.bin"/><Relationship Id="rId10" Type="http://schemas.openxmlformats.org/officeDocument/2006/relationships/image" Target="../media/image49.wmf"/><Relationship Id="rId4" Type="http://schemas.openxmlformats.org/officeDocument/2006/relationships/image" Target="../media/image46.wmf"/><Relationship Id="rId9" Type="http://schemas.openxmlformats.org/officeDocument/2006/relationships/oleObject" Target="../embeddings/oleObject48.bin"/></Relationships>
</file>

<file path=ppt/slides/_rels/slide18.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oleObject" Target="../embeddings/oleObject50.bin"/><Relationship Id="rId7"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51.emf"/><Relationship Id="rId5" Type="http://schemas.openxmlformats.org/officeDocument/2006/relationships/oleObject" Target="../embeddings/oleObject51.bin"/><Relationship Id="rId10" Type="http://schemas.openxmlformats.org/officeDocument/2006/relationships/image" Target="../media/image53.emf"/><Relationship Id="rId4" Type="http://schemas.openxmlformats.org/officeDocument/2006/relationships/image" Target="../media/image50.wmf"/><Relationship Id="rId9" Type="http://schemas.openxmlformats.org/officeDocument/2006/relationships/oleObject" Target="../embeddings/oleObject53.bin"/></Relationships>
</file>

<file path=ppt/slides/_rels/slide19.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54.bin"/><Relationship Id="rId7" Type="http://schemas.openxmlformats.org/officeDocument/2006/relationships/oleObject" Target="../embeddings/oleObject56.bin"/><Relationship Id="rId12" Type="http://schemas.openxmlformats.org/officeDocument/2006/relationships/image" Target="../media/image58.e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55.emf"/><Relationship Id="rId11" Type="http://schemas.openxmlformats.org/officeDocument/2006/relationships/oleObject" Target="../embeddings/oleObject58.bin"/><Relationship Id="rId5" Type="http://schemas.openxmlformats.org/officeDocument/2006/relationships/oleObject" Target="../embeddings/oleObject55.bin"/><Relationship Id="rId10" Type="http://schemas.openxmlformats.org/officeDocument/2006/relationships/image" Target="../media/image57.wmf"/><Relationship Id="rId4" Type="http://schemas.openxmlformats.org/officeDocument/2006/relationships/image" Target="../media/image54.emf"/><Relationship Id="rId9" Type="http://schemas.openxmlformats.org/officeDocument/2006/relationships/oleObject" Target="../embeddings/oleObject57.bin"/></Relationships>
</file>

<file path=ppt/slides/_rels/slide20.xml.rels><?xml version="1.0" encoding="UTF-8" standalone="yes"?>
<Relationships xmlns="http://schemas.openxmlformats.org/package/2006/relationships"><Relationship Id="rId8" Type="http://schemas.openxmlformats.org/officeDocument/2006/relationships/image" Target="../media/image61.emf"/><Relationship Id="rId13" Type="http://schemas.openxmlformats.org/officeDocument/2006/relationships/oleObject" Target="../embeddings/oleObject64.bin"/><Relationship Id="rId18" Type="http://schemas.openxmlformats.org/officeDocument/2006/relationships/image" Target="../media/image66.wmf"/><Relationship Id="rId3" Type="http://schemas.openxmlformats.org/officeDocument/2006/relationships/oleObject" Target="../embeddings/oleObject59.bin"/><Relationship Id="rId7" Type="http://schemas.openxmlformats.org/officeDocument/2006/relationships/oleObject" Target="../embeddings/oleObject61.bin"/><Relationship Id="rId12" Type="http://schemas.openxmlformats.org/officeDocument/2006/relationships/image" Target="../media/image63.wmf"/><Relationship Id="rId17" Type="http://schemas.openxmlformats.org/officeDocument/2006/relationships/oleObject" Target="../embeddings/oleObject66.bin"/><Relationship Id="rId2" Type="http://schemas.openxmlformats.org/officeDocument/2006/relationships/slideLayout" Target="../slideLayouts/slideLayout2.xml"/><Relationship Id="rId16" Type="http://schemas.openxmlformats.org/officeDocument/2006/relationships/image" Target="../media/image65.emf"/><Relationship Id="rId1" Type="http://schemas.openxmlformats.org/officeDocument/2006/relationships/vmlDrawing" Target="../drawings/vmlDrawing12.vml"/><Relationship Id="rId6" Type="http://schemas.openxmlformats.org/officeDocument/2006/relationships/image" Target="../media/image60.emf"/><Relationship Id="rId11" Type="http://schemas.openxmlformats.org/officeDocument/2006/relationships/oleObject" Target="../embeddings/oleObject63.bin"/><Relationship Id="rId5" Type="http://schemas.openxmlformats.org/officeDocument/2006/relationships/oleObject" Target="../embeddings/oleObject60.bin"/><Relationship Id="rId15" Type="http://schemas.openxmlformats.org/officeDocument/2006/relationships/oleObject" Target="../embeddings/oleObject65.bin"/><Relationship Id="rId10" Type="http://schemas.openxmlformats.org/officeDocument/2006/relationships/image" Target="../media/image62.emf"/><Relationship Id="rId4" Type="http://schemas.openxmlformats.org/officeDocument/2006/relationships/image" Target="../media/image59.wmf"/><Relationship Id="rId9" Type="http://schemas.openxmlformats.org/officeDocument/2006/relationships/oleObject" Target="../embeddings/oleObject62.bin"/><Relationship Id="rId14" Type="http://schemas.openxmlformats.org/officeDocument/2006/relationships/image" Target="../media/image64.wmf"/></Relationships>
</file>

<file path=ppt/slides/_rels/slide21.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3.gif"/><Relationship Id="rId1" Type="http://schemas.openxmlformats.org/officeDocument/2006/relationships/slideLayout" Target="../slideLayouts/slideLayout2.xml"/><Relationship Id="rId5" Type="http://schemas.openxmlformats.org/officeDocument/2006/relationships/slide" Target="slide41.xml"/><Relationship Id="rId4" Type="http://schemas.openxmlformats.org/officeDocument/2006/relationships/slide" Target="slide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oleObject" Target="../embeddings/oleObject67.bin"/><Relationship Id="rId7" Type="http://schemas.openxmlformats.org/officeDocument/2006/relationships/oleObject" Target="../embeddings/oleObject69.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68.wmf"/><Relationship Id="rId5" Type="http://schemas.openxmlformats.org/officeDocument/2006/relationships/oleObject" Target="../embeddings/oleObject68.bin"/><Relationship Id="rId4" Type="http://schemas.openxmlformats.org/officeDocument/2006/relationships/image" Target="../media/image67.wmf"/></Relationships>
</file>

<file path=ppt/slides/_rels/slide25.x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oleObject" Target="../embeddings/oleObject70.bin"/><Relationship Id="rId7" Type="http://schemas.openxmlformats.org/officeDocument/2006/relationships/oleObject" Target="../embeddings/oleObject72.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71.wmf"/><Relationship Id="rId5" Type="http://schemas.openxmlformats.org/officeDocument/2006/relationships/oleObject" Target="../embeddings/oleObject71.bin"/><Relationship Id="rId4" Type="http://schemas.openxmlformats.org/officeDocument/2006/relationships/image" Target="../media/image70.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74.wmf"/><Relationship Id="rId3" Type="http://schemas.openxmlformats.org/officeDocument/2006/relationships/oleObject" Target="../embeddings/oleObject73.bin"/><Relationship Id="rId7" Type="http://schemas.openxmlformats.org/officeDocument/2006/relationships/oleObject" Target="../embeddings/oleObject75.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73.wmf"/><Relationship Id="rId5" Type="http://schemas.openxmlformats.org/officeDocument/2006/relationships/oleObject" Target="../embeddings/oleObject74.bin"/><Relationship Id="rId10" Type="http://schemas.openxmlformats.org/officeDocument/2006/relationships/image" Target="../media/image75.wmf"/><Relationship Id="rId4" Type="http://schemas.openxmlformats.org/officeDocument/2006/relationships/image" Target="../media/image70.wmf"/><Relationship Id="rId9" Type="http://schemas.openxmlformats.org/officeDocument/2006/relationships/oleObject" Target="../embeddings/oleObject76.bin"/></Relationships>
</file>

<file path=ppt/slides/_rels/slide28.xml.rels><?xml version="1.0" encoding="UTF-8" standalone="yes"?>
<Relationships xmlns="http://schemas.openxmlformats.org/package/2006/relationships"><Relationship Id="rId8" Type="http://schemas.openxmlformats.org/officeDocument/2006/relationships/image" Target="../media/image78.wmf"/><Relationship Id="rId13" Type="http://schemas.openxmlformats.org/officeDocument/2006/relationships/oleObject" Target="../embeddings/oleObject82.bin"/><Relationship Id="rId3" Type="http://schemas.openxmlformats.org/officeDocument/2006/relationships/oleObject" Target="../embeddings/oleObject77.bin"/><Relationship Id="rId7" Type="http://schemas.openxmlformats.org/officeDocument/2006/relationships/oleObject" Target="../embeddings/oleObject79.bin"/><Relationship Id="rId12" Type="http://schemas.openxmlformats.org/officeDocument/2006/relationships/image" Target="../media/image80.wmf"/><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77.wmf"/><Relationship Id="rId11" Type="http://schemas.openxmlformats.org/officeDocument/2006/relationships/oleObject" Target="../embeddings/oleObject81.bin"/><Relationship Id="rId5" Type="http://schemas.openxmlformats.org/officeDocument/2006/relationships/oleObject" Target="../embeddings/oleObject78.bin"/><Relationship Id="rId15" Type="http://schemas.openxmlformats.org/officeDocument/2006/relationships/oleObject" Target="../embeddings/oleObject83.bin"/><Relationship Id="rId10" Type="http://schemas.openxmlformats.org/officeDocument/2006/relationships/image" Target="../media/image79.wmf"/><Relationship Id="rId4" Type="http://schemas.openxmlformats.org/officeDocument/2006/relationships/image" Target="../media/image76.wmf"/><Relationship Id="rId9" Type="http://schemas.openxmlformats.org/officeDocument/2006/relationships/oleObject" Target="../embeddings/oleObject80.bin"/><Relationship Id="rId14" Type="http://schemas.openxmlformats.org/officeDocument/2006/relationships/image" Target="../media/image81.wmf"/></Relationships>
</file>

<file path=ppt/slides/_rels/slide29.xml.rels><?xml version="1.0" encoding="UTF-8" standalone="yes"?>
<Relationships xmlns="http://schemas.openxmlformats.org/package/2006/relationships"><Relationship Id="rId8" Type="http://schemas.openxmlformats.org/officeDocument/2006/relationships/image" Target="../media/image84.wmf"/><Relationship Id="rId3" Type="http://schemas.openxmlformats.org/officeDocument/2006/relationships/oleObject" Target="../embeddings/oleObject84.bin"/><Relationship Id="rId7" Type="http://schemas.openxmlformats.org/officeDocument/2006/relationships/oleObject" Target="../embeddings/oleObject86.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83.wmf"/><Relationship Id="rId5" Type="http://schemas.openxmlformats.org/officeDocument/2006/relationships/oleObject" Target="../embeddings/oleObject85.bin"/><Relationship Id="rId10" Type="http://schemas.openxmlformats.org/officeDocument/2006/relationships/oleObject" Target="../embeddings/oleObject88.bin"/><Relationship Id="rId4" Type="http://schemas.openxmlformats.org/officeDocument/2006/relationships/image" Target="../media/image82.wmf"/><Relationship Id="rId9" Type="http://schemas.openxmlformats.org/officeDocument/2006/relationships/oleObject" Target="../embeddings/oleObject87.bin"/></Relationships>
</file>

<file path=ppt/slides/_rels/slide30.xml.rels><?xml version="1.0" encoding="UTF-8" standalone="yes"?>
<Relationships xmlns="http://schemas.openxmlformats.org/package/2006/relationships"><Relationship Id="rId8" Type="http://schemas.openxmlformats.org/officeDocument/2006/relationships/image" Target="../media/image73.wmf"/><Relationship Id="rId13" Type="http://schemas.openxmlformats.org/officeDocument/2006/relationships/oleObject" Target="../embeddings/oleObject94.bin"/><Relationship Id="rId3" Type="http://schemas.openxmlformats.org/officeDocument/2006/relationships/oleObject" Target="../embeddings/oleObject89.bin"/><Relationship Id="rId7" Type="http://schemas.openxmlformats.org/officeDocument/2006/relationships/oleObject" Target="../embeddings/oleObject91.bin"/><Relationship Id="rId12" Type="http://schemas.openxmlformats.org/officeDocument/2006/relationships/image" Target="../media/image88.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86.wmf"/><Relationship Id="rId11" Type="http://schemas.openxmlformats.org/officeDocument/2006/relationships/oleObject" Target="../embeddings/oleObject93.bin"/><Relationship Id="rId5" Type="http://schemas.openxmlformats.org/officeDocument/2006/relationships/oleObject" Target="../embeddings/oleObject90.bin"/><Relationship Id="rId10" Type="http://schemas.openxmlformats.org/officeDocument/2006/relationships/image" Target="../media/image87.wmf"/><Relationship Id="rId4" Type="http://schemas.openxmlformats.org/officeDocument/2006/relationships/image" Target="../media/image85.wmf"/><Relationship Id="rId9" Type="http://schemas.openxmlformats.org/officeDocument/2006/relationships/oleObject" Target="../embeddings/oleObject92.bin"/><Relationship Id="rId14" Type="http://schemas.openxmlformats.org/officeDocument/2006/relationships/image" Target="../media/image89.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100.bin"/><Relationship Id="rId18" Type="http://schemas.openxmlformats.org/officeDocument/2006/relationships/image" Target="../media/image95.wmf"/><Relationship Id="rId26" Type="http://schemas.openxmlformats.org/officeDocument/2006/relationships/image" Target="../media/image99.wmf"/><Relationship Id="rId3" Type="http://schemas.openxmlformats.org/officeDocument/2006/relationships/oleObject" Target="../embeddings/oleObject95.bin"/><Relationship Id="rId21" Type="http://schemas.openxmlformats.org/officeDocument/2006/relationships/oleObject" Target="../embeddings/oleObject104.bin"/><Relationship Id="rId7" Type="http://schemas.openxmlformats.org/officeDocument/2006/relationships/oleObject" Target="../embeddings/oleObject97.bin"/><Relationship Id="rId12" Type="http://schemas.openxmlformats.org/officeDocument/2006/relationships/image" Target="../media/image93.wmf"/><Relationship Id="rId17" Type="http://schemas.openxmlformats.org/officeDocument/2006/relationships/oleObject" Target="../embeddings/oleObject102.bin"/><Relationship Id="rId25" Type="http://schemas.openxmlformats.org/officeDocument/2006/relationships/oleObject" Target="../embeddings/oleObject106.bin"/><Relationship Id="rId2" Type="http://schemas.openxmlformats.org/officeDocument/2006/relationships/slideLayout" Target="../slideLayouts/slideLayout2.xml"/><Relationship Id="rId16" Type="http://schemas.openxmlformats.org/officeDocument/2006/relationships/image" Target="../media/image36.wmf"/><Relationship Id="rId20" Type="http://schemas.openxmlformats.org/officeDocument/2006/relationships/image" Target="../media/image96.wmf"/><Relationship Id="rId1" Type="http://schemas.openxmlformats.org/officeDocument/2006/relationships/vmlDrawing" Target="../drawings/vmlDrawing19.vml"/><Relationship Id="rId6" Type="http://schemas.openxmlformats.org/officeDocument/2006/relationships/image" Target="../media/image91.wmf"/><Relationship Id="rId11" Type="http://schemas.openxmlformats.org/officeDocument/2006/relationships/oleObject" Target="../embeddings/oleObject99.bin"/><Relationship Id="rId24" Type="http://schemas.openxmlformats.org/officeDocument/2006/relationships/image" Target="../media/image98.wmf"/><Relationship Id="rId5" Type="http://schemas.openxmlformats.org/officeDocument/2006/relationships/oleObject" Target="../embeddings/oleObject96.bin"/><Relationship Id="rId15" Type="http://schemas.openxmlformats.org/officeDocument/2006/relationships/oleObject" Target="../embeddings/oleObject101.bin"/><Relationship Id="rId23" Type="http://schemas.openxmlformats.org/officeDocument/2006/relationships/oleObject" Target="../embeddings/oleObject105.bin"/><Relationship Id="rId10" Type="http://schemas.openxmlformats.org/officeDocument/2006/relationships/image" Target="../media/image92.wmf"/><Relationship Id="rId19" Type="http://schemas.openxmlformats.org/officeDocument/2006/relationships/oleObject" Target="../embeddings/oleObject103.bin"/><Relationship Id="rId4" Type="http://schemas.openxmlformats.org/officeDocument/2006/relationships/image" Target="../media/image90.wmf"/><Relationship Id="rId9" Type="http://schemas.openxmlformats.org/officeDocument/2006/relationships/oleObject" Target="../embeddings/oleObject98.bin"/><Relationship Id="rId14" Type="http://schemas.openxmlformats.org/officeDocument/2006/relationships/image" Target="../media/image94.wmf"/><Relationship Id="rId22" Type="http://schemas.openxmlformats.org/officeDocument/2006/relationships/image" Target="../media/image97.wmf"/></Relationships>
</file>

<file path=ppt/slides/_rels/slide33.xml.rels><?xml version="1.0" encoding="UTF-8" standalone="yes"?>
<Relationships xmlns="http://schemas.openxmlformats.org/package/2006/relationships"><Relationship Id="rId8" Type="http://schemas.openxmlformats.org/officeDocument/2006/relationships/image" Target="../media/image102.wmf"/><Relationship Id="rId13" Type="http://schemas.openxmlformats.org/officeDocument/2006/relationships/oleObject" Target="../embeddings/oleObject112.bin"/><Relationship Id="rId18" Type="http://schemas.openxmlformats.org/officeDocument/2006/relationships/image" Target="../media/image107.wmf"/><Relationship Id="rId3" Type="http://schemas.openxmlformats.org/officeDocument/2006/relationships/oleObject" Target="../embeddings/oleObject107.bin"/><Relationship Id="rId7" Type="http://schemas.openxmlformats.org/officeDocument/2006/relationships/oleObject" Target="../embeddings/oleObject109.bin"/><Relationship Id="rId12" Type="http://schemas.openxmlformats.org/officeDocument/2006/relationships/image" Target="../media/image104.wmf"/><Relationship Id="rId17" Type="http://schemas.openxmlformats.org/officeDocument/2006/relationships/oleObject" Target="../embeddings/oleObject114.bin"/><Relationship Id="rId2" Type="http://schemas.openxmlformats.org/officeDocument/2006/relationships/slideLayout" Target="../slideLayouts/slideLayout2.xml"/><Relationship Id="rId16" Type="http://schemas.openxmlformats.org/officeDocument/2006/relationships/image" Target="../media/image106.wmf"/><Relationship Id="rId1" Type="http://schemas.openxmlformats.org/officeDocument/2006/relationships/vmlDrawing" Target="../drawings/vmlDrawing20.vml"/><Relationship Id="rId6" Type="http://schemas.openxmlformats.org/officeDocument/2006/relationships/image" Target="../media/image101.wmf"/><Relationship Id="rId11" Type="http://schemas.openxmlformats.org/officeDocument/2006/relationships/oleObject" Target="../embeddings/oleObject111.bin"/><Relationship Id="rId5" Type="http://schemas.openxmlformats.org/officeDocument/2006/relationships/oleObject" Target="../embeddings/oleObject108.bin"/><Relationship Id="rId15" Type="http://schemas.openxmlformats.org/officeDocument/2006/relationships/oleObject" Target="../embeddings/oleObject113.bin"/><Relationship Id="rId10" Type="http://schemas.openxmlformats.org/officeDocument/2006/relationships/image" Target="../media/image103.wmf"/><Relationship Id="rId4" Type="http://schemas.openxmlformats.org/officeDocument/2006/relationships/image" Target="../media/image100.wmf"/><Relationship Id="rId9" Type="http://schemas.openxmlformats.org/officeDocument/2006/relationships/oleObject" Target="../embeddings/oleObject110.bin"/><Relationship Id="rId14" Type="http://schemas.openxmlformats.org/officeDocument/2006/relationships/image" Target="../media/image105.wmf"/></Relationships>
</file>

<file path=ppt/slides/_rels/slide34.xml.rels><?xml version="1.0" encoding="UTF-8" standalone="yes"?>
<Relationships xmlns="http://schemas.openxmlformats.org/package/2006/relationships"><Relationship Id="rId8" Type="http://schemas.openxmlformats.org/officeDocument/2006/relationships/image" Target="../media/image110.wmf"/><Relationship Id="rId13" Type="http://schemas.openxmlformats.org/officeDocument/2006/relationships/oleObject" Target="../embeddings/oleObject120.bin"/><Relationship Id="rId3" Type="http://schemas.openxmlformats.org/officeDocument/2006/relationships/oleObject" Target="../embeddings/oleObject115.bin"/><Relationship Id="rId7" Type="http://schemas.openxmlformats.org/officeDocument/2006/relationships/oleObject" Target="../embeddings/oleObject117.bin"/><Relationship Id="rId12" Type="http://schemas.openxmlformats.org/officeDocument/2006/relationships/image" Target="../media/image112.wmf"/><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109.wmf"/><Relationship Id="rId11" Type="http://schemas.openxmlformats.org/officeDocument/2006/relationships/oleObject" Target="../embeddings/oleObject119.bin"/><Relationship Id="rId5" Type="http://schemas.openxmlformats.org/officeDocument/2006/relationships/oleObject" Target="../embeddings/oleObject116.bin"/><Relationship Id="rId10" Type="http://schemas.openxmlformats.org/officeDocument/2006/relationships/image" Target="../media/image111.wmf"/><Relationship Id="rId4" Type="http://schemas.openxmlformats.org/officeDocument/2006/relationships/image" Target="../media/image108.wmf"/><Relationship Id="rId9" Type="http://schemas.openxmlformats.org/officeDocument/2006/relationships/oleObject" Target="../embeddings/oleObject118.bin"/><Relationship Id="rId14" Type="http://schemas.openxmlformats.org/officeDocument/2006/relationships/image" Target="../media/image113.wmf"/></Relationships>
</file>

<file path=ppt/slides/_rels/slide35.xml.rels><?xml version="1.0" encoding="UTF-8" standalone="yes"?>
<Relationships xmlns="http://schemas.openxmlformats.org/package/2006/relationships"><Relationship Id="rId8" Type="http://schemas.openxmlformats.org/officeDocument/2006/relationships/image" Target="../media/image116.wmf"/><Relationship Id="rId3" Type="http://schemas.openxmlformats.org/officeDocument/2006/relationships/oleObject" Target="../embeddings/oleObject121.bin"/><Relationship Id="rId7" Type="http://schemas.openxmlformats.org/officeDocument/2006/relationships/oleObject" Target="../embeddings/oleObject123.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115.wmf"/><Relationship Id="rId5" Type="http://schemas.openxmlformats.org/officeDocument/2006/relationships/oleObject" Target="../embeddings/oleObject122.bin"/><Relationship Id="rId10" Type="http://schemas.openxmlformats.org/officeDocument/2006/relationships/image" Target="../media/image117.wmf"/><Relationship Id="rId4" Type="http://schemas.openxmlformats.org/officeDocument/2006/relationships/image" Target="../media/image114.emf"/><Relationship Id="rId9" Type="http://schemas.openxmlformats.org/officeDocument/2006/relationships/oleObject" Target="../embeddings/oleObject124.bin"/></Relationships>
</file>

<file path=ppt/slides/_rels/slide36.xml.rels><?xml version="1.0" encoding="UTF-8" standalone="yes"?>
<Relationships xmlns="http://schemas.openxmlformats.org/package/2006/relationships"><Relationship Id="rId8" Type="http://schemas.openxmlformats.org/officeDocument/2006/relationships/image" Target="../media/image120.wmf"/><Relationship Id="rId13" Type="http://schemas.openxmlformats.org/officeDocument/2006/relationships/oleObject" Target="../embeddings/oleObject130.bin"/><Relationship Id="rId18" Type="http://schemas.openxmlformats.org/officeDocument/2006/relationships/image" Target="../media/image125.wmf"/><Relationship Id="rId3" Type="http://schemas.openxmlformats.org/officeDocument/2006/relationships/oleObject" Target="../embeddings/oleObject125.bin"/><Relationship Id="rId21" Type="http://schemas.openxmlformats.org/officeDocument/2006/relationships/oleObject" Target="../embeddings/oleObject134.bin"/><Relationship Id="rId7" Type="http://schemas.openxmlformats.org/officeDocument/2006/relationships/oleObject" Target="../embeddings/oleObject127.bin"/><Relationship Id="rId12" Type="http://schemas.openxmlformats.org/officeDocument/2006/relationships/image" Target="../media/image122.wmf"/><Relationship Id="rId17" Type="http://schemas.openxmlformats.org/officeDocument/2006/relationships/oleObject" Target="../embeddings/oleObject132.bin"/><Relationship Id="rId2" Type="http://schemas.openxmlformats.org/officeDocument/2006/relationships/slideLayout" Target="../slideLayouts/slideLayout2.xml"/><Relationship Id="rId16" Type="http://schemas.openxmlformats.org/officeDocument/2006/relationships/image" Target="../media/image124.wmf"/><Relationship Id="rId20" Type="http://schemas.openxmlformats.org/officeDocument/2006/relationships/image" Target="../media/image126.wmf"/><Relationship Id="rId1" Type="http://schemas.openxmlformats.org/officeDocument/2006/relationships/vmlDrawing" Target="../drawings/vmlDrawing23.vml"/><Relationship Id="rId6" Type="http://schemas.openxmlformats.org/officeDocument/2006/relationships/image" Target="../media/image119.wmf"/><Relationship Id="rId11" Type="http://schemas.openxmlformats.org/officeDocument/2006/relationships/oleObject" Target="../embeddings/oleObject129.bin"/><Relationship Id="rId5" Type="http://schemas.openxmlformats.org/officeDocument/2006/relationships/oleObject" Target="../embeddings/oleObject126.bin"/><Relationship Id="rId15" Type="http://schemas.openxmlformats.org/officeDocument/2006/relationships/oleObject" Target="../embeddings/oleObject131.bin"/><Relationship Id="rId10" Type="http://schemas.openxmlformats.org/officeDocument/2006/relationships/image" Target="../media/image121.wmf"/><Relationship Id="rId19" Type="http://schemas.openxmlformats.org/officeDocument/2006/relationships/oleObject" Target="../embeddings/oleObject133.bin"/><Relationship Id="rId4" Type="http://schemas.openxmlformats.org/officeDocument/2006/relationships/image" Target="../media/image118.wmf"/><Relationship Id="rId9" Type="http://schemas.openxmlformats.org/officeDocument/2006/relationships/oleObject" Target="../embeddings/oleObject128.bin"/><Relationship Id="rId14" Type="http://schemas.openxmlformats.org/officeDocument/2006/relationships/image" Target="../media/image123.wmf"/><Relationship Id="rId22" Type="http://schemas.openxmlformats.org/officeDocument/2006/relationships/image" Target="../media/image127.wmf"/></Relationships>
</file>

<file path=ppt/slides/_rels/slide37.xml.rels><?xml version="1.0" encoding="UTF-8" standalone="yes"?>
<Relationships xmlns="http://schemas.openxmlformats.org/package/2006/relationships"><Relationship Id="rId8" Type="http://schemas.openxmlformats.org/officeDocument/2006/relationships/image" Target="../media/image128.wmf"/><Relationship Id="rId13" Type="http://schemas.openxmlformats.org/officeDocument/2006/relationships/oleObject" Target="../embeddings/oleObject140.bin"/><Relationship Id="rId3" Type="http://schemas.openxmlformats.org/officeDocument/2006/relationships/oleObject" Target="../embeddings/oleObject135.bin"/><Relationship Id="rId7" Type="http://schemas.openxmlformats.org/officeDocument/2006/relationships/oleObject" Target="../embeddings/oleObject137.bin"/><Relationship Id="rId12" Type="http://schemas.openxmlformats.org/officeDocument/2006/relationships/image" Target="../media/image130.wmf"/><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109.wmf"/><Relationship Id="rId11" Type="http://schemas.openxmlformats.org/officeDocument/2006/relationships/oleObject" Target="../embeddings/oleObject139.bin"/><Relationship Id="rId5" Type="http://schemas.openxmlformats.org/officeDocument/2006/relationships/oleObject" Target="../embeddings/oleObject136.bin"/><Relationship Id="rId10" Type="http://schemas.openxmlformats.org/officeDocument/2006/relationships/image" Target="../media/image129.wmf"/><Relationship Id="rId4" Type="http://schemas.openxmlformats.org/officeDocument/2006/relationships/image" Target="../media/image116.wmf"/><Relationship Id="rId9" Type="http://schemas.openxmlformats.org/officeDocument/2006/relationships/oleObject" Target="../embeddings/oleObject138.bin"/><Relationship Id="rId14" Type="http://schemas.openxmlformats.org/officeDocument/2006/relationships/image" Target="../media/image131.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3" Type="http://schemas.openxmlformats.org/officeDocument/2006/relationships/oleObject" Target="../embeddings/oleObject146.bin"/><Relationship Id="rId18" Type="http://schemas.openxmlformats.org/officeDocument/2006/relationships/image" Target="../media/image36.wmf"/><Relationship Id="rId26" Type="http://schemas.openxmlformats.org/officeDocument/2006/relationships/image" Target="../media/image140.wmf"/><Relationship Id="rId3" Type="http://schemas.openxmlformats.org/officeDocument/2006/relationships/oleObject" Target="../embeddings/oleObject141.bin"/><Relationship Id="rId21" Type="http://schemas.openxmlformats.org/officeDocument/2006/relationships/oleObject" Target="../embeddings/oleObject150.bin"/><Relationship Id="rId34" Type="http://schemas.openxmlformats.org/officeDocument/2006/relationships/image" Target="../media/image144.wmf"/><Relationship Id="rId7" Type="http://schemas.openxmlformats.org/officeDocument/2006/relationships/oleObject" Target="../embeddings/oleObject143.bin"/><Relationship Id="rId12" Type="http://schemas.openxmlformats.org/officeDocument/2006/relationships/image" Target="../media/image135.wmf"/><Relationship Id="rId17" Type="http://schemas.openxmlformats.org/officeDocument/2006/relationships/oleObject" Target="../embeddings/oleObject148.bin"/><Relationship Id="rId25" Type="http://schemas.openxmlformats.org/officeDocument/2006/relationships/oleObject" Target="../embeddings/oleObject152.bin"/><Relationship Id="rId33" Type="http://schemas.openxmlformats.org/officeDocument/2006/relationships/oleObject" Target="../embeddings/oleObject156.bin"/><Relationship Id="rId2" Type="http://schemas.openxmlformats.org/officeDocument/2006/relationships/slideLayout" Target="../slideLayouts/slideLayout2.xml"/><Relationship Id="rId16" Type="http://schemas.openxmlformats.org/officeDocument/2006/relationships/image" Target="../media/image136.wmf"/><Relationship Id="rId20" Type="http://schemas.openxmlformats.org/officeDocument/2006/relationships/image" Target="../media/image137.wmf"/><Relationship Id="rId29" Type="http://schemas.openxmlformats.org/officeDocument/2006/relationships/oleObject" Target="../embeddings/oleObject154.bin"/><Relationship Id="rId1" Type="http://schemas.openxmlformats.org/officeDocument/2006/relationships/vmlDrawing" Target="../drawings/vmlDrawing25.vml"/><Relationship Id="rId6" Type="http://schemas.openxmlformats.org/officeDocument/2006/relationships/image" Target="../media/image133.wmf"/><Relationship Id="rId11" Type="http://schemas.openxmlformats.org/officeDocument/2006/relationships/oleObject" Target="../embeddings/oleObject145.bin"/><Relationship Id="rId24" Type="http://schemas.openxmlformats.org/officeDocument/2006/relationships/image" Target="../media/image139.wmf"/><Relationship Id="rId32" Type="http://schemas.openxmlformats.org/officeDocument/2006/relationships/image" Target="../media/image143.wmf"/><Relationship Id="rId5" Type="http://schemas.openxmlformats.org/officeDocument/2006/relationships/oleObject" Target="../embeddings/oleObject142.bin"/><Relationship Id="rId15" Type="http://schemas.openxmlformats.org/officeDocument/2006/relationships/oleObject" Target="../embeddings/oleObject147.bin"/><Relationship Id="rId23" Type="http://schemas.openxmlformats.org/officeDocument/2006/relationships/oleObject" Target="../embeddings/oleObject151.bin"/><Relationship Id="rId28" Type="http://schemas.openxmlformats.org/officeDocument/2006/relationships/image" Target="../media/image141.wmf"/><Relationship Id="rId10" Type="http://schemas.openxmlformats.org/officeDocument/2006/relationships/image" Target="../media/image134.wmf"/><Relationship Id="rId19" Type="http://schemas.openxmlformats.org/officeDocument/2006/relationships/oleObject" Target="../embeddings/oleObject149.bin"/><Relationship Id="rId31" Type="http://schemas.openxmlformats.org/officeDocument/2006/relationships/oleObject" Target="../embeddings/oleObject155.bin"/><Relationship Id="rId4" Type="http://schemas.openxmlformats.org/officeDocument/2006/relationships/image" Target="../media/image132.wmf"/><Relationship Id="rId9" Type="http://schemas.openxmlformats.org/officeDocument/2006/relationships/oleObject" Target="../embeddings/oleObject144.bin"/><Relationship Id="rId14" Type="http://schemas.openxmlformats.org/officeDocument/2006/relationships/image" Target="../media/image34.wmf"/><Relationship Id="rId22" Type="http://schemas.openxmlformats.org/officeDocument/2006/relationships/image" Target="../media/image138.wmf"/><Relationship Id="rId27" Type="http://schemas.openxmlformats.org/officeDocument/2006/relationships/oleObject" Target="../embeddings/oleObject153.bin"/><Relationship Id="rId30" Type="http://schemas.openxmlformats.org/officeDocument/2006/relationships/image" Target="../media/image142.wmf"/><Relationship Id="rId8" Type="http://schemas.openxmlformats.org/officeDocument/2006/relationships/image" Target="../media/image31.wmf"/></Relationships>
</file>

<file path=ppt/slides/_rels/slide40.xml.rels><?xml version="1.0" encoding="UTF-8" standalone="yes"?>
<Relationships xmlns="http://schemas.openxmlformats.org/package/2006/relationships"><Relationship Id="rId8" Type="http://schemas.openxmlformats.org/officeDocument/2006/relationships/image" Target="../media/image102.wmf"/><Relationship Id="rId13" Type="http://schemas.openxmlformats.org/officeDocument/2006/relationships/oleObject" Target="../embeddings/oleObject162.bin"/><Relationship Id="rId18" Type="http://schemas.openxmlformats.org/officeDocument/2006/relationships/image" Target="../media/image149.wmf"/><Relationship Id="rId26" Type="http://schemas.openxmlformats.org/officeDocument/2006/relationships/image" Target="../media/image152.wmf"/><Relationship Id="rId3" Type="http://schemas.openxmlformats.org/officeDocument/2006/relationships/oleObject" Target="../embeddings/oleObject157.bin"/><Relationship Id="rId21" Type="http://schemas.openxmlformats.org/officeDocument/2006/relationships/oleObject" Target="../embeddings/oleObject166.bin"/><Relationship Id="rId7" Type="http://schemas.openxmlformats.org/officeDocument/2006/relationships/oleObject" Target="../embeddings/oleObject159.bin"/><Relationship Id="rId12" Type="http://schemas.openxmlformats.org/officeDocument/2006/relationships/image" Target="../media/image147.wmf"/><Relationship Id="rId17" Type="http://schemas.openxmlformats.org/officeDocument/2006/relationships/oleObject" Target="../embeddings/oleObject164.bin"/><Relationship Id="rId25" Type="http://schemas.openxmlformats.org/officeDocument/2006/relationships/oleObject" Target="../embeddings/oleObject168.bin"/><Relationship Id="rId2" Type="http://schemas.openxmlformats.org/officeDocument/2006/relationships/slideLayout" Target="../slideLayouts/slideLayout2.xml"/><Relationship Id="rId16" Type="http://schemas.openxmlformats.org/officeDocument/2006/relationships/image" Target="../media/image106.wmf"/><Relationship Id="rId20" Type="http://schemas.openxmlformats.org/officeDocument/2006/relationships/image" Target="../media/image131.wmf"/><Relationship Id="rId29" Type="http://schemas.openxmlformats.org/officeDocument/2006/relationships/oleObject" Target="../embeddings/oleObject170.bin"/><Relationship Id="rId1" Type="http://schemas.openxmlformats.org/officeDocument/2006/relationships/vmlDrawing" Target="../drawings/vmlDrawing26.vml"/><Relationship Id="rId6" Type="http://schemas.openxmlformats.org/officeDocument/2006/relationships/image" Target="../media/image101.wmf"/><Relationship Id="rId11" Type="http://schemas.openxmlformats.org/officeDocument/2006/relationships/oleObject" Target="../embeddings/oleObject161.bin"/><Relationship Id="rId24" Type="http://schemas.openxmlformats.org/officeDocument/2006/relationships/image" Target="../media/image151.wmf"/><Relationship Id="rId5" Type="http://schemas.openxmlformats.org/officeDocument/2006/relationships/oleObject" Target="../embeddings/oleObject158.bin"/><Relationship Id="rId15" Type="http://schemas.openxmlformats.org/officeDocument/2006/relationships/oleObject" Target="../embeddings/oleObject163.bin"/><Relationship Id="rId23" Type="http://schemas.openxmlformats.org/officeDocument/2006/relationships/oleObject" Target="../embeddings/oleObject167.bin"/><Relationship Id="rId28" Type="http://schemas.openxmlformats.org/officeDocument/2006/relationships/image" Target="../media/image153.wmf"/><Relationship Id="rId10" Type="http://schemas.openxmlformats.org/officeDocument/2006/relationships/image" Target="../media/image146.wmf"/><Relationship Id="rId19" Type="http://schemas.openxmlformats.org/officeDocument/2006/relationships/oleObject" Target="../embeddings/oleObject165.bin"/><Relationship Id="rId4" Type="http://schemas.openxmlformats.org/officeDocument/2006/relationships/image" Target="../media/image145.wmf"/><Relationship Id="rId9" Type="http://schemas.openxmlformats.org/officeDocument/2006/relationships/oleObject" Target="../embeddings/oleObject160.bin"/><Relationship Id="rId14" Type="http://schemas.openxmlformats.org/officeDocument/2006/relationships/image" Target="../media/image148.wmf"/><Relationship Id="rId22" Type="http://schemas.openxmlformats.org/officeDocument/2006/relationships/image" Target="../media/image150.wmf"/><Relationship Id="rId27" Type="http://schemas.openxmlformats.org/officeDocument/2006/relationships/oleObject" Target="../embeddings/oleObject169.bin"/><Relationship Id="rId30" Type="http://schemas.openxmlformats.org/officeDocument/2006/relationships/image" Target="../media/image154.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157.wmf"/><Relationship Id="rId3" Type="http://schemas.openxmlformats.org/officeDocument/2006/relationships/oleObject" Target="../embeddings/oleObject171.bin"/><Relationship Id="rId7" Type="http://schemas.openxmlformats.org/officeDocument/2006/relationships/oleObject" Target="../embeddings/oleObject173.bin"/><Relationship Id="rId12" Type="http://schemas.openxmlformats.org/officeDocument/2006/relationships/image" Target="../media/image159.wmf"/><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156.wmf"/><Relationship Id="rId11" Type="http://schemas.openxmlformats.org/officeDocument/2006/relationships/oleObject" Target="../embeddings/oleObject175.bin"/><Relationship Id="rId5" Type="http://schemas.openxmlformats.org/officeDocument/2006/relationships/oleObject" Target="../embeddings/oleObject172.bin"/><Relationship Id="rId10" Type="http://schemas.openxmlformats.org/officeDocument/2006/relationships/image" Target="../media/image158.wmf"/><Relationship Id="rId4" Type="http://schemas.openxmlformats.org/officeDocument/2006/relationships/image" Target="../media/image155.wmf"/><Relationship Id="rId9" Type="http://schemas.openxmlformats.org/officeDocument/2006/relationships/oleObject" Target="../embeddings/oleObject174.bin"/></Relationships>
</file>

<file path=ppt/slides/_rels/slide43.xml.rels><?xml version="1.0" encoding="UTF-8" standalone="yes"?>
<Relationships xmlns="http://schemas.openxmlformats.org/package/2006/relationships"><Relationship Id="rId8" Type="http://schemas.openxmlformats.org/officeDocument/2006/relationships/image" Target="../media/image162.wmf"/><Relationship Id="rId13" Type="http://schemas.openxmlformats.org/officeDocument/2006/relationships/oleObject" Target="../embeddings/oleObject181.bin"/><Relationship Id="rId18" Type="http://schemas.openxmlformats.org/officeDocument/2006/relationships/image" Target="../media/image167.wmf"/><Relationship Id="rId3" Type="http://schemas.openxmlformats.org/officeDocument/2006/relationships/oleObject" Target="../embeddings/oleObject176.bin"/><Relationship Id="rId7" Type="http://schemas.openxmlformats.org/officeDocument/2006/relationships/oleObject" Target="../embeddings/oleObject178.bin"/><Relationship Id="rId12" Type="http://schemas.openxmlformats.org/officeDocument/2006/relationships/image" Target="../media/image164.wmf"/><Relationship Id="rId17" Type="http://schemas.openxmlformats.org/officeDocument/2006/relationships/oleObject" Target="../embeddings/oleObject183.bin"/><Relationship Id="rId2" Type="http://schemas.openxmlformats.org/officeDocument/2006/relationships/slideLayout" Target="../slideLayouts/slideLayout2.xml"/><Relationship Id="rId16" Type="http://schemas.openxmlformats.org/officeDocument/2006/relationships/image" Target="../media/image166.wmf"/><Relationship Id="rId1" Type="http://schemas.openxmlformats.org/officeDocument/2006/relationships/vmlDrawing" Target="../drawings/vmlDrawing28.vml"/><Relationship Id="rId6" Type="http://schemas.openxmlformats.org/officeDocument/2006/relationships/image" Target="../media/image161.wmf"/><Relationship Id="rId11" Type="http://schemas.openxmlformats.org/officeDocument/2006/relationships/oleObject" Target="../embeddings/oleObject180.bin"/><Relationship Id="rId5" Type="http://schemas.openxmlformats.org/officeDocument/2006/relationships/oleObject" Target="../embeddings/oleObject177.bin"/><Relationship Id="rId15" Type="http://schemas.openxmlformats.org/officeDocument/2006/relationships/oleObject" Target="../embeddings/oleObject182.bin"/><Relationship Id="rId10" Type="http://schemas.openxmlformats.org/officeDocument/2006/relationships/image" Target="../media/image163.wmf"/><Relationship Id="rId4" Type="http://schemas.openxmlformats.org/officeDocument/2006/relationships/image" Target="../media/image160.wmf"/><Relationship Id="rId9" Type="http://schemas.openxmlformats.org/officeDocument/2006/relationships/oleObject" Target="../embeddings/oleObject179.bin"/><Relationship Id="rId14" Type="http://schemas.openxmlformats.org/officeDocument/2006/relationships/image" Target="../media/image165.wmf"/></Relationships>
</file>

<file path=ppt/slides/_rels/slide44.xml.rels><?xml version="1.0" encoding="UTF-8" standalone="yes"?>
<Relationships xmlns="http://schemas.openxmlformats.org/package/2006/relationships"><Relationship Id="rId8" Type="http://schemas.openxmlformats.org/officeDocument/2006/relationships/image" Target="../media/image168.wmf"/><Relationship Id="rId13" Type="http://schemas.openxmlformats.org/officeDocument/2006/relationships/oleObject" Target="../embeddings/oleObject190.bin"/><Relationship Id="rId18" Type="http://schemas.openxmlformats.org/officeDocument/2006/relationships/image" Target="../media/image172.wmf"/><Relationship Id="rId3" Type="http://schemas.openxmlformats.org/officeDocument/2006/relationships/oleObject" Target="../embeddings/oleObject184.bin"/><Relationship Id="rId7" Type="http://schemas.openxmlformats.org/officeDocument/2006/relationships/oleObject" Target="../embeddings/oleObject186.bin"/><Relationship Id="rId12" Type="http://schemas.openxmlformats.org/officeDocument/2006/relationships/oleObject" Target="../embeddings/oleObject189.bin"/><Relationship Id="rId17" Type="http://schemas.openxmlformats.org/officeDocument/2006/relationships/oleObject" Target="../embeddings/oleObject192.bin"/><Relationship Id="rId2" Type="http://schemas.openxmlformats.org/officeDocument/2006/relationships/slideLayout" Target="../slideLayouts/slideLayout2.xml"/><Relationship Id="rId16" Type="http://schemas.openxmlformats.org/officeDocument/2006/relationships/image" Target="../media/image171.wmf"/><Relationship Id="rId1" Type="http://schemas.openxmlformats.org/officeDocument/2006/relationships/vmlDrawing" Target="../drawings/vmlDrawing29.vml"/><Relationship Id="rId6" Type="http://schemas.openxmlformats.org/officeDocument/2006/relationships/image" Target="../media/image156.wmf"/><Relationship Id="rId11" Type="http://schemas.openxmlformats.org/officeDocument/2006/relationships/oleObject" Target="../embeddings/oleObject188.bin"/><Relationship Id="rId5" Type="http://schemas.openxmlformats.org/officeDocument/2006/relationships/oleObject" Target="../embeddings/oleObject185.bin"/><Relationship Id="rId15" Type="http://schemas.openxmlformats.org/officeDocument/2006/relationships/oleObject" Target="../embeddings/oleObject191.bin"/><Relationship Id="rId10" Type="http://schemas.openxmlformats.org/officeDocument/2006/relationships/image" Target="../media/image169.wmf"/><Relationship Id="rId4" Type="http://schemas.openxmlformats.org/officeDocument/2006/relationships/image" Target="../media/image155.wmf"/><Relationship Id="rId9" Type="http://schemas.openxmlformats.org/officeDocument/2006/relationships/oleObject" Target="../embeddings/oleObject187.bin"/><Relationship Id="rId14" Type="http://schemas.openxmlformats.org/officeDocument/2006/relationships/image" Target="../media/image170.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3" Type="http://schemas.openxmlformats.org/officeDocument/2006/relationships/oleObject" Target="../embeddings/oleObject198.bin"/><Relationship Id="rId18" Type="http://schemas.openxmlformats.org/officeDocument/2006/relationships/image" Target="../media/image180.wmf"/><Relationship Id="rId26" Type="http://schemas.openxmlformats.org/officeDocument/2006/relationships/image" Target="../media/image184.wmf"/><Relationship Id="rId3" Type="http://schemas.openxmlformats.org/officeDocument/2006/relationships/oleObject" Target="../embeddings/oleObject193.bin"/><Relationship Id="rId21" Type="http://schemas.openxmlformats.org/officeDocument/2006/relationships/oleObject" Target="../embeddings/oleObject202.bin"/><Relationship Id="rId34" Type="http://schemas.openxmlformats.org/officeDocument/2006/relationships/image" Target="../media/image188.wmf"/><Relationship Id="rId7" Type="http://schemas.openxmlformats.org/officeDocument/2006/relationships/oleObject" Target="../embeddings/oleObject195.bin"/><Relationship Id="rId12" Type="http://schemas.openxmlformats.org/officeDocument/2006/relationships/image" Target="../media/image177.wmf"/><Relationship Id="rId17" Type="http://schemas.openxmlformats.org/officeDocument/2006/relationships/oleObject" Target="../embeddings/oleObject200.bin"/><Relationship Id="rId25" Type="http://schemas.openxmlformats.org/officeDocument/2006/relationships/oleObject" Target="../embeddings/oleObject204.bin"/><Relationship Id="rId33" Type="http://schemas.openxmlformats.org/officeDocument/2006/relationships/oleObject" Target="../embeddings/oleObject208.bin"/><Relationship Id="rId2" Type="http://schemas.openxmlformats.org/officeDocument/2006/relationships/slideLayout" Target="../slideLayouts/slideLayout2.xml"/><Relationship Id="rId16" Type="http://schemas.openxmlformats.org/officeDocument/2006/relationships/image" Target="../media/image179.wmf"/><Relationship Id="rId20" Type="http://schemas.openxmlformats.org/officeDocument/2006/relationships/image" Target="../media/image181.wmf"/><Relationship Id="rId29" Type="http://schemas.openxmlformats.org/officeDocument/2006/relationships/oleObject" Target="../embeddings/oleObject206.bin"/><Relationship Id="rId1" Type="http://schemas.openxmlformats.org/officeDocument/2006/relationships/vmlDrawing" Target="../drawings/vmlDrawing30.vml"/><Relationship Id="rId6" Type="http://schemas.openxmlformats.org/officeDocument/2006/relationships/image" Target="../media/image174.wmf"/><Relationship Id="rId11" Type="http://schemas.openxmlformats.org/officeDocument/2006/relationships/oleObject" Target="../embeddings/oleObject197.bin"/><Relationship Id="rId24" Type="http://schemas.openxmlformats.org/officeDocument/2006/relationships/image" Target="../media/image183.wmf"/><Relationship Id="rId32" Type="http://schemas.openxmlformats.org/officeDocument/2006/relationships/image" Target="../media/image187.wmf"/><Relationship Id="rId5" Type="http://schemas.openxmlformats.org/officeDocument/2006/relationships/oleObject" Target="../embeddings/oleObject194.bin"/><Relationship Id="rId15" Type="http://schemas.openxmlformats.org/officeDocument/2006/relationships/oleObject" Target="../embeddings/oleObject199.bin"/><Relationship Id="rId23" Type="http://schemas.openxmlformats.org/officeDocument/2006/relationships/oleObject" Target="../embeddings/oleObject203.bin"/><Relationship Id="rId28" Type="http://schemas.openxmlformats.org/officeDocument/2006/relationships/image" Target="../media/image185.wmf"/><Relationship Id="rId10" Type="http://schemas.openxmlformats.org/officeDocument/2006/relationships/image" Target="../media/image176.wmf"/><Relationship Id="rId19" Type="http://schemas.openxmlformats.org/officeDocument/2006/relationships/oleObject" Target="../embeddings/oleObject201.bin"/><Relationship Id="rId31" Type="http://schemas.openxmlformats.org/officeDocument/2006/relationships/oleObject" Target="../embeddings/oleObject207.bin"/><Relationship Id="rId4" Type="http://schemas.openxmlformats.org/officeDocument/2006/relationships/image" Target="../media/image173.wmf"/><Relationship Id="rId9" Type="http://schemas.openxmlformats.org/officeDocument/2006/relationships/oleObject" Target="../embeddings/oleObject196.bin"/><Relationship Id="rId14" Type="http://schemas.openxmlformats.org/officeDocument/2006/relationships/image" Target="../media/image178.wmf"/><Relationship Id="rId22" Type="http://schemas.openxmlformats.org/officeDocument/2006/relationships/image" Target="../media/image182.wmf"/><Relationship Id="rId27" Type="http://schemas.openxmlformats.org/officeDocument/2006/relationships/oleObject" Target="../embeddings/oleObject205.bin"/><Relationship Id="rId30" Type="http://schemas.openxmlformats.org/officeDocument/2006/relationships/image" Target="../media/image186.wmf"/><Relationship Id="rId8" Type="http://schemas.openxmlformats.org/officeDocument/2006/relationships/image" Target="../media/image175.wmf"/></Relationships>
</file>

<file path=ppt/slides/_rels/slide47.xml.rels><?xml version="1.0" encoding="UTF-8" standalone="yes"?>
<Relationships xmlns="http://schemas.openxmlformats.org/package/2006/relationships"><Relationship Id="rId8" Type="http://schemas.openxmlformats.org/officeDocument/2006/relationships/image" Target="../media/image102.wmf"/><Relationship Id="rId13" Type="http://schemas.openxmlformats.org/officeDocument/2006/relationships/oleObject" Target="../embeddings/oleObject214.bin"/><Relationship Id="rId18" Type="http://schemas.openxmlformats.org/officeDocument/2006/relationships/image" Target="../media/image194.wmf"/><Relationship Id="rId26" Type="http://schemas.openxmlformats.org/officeDocument/2006/relationships/image" Target="../media/image152.wmf"/><Relationship Id="rId3" Type="http://schemas.openxmlformats.org/officeDocument/2006/relationships/oleObject" Target="../embeddings/oleObject209.bin"/><Relationship Id="rId21" Type="http://schemas.openxmlformats.org/officeDocument/2006/relationships/oleObject" Target="../embeddings/oleObject218.bin"/><Relationship Id="rId7" Type="http://schemas.openxmlformats.org/officeDocument/2006/relationships/oleObject" Target="../embeddings/oleObject211.bin"/><Relationship Id="rId12" Type="http://schemas.openxmlformats.org/officeDocument/2006/relationships/image" Target="../media/image192.wmf"/><Relationship Id="rId17" Type="http://schemas.openxmlformats.org/officeDocument/2006/relationships/oleObject" Target="../embeddings/oleObject216.bin"/><Relationship Id="rId25" Type="http://schemas.openxmlformats.org/officeDocument/2006/relationships/oleObject" Target="../embeddings/oleObject220.bin"/><Relationship Id="rId2" Type="http://schemas.openxmlformats.org/officeDocument/2006/relationships/slideLayout" Target="../slideLayouts/slideLayout2.xml"/><Relationship Id="rId16" Type="http://schemas.openxmlformats.org/officeDocument/2006/relationships/image" Target="../media/image106.wmf"/><Relationship Id="rId20" Type="http://schemas.openxmlformats.org/officeDocument/2006/relationships/image" Target="../media/image195.wmf"/><Relationship Id="rId29" Type="http://schemas.openxmlformats.org/officeDocument/2006/relationships/oleObject" Target="../embeddings/oleObject222.bin"/><Relationship Id="rId1" Type="http://schemas.openxmlformats.org/officeDocument/2006/relationships/vmlDrawing" Target="../drawings/vmlDrawing31.vml"/><Relationship Id="rId6" Type="http://schemas.openxmlformats.org/officeDocument/2006/relationships/image" Target="../media/image190.wmf"/><Relationship Id="rId11" Type="http://schemas.openxmlformats.org/officeDocument/2006/relationships/oleObject" Target="../embeddings/oleObject213.bin"/><Relationship Id="rId24" Type="http://schemas.openxmlformats.org/officeDocument/2006/relationships/image" Target="../media/image197.wmf"/><Relationship Id="rId5" Type="http://schemas.openxmlformats.org/officeDocument/2006/relationships/oleObject" Target="../embeddings/oleObject210.bin"/><Relationship Id="rId15" Type="http://schemas.openxmlformats.org/officeDocument/2006/relationships/oleObject" Target="../embeddings/oleObject215.bin"/><Relationship Id="rId23" Type="http://schemas.openxmlformats.org/officeDocument/2006/relationships/oleObject" Target="../embeddings/oleObject219.bin"/><Relationship Id="rId28" Type="http://schemas.openxmlformats.org/officeDocument/2006/relationships/image" Target="../media/image198.wmf"/><Relationship Id="rId10" Type="http://schemas.openxmlformats.org/officeDocument/2006/relationships/image" Target="../media/image191.wmf"/><Relationship Id="rId19" Type="http://schemas.openxmlformats.org/officeDocument/2006/relationships/oleObject" Target="../embeddings/oleObject217.bin"/><Relationship Id="rId4" Type="http://schemas.openxmlformats.org/officeDocument/2006/relationships/image" Target="../media/image189.wmf"/><Relationship Id="rId9" Type="http://schemas.openxmlformats.org/officeDocument/2006/relationships/oleObject" Target="../embeddings/oleObject212.bin"/><Relationship Id="rId14" Type="http://schemas.openxmlformats.org/officeDocument/2006/relationships/image" Target="../media/image193.wmf"/><Relationship Id="rId22" Type="http://schemas.openxmlformats.org/officeDocument/2006/relationships/image" Target="../media/image196.wmf"/><Relationship Id="rId27" Type="http://schemas.openxmlformats.org/officeDocument/2006/relationships/oleObject" Target="../embeddings/oleObject221.bin"/><Relationship Id="rId30" Type="http://schemas.openxmlformats.org/officeDocument/2006/relationships/image" Target="../media/image199.wmf"/></Relationships>
</file>

<file path=ppt/slides/_rels/slide48.xml.rels><?xml version="1.0" encoding="UTF-8" standalone="yes"?>
<Relationships xmlns="http://schemas.openxmlformats.org/package/2006/relationships"><Relationship Id="rId8" Type="http://schemas.openxmlformats.org/officeDocument/2006/relationships/image" Target="../media/image156.wmf"/><Relationship Id="rId13" Type="http://schemas.openxmlformats.org/officeDocument/2006/relationships/oleObject" Target="../embeddings/oleObject228.bin"/><Relationship Id="rId18" Type="http://schemas.openxmlformats.org/officeDocument/2006/relationships/image" Target="../media/image205.wmf"/><Relationship Id="rId26" Type="http://schemas.openxmlformats.org/officeDocument/2006/relationships/image" Target="../media/image209.emf"/><Relationship Id="rId3" Type="http://schemas.openxmlformats.org/officeDocument/2006/relationships/oleObject" Target="../embeddings/oleObject223.bin"/><Relationship Id="rId21" Type="http://schemas.openxmlformats.org/officeDocument/2006/relationships/oleObject" Target="../embeddings/oleObject232.bin"/><Relationship Id="rId7" Type="http://schemas.openxmlformats.org/officeDocument/2006/relationships/oleObject" Target="../embeddings/oleObject225.bin"/><Relationship Id="rId12" Type="http://schemas.openxmlformats.org/officeDocument/2006/relationships/image" Target="../media/image169.wmf"/><Relationship Id="rId17" Type="http://schemas.openxmlformats.org/officeDocument/2006/relationships/oleObject" Target="../embeddings/oleObject230.bin"/><Relationship Id="rId25" Type="http://schemas.openxmlformats.org/officeDocument/2006/relationships/oleObject" Target="../embeddings/oleObject234.bin"/><Relationship Id="rId2" Type="http://schemas.openxmlformats.org/officeDocument/2006/relationships/slideLayout" Target="../slideLayouts/slideLayout2.xml"/><Relationship Id="rId16" Type="http://schemas.openxmlformats.org/officeDocument/2006/relationships/image" Target="../media/image204.wmf"/><Relationship Id="rId20" Type="http://schemas.openxmlformats.org/officeDocument/2006/relationships/image" Target="../media/image206.wmf"/><Relationship Id="rId1" Type="http://schemas.openxmlformats.org/officeDocument/2006/relationships/vmlDrawing" Target="../drawings/vmlDrawing32.vml"/><Relationship Id="rId6" Type="http://schemas.openxmlformats.org/officeDocument/2006/relationships/image" Target="../media/image201.wmf"/><Relationship Id="rId11" Type="http://schemas.openxmlformats.org/officeDocument/2006/relationships/oleObject" Target="../embeddings/oleObject227.bin"/><Relationship Id="rId24" Type="http://schemas.openxmlformats.org/officeDocument/2006/relationships/image" Target="../media/image208.wmf"/><Relationship Id="rId5" Type="http://schemas.openxmlformats.org/officeDocument/2006/relationships/oleObject" Target="../embeddings/oleObject224.bin"/><Relationship Id="rId15" Type="http://schemas.openxmlformats.org/officeDocument/2006/relationships/oleObject" Target="../embeddings/oleObject229.bin"/><Relationship Id="rId23" Type="http://schemas.openxmlformats.org/officeDocument/2006/relationships/oleObject" Target="../embeddings/oleObject233.bin"/><Relationship Id="rId10" Type="http://schemas.openxmlformats.org/officeDocument/2006/relationships/image" Target="../media/image202.wmf"/><Relationship Id="rId19" Type="http://schemas.openxmlformats.org/officeDocument/2006/relationships/oleObject" Target="../embeddings/oleObject231.bin"/><Relationship Id="rId4" Type="http://schemas.openxmlformats.org/officeDocument/2006/relationships/image" Target="../media/image200.wmf"/><Relationship Id="rId9" Type="http://schemas.openxmlformats.org/officeDocument/2006/relationships/oleObject" Target="../embeddings/oleObject226.bin"/><Relationship Id="rId14" Type="http://schemas.openxmlformats.org/officeDocument/2006/relationships/image" Target="../media/image203.wmf"/><Relationship Id="rId22" Type="http://schemas.openxmlformats.org/officeDocument/2006/relationships/image" Target="../media/image207.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3" Type="http://schemas.openxmlformats.org/officeDocument/2006/relationships/oleObject" Target="../embeddings/oleObject240.bin"/><Relationship Id="rId18" Type="http://schemas.openxmlformats.org/officeDocument/2006/relationships/image" Target="../media/image180.wmf"/><Relationship Id="rId26" Type="http://schemas.openxmlformats.org/officeDocument/2006/relationships/image" Target="../media/image219.wmf"/><Relationship Id="rId3" Type="http://schemas.openxmlformats.org/officeDocument/2006/relationships/oleObject" Target="../embeddings/oleObject235.bin"/><Relationship Id="rId21" Type="http://schemas.openxmlformats.org/officeDocument/2006/relationships/oleObject" Target="../embeddings/oleObject244.bin"/><Relationship Id="rId34" Type="http://schemas.openxmlformats.org/officeDocument/2006/relationships/image" Target="../media/image223.wmf"/><Relationship Id="rId7" Type="http://schemas.openxmlformats.org/officeDocument/2006/relationships/oleObject" Target="../embeddings/oleObject237.bin"/><Relationship Id="rId12" Type="http://schemas.openxmlformats.org/officeDocument/2006/relationships/image" Target="../media/image214.wmf"/><Relationship Id="rId17" Type="http://schemas.openxmlformats.org/officeDocument/2006/relationships/oleObject" Target="../embeddings/oleObject242.bin"/><Relationship Id="rId25" Type="http://schemas.openxmlformats.org/officeDocument/2006/relationships/oleObject" Target="../embeddings/oleObject246.bin"/><Relationship Id="rId33" Type="http://schemas.openxmlformats.org/officeDocument/2006/relationships/oleObject" Target="../embeddings/oleObject250.bin"/><Relationship Id="rId2" Type="http://schemas.openxmlformats.org/officeDocument/2006/relationships/slideLayout" Target="../slideLayouts/slideLayout2.xml"/><Relationship Id="rId16" Type="http://schemas.openxmlformats.org/officeDocument/2006/relationships/image" Target="../media/image215.wmf"/><Relationship Id="rId20" Type="http://schemas.openxmlformats.org/officeDocument/2006/relationships/image" Target="../media/image216.wmf"/><Relationship Id="rId29" Type="http://schemas.openxmlformats.org/officeDocument/2006/relationships/oleObject" Target="../embeddings/oleObject248.bin"/><Relationship Id="rId1" Type="http://schemas.openxmlformats.org/officeDocument/2006/relationships/vmlDrawing" Target="../drawings/vmlDrawing33.vml"/><Relationship Id="rId6" Type="http://schemas.openxmlformats.org/officeDocument/2006/relationships/image" Target="../media/image211.wmf"/><Relationship Id="rId11" Type="http://schemas.openxmlformats.org/officeDocument/2006/relationships/oleObject" Target="../embeddings/oleObject239.bin"/><Relationship Id="rId24" Type="http://schemas.openxmlformats.org/officeDocument/2006/relationships/image" Target="../media/image218.wmf"/><Relationship Id="rId32" Type="http://schemas.openxmlformats.org/officeDocument/2006/relationships/image" Target="../media/image222.wmf"/><Relationship Id="rId5" Type="http://schemas.openxmlformats.org/officeDocument/2006/relationships/oleObject" Target="../embeddings/oleObject236.bin"/><Relationship Id="rId15" Type="http://schemas.openxmlformats.org/officeDocument/2006/relationships/oleObject" Target="../embeddings/oleObject241.bin"/><Relationship Id="rId23" Type="http://schemas.openxmlformats.org/officeDocument/2006/relationships/oleObject" Target="../embeddings/oleObject245.bin"/><Relationship Id="rId28" Type="http://schemas.openxmlformats.org/officeDocument/2006/relationships/image" Target="../media/image220.wmf"/><Relationship Id="rId10" Type="http://schemas.openxmlformats.org/officeDocument/2006/relationships/image" Target="../media/image213.wmf"/><Relationship Id="rId19" Type="http://schemas.openxmlformats.org/officeDocument/2006/relationships/oleObject" Target="../embeddings/oleObject243.bin"/><Relationship Id="rId31" Type="http://schemas.openxmlformats.org/officeDocument/2006/relationships/oleObject" Target="../embeddings/oleObject249.bin"/><Relationship Id="rId4" Type="http://schemas.openxmlformats.org/officeDocument/2006/relationships/image" Target="../media/image210.wmf"/><Relationship Id="rId9" Type="http://schemas.openxmlformats.org/officeDocument/2006/relationships/oleObject" Target="../embeddings/oleObject238.bin"/><Relationship Id="rId14" Type="http://schemas.openxmlformats.org/officeDocument/2006/relationships/image" Target="../media/image178.wmf"/><Relationship Id="rId22" Type="http://schemas.openxmlformats.org/officeDocument/2006/relationships/image" Target="../media/image217.wmf"/><Relationship Id="rId27" Type="http://schemas.openxmlformats.org/officeDocument/2006/relationships/oleObject" Target="../embeddings/oleObject247.bin"/><Relationship Id="rId30" Type="http://schemas.openxmlformats.org/officeDocument/2006/relationships/image" Target="../media/image221.wmf"/><Relationship Id="rId8" Type="http://schemas.openxmlformats.org/officeDocument/2006/relationships/image" Target="../media/image212.wmf"/></Relationships>
</file>

<file path=ppt/slides/_rels/slide51.xml.rels><?xml version="1.0" encoding="UTF-8" standalone="yes"?>
<Relationships xmlns="http://schemas.openxmlformats.org/package/2006/relationships"><Relationship Id="rId8" Type="http://schemas.openxmlformats.org/officeDocument/2006/relationships/image" Target="../media/image102.wmf"/><Relationship Id="rId13" Type="http://schemas.openxmlformats.org/officeDocument/2006/relationships/oleObject" Target="../embeddings/oleObject256.bin"/><Relationship Id="rId18" Type="http://schemas.openxmlformats.org/officeDocument/2006/relationships/image" Target="../media/image229.wmf"/><Relationship Id="rId26" Type="http://schemas.openxmlformats.org/officeDocument/2006/relationships/image" Target="../media/image172.wmf"/><Relationship Id="rId3" Type="http://schemas.openxmlformats.org/officeDocument/2006/relationships/oleObject" Target="../embeddings/oleObject251.bin"/><Relationship Id="rId21" Type="http://schemas.openxmlformats.org/officeDocument/2006/relationships/oleObject" Target="../embeddings/oleObject260.bin"/><Relationship Id="rId7" Type="http://schemas.openxmlformats.org/officeDocument/2006/relationships/oleObject" Target="../embeddings/oleObject253.bin"/><Relationship Id="rId12" Type="http://schemas.openxmlformats.org/officeDocument/2006/relationships/image" Target="../media/image227.wmf"/><Relationship Id="rId17" Type="http://schemas.openxmlformats.org/officeDocument/2006/relationships/oleObject" Target="../embeddings/oleObject258.bin"/><Relationship Id="rId25" Type="http://schemas.openxmlformats.org/officeDocument/2006/relationships/oleObject" Target="../embeddings/oleObject262.bin"/><Relationship Id="rId2" Type="http://schemas.openxmlformats.org/officeDocument/2006/relationships/slideLayout" Target="../slideLayouts/slideLayout2.xml"/><Relationship Id="rId16" Type="http://schemas.openxmlformats.org/officeDocument/2006/relationships/image" Target="../media/image106.wmf"/><Relationship Id="rId20" Type="http://schemas.openxmlformats.org/officeDocument/2006/relationships/image" Target="../media/image201.wmf"/><Relationship Id="rId1" Type="http://schemas.openxmlformats.org/officeDocument/2006/relationships/vmlDrawing" Target="../drawings/vmlDrawing34.vml"/><Relationship Id="rId6" Type="http://schemas.openxmlformats.org/officeDocument/2006/relationships/image" Target="../media/image225.wmf"/><Relationship Id="rId11" Type="http://schemas.openxmlformats.org/officeDocument/2006/relationships/oleObject" Target="../embeddings/oleObject255.bin"/><Relationship Id="rId24" Type="http://schemas.openxmlformats.org/officeDocument/2006/relationships/image" Target="../media/image230.wmf"/><Relationship Id="rId5" Type="http://schemas.openxmlformats.org/officeDocument/2006/relationships/oleObject" Target="../embeddings/oleObject252.bin"/><Relationship Id="rId15" Type="http://schemas.openxmlformats.org/officeDocument/2006/relationships/oleObject" Target="../embeddings/oleObject257.bin"/><Relationship Id="rId23" Type="http://schemas.openxmlformats.org/officeDocument/2006/relationships/oleObject" Target="../embeddings/oleObject261.bin"/><Relationship Id="rId10" Type="http://schemas.openxmlformats.org/officeDocument/2006/relationships/image" Target="../media/image226.wmf"/><Relationship Id="rId19" Type="http://schemas.openxmlformats.org/officeDocument/2006/relationships/oleObject" Target="../embeddings/oleObject259.bin"/><Relationship Id="rId4" Type="http://schemas.openxmlformats.org/officeDocument/2006/relationships/image" Target="../media/image224.wmf"/><Relationship Id="rId9" Type="http://schemas.openxmlformats.org/officeDocument/2006/relationships/oleObject" Target="../embeddings/oleObject254.bin"/><Relationship Id="rId14" Type="http://schemas.openxmlformats.org/officeDocument/2006/relationships/image" Target="../media/image228.wmf"/><Relationship Id="rId22" Type="http://schemas.openxmlformats.org/officeDocument/2006/relationships/image" Target="../media/image156.wmf"/></Relationships>
</file>

<file path=ppt/slides/_rels/slide52.xml.rels><?xml version="1.0" encoding="UTF-8" standalone="yes"?>
<Relationships xmlns="http://schemas.openxmlformats.org/package/2006/relationships"><Relationship Id="rId8" Type="http://schemas.openxmlformats.org/officeDocument/2006/relationships/image" Target="../media/image233.wmf"/><Relationship Id="rId13" Type="http://schemas.openxmlformats.org/officeDocument/2006/relationships/oleObject" Target="../embeddings/oleObject268.bin"/><Relationship Id="rId18" Type="http://schemas.openxmlformats.org/officeDocument/2006/relationships/image" Target="../media/image238.wmf"/><Relationship Id="rId26" Type="http://schemas.openxmlformats.org/officeDocument/2006/relationships/image" Target="../media/image242.wmf"/><Relationship Id="rId3" Type="http://schemas.openxmlformats.org/officeDocument/2006/relationships/oleObject" Target="../embeddings/oleObject263.bin"/><Relationship Id="rId21" Type="http://schemas.openxmlformats.org/officeDocument/2006/relationships/oleObject" Target="../embeddings/oleObject272.bin"/><Relationship Id="rId7" Type="http://schemas.openxmlformats.org/officeDocument/2006/relationships/oleObject" Target="../embeddings/oleObject265.bin"/><Relationship Id="rId12" Type="http://schemas.openxmlformats.org/officeDocument/2006/relationships/image" Target="../media/image235.wmf"/><Relationship Id="rId17" Type="http://schemas.openxmlformats.org/officeDocument/2006/relationships/oleObject" Target="../embeddings/oleObject270.bin"/><Relationship Id="rId25" Type="http://schemas.openxmlformats.org/officeDocument/2006/relationships/oleObject" Target="../embeddings/oleObject274.bin"/><Relationship Id="rId2" Type="http://schemas.openxmlformats.org/officeDocument/2006/relationships/slideLayout" Target="../slideLayouts/slideLayout2.xml"/><Relationship Id="rId16" Type="http://schemas.openxmlformats.org/officeDocument/2006/relationships/image" Target="../media/image237.wmf"/><Relationship Id="rId20" Type="http://schemas.openxmlformats.org/officeDocument/2006/relationships/image" Target="../media/image239.wmf"/><Relationship Id="rId29" Type="http://schemas.openxmlformats.org/officeDocument/2006/relationships/oleObject" Target="../embeddings/oleObject276.bin"/><Relationship Id="rId1" Type="http://schemas.openxmlformats.org/officeDocument/2006/relationships/vmlDrawing" Target="../drawings/vmlDrawing35.vml"/><Relationship Id="rId6" Type="http://schemas.openxmlformats.org/officeDocument/2006/relationships/image" Target="../media/image232.wmf"/><Relationship Id="rId11" Type="http://schemas.openxmlformats.org/officeDocument/2006/relationships/oleObject" Target="../embeddings/oleObject267.bin"/><Relationship Id="rId24" Type="http://schemas.openxmlformats.org/officeDocument/2006/relationships/image" Target="../media/image241.wmf"/><Relationship Id="rId32" Type="http://schemas.openxmlformats.org/officeDocument/2006/relationships/image" Target="../media/image245.emf"/><Relationship Id="rId5" Type="http://schemas.openxmlformats.org/officeDocument/2006/relationships/oleObject" Target="../embeddings/oleObject264.bin"/><Relationship Id="rId15" Type="http://schemas.openxmlformats.org/officeDocument/2006/relationships/oleObject" Target="../embeddings/oleObject269.bin"/><Relationship Id="rId23" Type="http://schemas.openxmlformats.org/officeDocument/2006/relationships/oleObject" Target="../embeddings/oleObject273.bin"/><Relationship Id="rId28" Type="http://schemas.openxmlformats.org/officeDocument/2006/relationships/image" Target="../media/image243.wmf"/><Relationship Id="rId10" Type="http://schemas.openxmlformats.org/officeDocument/2006/relationships/image" Target="../media/image234.wmf"/><Relationship Id="rId19" Type="http://schemas.openxmlformats.org/officeDocument/2006/relationships/oleObject" Target="../embeddings/oleObject271.bin"/><Relationship Id="rId31" Type="http://schemas.openxmlformats.org/officeDocument/2006/relationships/oleObject" Target="../embeddings/oleObject277.bin"/><Relationship Id="rId4" Type="http://schemas.openxmlformats.org/officeDocument/2006/relationships/image" Target="../media/image231.wmf"/><Relationship Id="rId9" Type="http://schemas.openxmlformats.org/officeDocument/2006/relationships/oleObject" Target="../embeddings/oleObject266.bin"/><Relationship Id="rId14" Type="http://schemas.openxmlformats.org/officeDocument/2006/relationships/image" Target="../media/image236.wmf"/><Relationship Id="rId22" Type="http://schemas.openxmlformats.org/officeDocument/2006/relationships/image" Target="../media/image240.wmf"/><Relationship Id="rId27" Type="http://schemas.openxmlformats.org/officeDocument/2006/relationships/oleObject" Target="../embeddings/oleObject275.bin"/><Relationship Id="rId30" Type="http://schemas.openxmlformats.org/officeDocument/2006/relationships/image" Target="../media/image244.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0" name="Rectangle 2">
            <a:extLst>
              <a:ext uri="{FF2B5EF4-FFF2-40B4-BE49-F238E27FC236}">
                <a16:creationId xmlns:a16="http://schemas.microsoft.com/office/drawing/2014/main" id="{C703A913-424F-47A7-B414-DC7FCFF8B096}"/>
              </a:ext>
            </a:extLst>
          </p:cNvPr>
          <p:cNvSpPr>
            <a:spLocks noGrp="1" noRot="1" noChangeArrowheads="1"/>
          </p:cNvSpPr>
          <p:nvPr>
            <p:ph type="title"/>
          </p:nvPr>
        </p:nvSpPr>
        <p:spPr>
          <a:xfrm>
            <a:off x="2711450" y="2349501"/>
            <a:ext cx="6408738" cy="792163"/>
          </a:xfrm>
        </p:spPr>
        <p:txBody>
          <a:bodyPr/>
          <a:lstStyle/>
          <a:p>
            <a:r>
              <a:rPr lang="en-US" altLang="zh-CN"/>
              <a:t>  </a:t>
            </a:r>
            <a:r>
              <a:rPr lang="zh-CN" altLang="en-US"/>
              <a:t>回归分析</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a:extLst>
              <a:ext uri="{FF2B5EF4-FFF2-40B4-BE49-F238E27FC236}">
                <a16:creationId xmlns:a16="http://schemas.microsoft.com/office/drawing/2014/main" id="{03B1071D-7146-4DEB-8ADD-3D2C3E833641}"/>
              </a:ext>
            </a:extLst>
          </p:cNvPr>
          <p:cNvSpPr>
            <a:spLocks noChangeArrowheads="1"/>
          </p:cNvSpPr>
          <p:nvPr/>
        </p:nvSpPr>
        <p:spPr bwMode="auto">
          <a:xfrm>
            <a:off x="3575050" y="476251"/>
            <a:ext cx="48974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4000" b="1">
                <a:solidFill>
                  <a:schemeClr val="hlink"/>
                </a:solidFill>
                <a:effectLst>
                  <a:outerShdw blurRad="38100" dist="38100" dir="2700000" algn="tl">
                    <a:srgbClr val="C0C0C0"/>
                  </a:outerShdw>
                </a:effectLst>
              </a:rPr>
              <a:t>第一节 相关分析</a:t>
            </a:r>
          </a:p>
        </p:txBody>
      </p:sp>
      <p:sp>
        <p:nvSpPr>
          <p:cNvPr id="558083" name="Rectangle 3">
            <a:extLst>
              <a:ext uri="{FF2B5EF4-FFF2-40B4-BE49-F238E27FC236}">
                <a16:creationId xmlns:a16="http://schemas.microsoft.com/office/drawing/2014/main" id="{D7140BAF-7A31-4648-86AF-2E83C05A54D6}"/>
              </a:ext>
            </a:extLst>
          </p:cNvPr>
          <p:cNvSpPr>
            <a:spLocks noChangeArrowheads="1"/>
          </p:cNvSpPr>
          <p:nvPr/>
        </p:nvSpPr>
        <p:spPr bwMode="auto">
          <a:xfrm>
            <a:off x="2782889" y="1557338"/>
            <a:ext cx="64087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3600" b="1">
                <a:solidFill>
                  <a:srgbClr val="FF33CC"/>
                </a:solidFill>
                <a:effectLst>
                  <a:outerShdw blurRad="38100" dist="38100" dir="2700000" algn="tl">
                    <a:srgbClr val="C0C0C0"/>
                  </a:outerShdw>
                </a:effectLst>
                <a:latin typeface="宋体" panose="02010600030101010101" pitchFamily="2" charset="-122"/>
                <a:hlinkClick r:id="rId2" action="ppaction://hlinksldjump"/>
              </a:rPr>
              <a:t>一、相关关系的概念</a:t>
            </a:r>
            <a:endParaRPr lang="zh-CN" altLang="en-US" sz="3600" b="1">
              <a:solidFill>
                <a:srgbClr val="FF33CC"/>
              </a:solidFill>
              <a:effectLst>
                <a:outerShdw blurRad="38100" dist="38100" dir="2700000" algn="tl">
                  <a:srgbClr val="C0C0C0"/>
                </a:outerShdw>
              </a:effectLst>
              <a:latin typeface="宋体" panose="02010600030101010101" pitchFamily="2" charset="-122"/>
            </a:endParaRPr>
          </a:p>
        </p:txBody>
      </p:sp>
      <p:sp>
        <p:nvSpPr>
          <p:cNvPr id="558084" name="Rectangle 4">
            <a:extLst>
              <a:ext uri="{FF2B5EF4-FFF2-40B4-BE49-F238E27FC236}">
                <a16:creationId xmlns:a16="http://schemas.microsoft.com/office/drawing/2014/main" id="{2D1182EA-7E86-48BE-A648-612B2ECD176C}"/>
              </a:ext>
            </a:extLst>
          </p:cNvPr>
          <p:cNvSpPr>
            <a:spLocks noChangeArrowheads="1"/>
          </p:cNvSpPr>
          <p:nvPr/>
        </p:nvSpPr>
        <p:spPr bwMode="auto">
          <a:xfrm>
            <a:off x="2782889" y="2492375"/>
            <a:ext cx="64087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3600" b="1">
                <a:solidFill>
                  <a:srgbClr val="FF33CC"/>
                </a:solidFill>
                <a:effectLst>
                  <a:outerShdw blurRad="38100" dist="38100" dir="2700000" algn="tl">
                    <a:srgbClr val="C0C0C0"/>
                  </a:outerShdw>
                </a:effectLst>
                <a:latin typeface="宋体" panose="02010600030101010101" pitchFamily="2" charset="-122"/>
                <a:hlinkClick r:id="rId3" action="ppaction://hlinksldjump"/>
              </a:rPr>
              <a:t>二、样本相关系数</a:t>
            </a:r>
            <a:endParaRPr lang="zh-CN" altLang="en-US" sz="3600" b="1">
              <a:solidFill>
                <a:srgbClr val="FF33CC"/>
              </a:solidFill>
              <a:effectLst>
                <a:outerShdw blurRad="38100" dist="38100" dir="2700000" algn="tl">
                  <a:srgbClr val="C0C0C0"/>
                </a:outerShdw>
              </a:effectLst>
              <a:latin typeface="宋体" panose="02010600030101010101" pitchFamily="2" charset="-122"/>
            </a:endParaRPr>
          </a:p>
        </p:txBody>
      </p:sp>
      <p:sp>
        <p:nvSpPr>
          <p:cNvPr id="558085" name="Rectangle 5">
            <a:extLst>
              <a:ext uri="{FF2B5EF4-FFF2-40B4-BE49-F238E27FC236}">
                <a16:creationId xmlns:a16="http://schemas.microsoft.com/office/drawing/2014/main" id="{9ED29A71-5415-433B-A975-AC0EB0EDC5C8}"/>
              </a:ext>
            </a:extLst>
          </p:cNvPr>
          <p:cNvSpPr>
            <a:spLocks noChangeArrowheads="1"/>
          </p:cNvSpPr>
          <p:nvPr/>
        </p:nvSpPr>
        <p:spPr bwMode="auto">
          <a:xfrm>
            <a:off x="2782888" y="3500438"/>
            <a:ext cx="698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3600" b="1">
                <a:solidFill>
                  <a:srgbClr val="FF33CC"/>
                </a:solidFill>
                <a:effectLst>
                  <a:outerShdw blurRad="38100" dist="38100" dir="2700000" algn="tl">
                    <a:srgbClr val="C0C0C0"/>
                  </a:outerShdw>
                </a:effectLst>
                <a:latin typeface="宋体" panose="02010600030101010101" pitchFamily="2" charset="-122"/>
                <a:hlinkClick r:id="rId4" action="ppaction://hlinksldjump"/>
              </a:rPr>
              <a:t>三、样本相关系数的性质</a:t>
            </a:r>
            <a:endParaRPr lang="zh-CN" altLang="en-US" sz="3600" b="1">
              <a:solidFill>
                <a:srgbClr val="FF33CC"/>
              </a:solidFill>
              <a:effectLst>
                <a:outerShdw blurRad="38100" dist="38100" dir="2700000" algn="tl">
                  <a:srgbClr val="C0C0C0"/>
                </a:outerShdw>
              </a:effectLst>
              <a:latin typeface="宋体" panose="02010600030101010101" pitchFamily="2" charset="-122"/>
            </a:endParaRPr>
          </a:p>
        </p:txBody>
      </p:sp>
      <p:sp>
        <p:nvSpPr>
          <p:cNvPr id="558086" name="Rectangle 6">
            <a:extLst>
              <a:ext uri="{FF2B5EF4-FFF2-40B4-BE49-F238E27FC236}">
                <a16:creationId xmlns:a16="http://schemas.microsoft.com/office/drawing/2014/main" id="{20BBC76B-BB33-4301-8723-812DFA96CF83}"/>
              </a:ext>
            </a:extLst>
          </p:cNvPr>
          <p:cNvSpPr>
            <a:spLocks noChangeArrowheads="1"/>
          </p:cNvSpPr>
          <p:nvPr/>
        </p:nvSpPr>
        <p:spPr bwMode="auto">
          <a:xfrm>
            <a:off x="2711450" y="4508500"/>
            <a:ext cx="72723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3600" b="1">
                <a:solidFill>
                  <a:srgbClr val="FF33CC"/>
                </a:solidFill>
                <a:effectLst>
                  <a:outerShdw blurRad="38100" dist="38100" dir="2700000" algn="tl">
                    <a:srgbClr val="C0C0C0"/>
                  </a:outerShdw>
                </a:effectLst>
                <a:latin typeface="宋体" panose="02010600030101010101" pitchFamily="2" charset="-122"/>
                <a:hlinkClick r:id="rId5" action="ppaction://hlinksldjump"/>
              </a:rPr>
              <a:t>四、总体相关系数的假设检验</a:t>
            </a:r>
            <a:endParaRPr lang="zh-CN" altLang="en-US" sz="3600" b="1">
              <a:solidFill>
                <a:srgbClr val="FF33CC"/>
              </a:solidFill>
              <a:effectLst>
                <a:outerShdw blurRad="38100" dist="38100" dir="2700000" algn="tl">
                  <a:srgbClr val="C0C0C0"/>
                </a:outerShdw>
              </a:effectLst>
              <a:latin typeface="宋体" panose="02010600030101010101" pitchFamily="2" charset="-122"/>
            </a:endParaRPr>
          </a:p>
        </p:txBody>
      </p:sp>
      <p:pic>
        <p:nvPicPr>
          <p:cNvPr id="558087" name="Picture 7">
            <a:extLst>
              <a:ext uri="{FF2B5EF4-FFF2-40B4-BE49-F238E27FC236}">
                <a16:creationId xmlns:a16="http://schemas.microsoft.com/office/drawing/2014/main" id="{B3C6CBCF-DE76-4969-A1AB-4F70406513C1}"/>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2351088" y="1844676"/>
            <a:ext cx="457200" cy="239713"/>
          </a:xfrm>
          <a:prstGeom prst="rect">
            <a:avLst/>
          </a:prstGeom>
          <a:noFill/>
          <a:extLst>
            <a:ext uri="{909E8E84-426E-40DD-AFC4-6F175D3DCCD1}">
              <a14:hiddenFill xmlns:a14="http://schemas.microsoft.com/office/drawing/2010/main">
                <a:solidFill>
                  <a:srgbClr val="FFFFFF"/>
                </a:solidFill>
              </a14:hiddenFill>
            </a:ext>
          </a:extLst>
        </p:spPr>
      </p:pic>
      <p:pic>
        <p:nvPicPr>
          <p:cNvPr id="558088" name="Picture 8">
            <a:extLst>
              <a:ext uri="{FF2B5EF4-FFF2-40B4-BE49-F238E27FC236}">
                <a16:creationId xmlns:a16="http://schemas.microsoft.com/office/drawing/2014/main" id="{5621F145-046A-4403-896A-6ABE300A5198}"/>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2351088" y="2781301"/>
            <a:ext cx="457200" cy="239713"/>
          </a:xfrm>
          <a:prstGeom prst="rect">
            <a:avLst/>
          </a:prstGeom>
          <a:noFill/>
          <a:extLst>
            <a:ext uri="{909E8E84-426E-40DD-AFC4-6F175D3DCCD1}">
              <a14:hiddenFill xmlns:a14="http://schemas.microsoft.com/office/drawing/2010/main">
                <a:solidFill>
                  <a:srgbClr val="FFFFFF"/>
                </a:solidFill>
              </a14:hiddenFill>
            </a:ext>
          </a:extLst>
        </p:spPr>
      </p:pic>
      <p:pic>
        <p:nvPicPr>
          <p:cNvPr id="558089" name="Picture 9">
            <a:extLst>
              <a:ext uri="{FF2B5EF4-FFF2-40B4-BE49-F238E27FC236}">
                <a16:creationId xmlns:a16="http://schemas.microsoft.com/office/drawing/2014/main" id="{55DF9789-A1DF-4772-A811-0ED04C23F41F}"/>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2279650" y="3789363"/>
            <a:ext cx="457200" cy="239712"/>
          </a:xfrm>
          <a:prstGeom prst="rect">
            <a:avLst/>
          </a:prstGeom>
          <a:noFill/>
          <a:extLst>
            <a:ext uri="{909E8E84-426E-40DD-AFC4-6F175D3DCCD1}">
              <a14:hiddenFill xmlns:a14="http://schemas.microsoft.com/office/drawing/2010/main">
                <a:solidFill>
                  <a:srgbClr val="FFFFFF"/>
                </a:solidFill>
              </a14:hiddenFill>
            </a:ext>
          </a:extLst>
        </p:spPr>
      </p:pic>
      <p:pic>
        <p:nvPicPr>
          <p:cNvPr id="558090" name="Picture 10">
            <a:extLst>
              <a:ext uri="{FF2B5EF4-FFF2-40B4-BE49-F238E27FC236}">
                <a16:creationId xmlns:a16="http://schemas.microsoft.com/office/drawing/2014/main" id="{55E0F5B7-6AA2-42C1-9B43-0235049123E3}"/>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2351088" y="4797426"/>
            <a:ext cx="457200" cy="2397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a:extLst>
              <a:ext uri="{FF2B5EF4-FFF2-40B4-BE49-F238E27FC236}">
                <a16:creationId xmlns:a16="http://schemas.microsoft.com/office/drawing/2014/main" id="{8ACF5D17-82D6-45A2-96D6-2400BB22DC04}"/>
              </a:ext>
            </a:extLst>
          </p:cNvPr>
          <p:cNvSpPr>
            <a:spLocks noChangeArrowheads="1"/>
          </p:cNvSpPr>
          <p:nvPr/>
        </p:nvSpPr>
        <p:spPr bwMode="auto">
          <a:xfrm>
            <a:off x="2208213" y="1628776"/>
            <a:ext cx="7777162" cy="458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50000"/>
              </a:lnSpc>
            </a:pPr>
            <a:r>
              <a:rPr lang="en-US" altLang="zh-CN" sz="2800" b="1">
                <a:ea typeface="楷体_GB2312" pitchFamily="49" charset="-122"/>
              </a:rPr>
              <a:t>    </a:t>
            </a:r>
            <a:r>
              <a:rPr lang="zh-CN" altLang="en-US" sz="2800" b="1">
                <a:ea typeface="楷体_GB2312" pitchFamily="49" charset="-122"/>
              </a:rPr>
              <a:t>自然界中的变量往往相互联系，互相依存，它们之间的关系大致可分为两类：一类是确定性的关系，也就是我们所熟知的函数关系；另一类是非确定性的关系。例如，农作物的单位面积产量与施肥量之间有密切的关系，但是这两个变量之间的关系却不能用函数关系来表达。变量之间的这种非确定性的关系称为</a:t>
            </a:r>
            <a:r>
              <a:rPr lang="zh-CN" altLang="en-US" sz="2800" b="1">
                <a:solidFill>
                  <a:srgbClr val="0000FF"/>
                </a:solidFill>
                <a:ea typeface="楷体_GB2312" pitchFamily="49" charset="-122"/>
              </a:rPr>
              <a:t>相关关系</a:t>
            </a:r>
            <a:r>
              <a:rPr lang="zh-CN" altLang="en-US" sz="2800" b="1">
                <a:ea typeface="楷体_GB2312" pitchFamily="49" charset="-122"/>
              </a:rPr>
              <a:t>。</a:t>
            </a:r>
          </a:p>
        </p:txBody>
      </p:sp>
      <p:sp>
        <p:nvSpPr>
          <p:cNvPr id="559107" name="Rectangle 3">
            <a:extLst>
              <a:ext uri="{FF2B5EF4-FFF2-40B4-BE49-F238E27FC236}">
                <a16:creationId xmlns:a16="http://schemas.microsoft.com/office/drawing/2014/main" id="{63D68D43-1631-4EA9-8C3F-8DB9AC041CC3}"/>
              </a:ext>
            </a:extLst>
          </p:cNvPr>
          <p:cNvSpPr>
            <a:spLocks noChangeArrowheads="1"/>
          </p:cNvSpPr>
          <p:nvPr/>
        </p:nvSpPr>
        <p:spPr bwMode="auto">
          <a:xfrm>
            <a:off x="1847851" y="333375"/>
            <a:ext cx="58324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3600" b="1">
                <a:solidFill>
                  <a:srgbClr val="FF33CC"/>
                </a:solidFill>
                <a:effectLst>
                  <a:outerShdw blurRad="38100" dist="38100" dir="2700000" algn="tl">
                    <a:srgbClr val="C0C0C0"/>
                  </a:outerShdw>
                </a:effectLst>
                <a:latin typeface="宋体" panose="02010600030101010101" pitchFamily="2" charset="-122"/>
              </a:rPr>
              <a:t>一、相关关系的概念</a:t>
            </a:r>
          </a:p>
        </p:txBody>
      </p:sp>
      <p:sp>
        <p:nvSpPr>
          <p:cNvPr id="559108" name="Rectangle 4">
            <a:extLst>
              <a:ext uri="{FF2B5EF4-FFF2-40B4-BE49-F238E27FC236}">
                <a16:creationId xmlns:a16="http://schemas.microsoft.com/office/drawing/2014/main" id="{2A3DA8C6-C140-452C-98AD-9D8B333E1841}"/>
              </a:ext>
            </a:extLst>
          </p:cNvPr>
          <p:cNvSpPr>
            <a:spLocks noChangeArrowheads="1"/>
          </p:cNvSpPr>
          <p:nvPr/>
        </p:nvSpPr>
        <p:spPr bwMode="auto">
          <a:xfrm>
            <a:off x="2135188" y="1125538"/>
            <a:ext cx="3384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相关关系：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559107"/>
                                        </p:tgtEl>
                                        <p:attrNameLst>
                                          <p:attrName>style.visibility</p:attrName>
                                        </p:attrNameLst>
                                      </p:cBhvr>
                                      <p:to>
                                        <p:strVal val="visible"/>
                                      </p:to>
                                    </p:set>
                                    <p:animEffect transition="in" filter="slide(fromRight)">
                                      <p:cBhvr>
                                        <p:cTn id="7" dur="1000"/>
                                        <p:tgtEl>
                                          <p:spTgt spid="5591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9108"/>
                                        </p:tgtEl>
                                        <p:attrNameLst>
                                          <p:attrName>style.visibility</p:attrName>
                                        </p:attrNameLst>
                                      </p:cBhvr>
                                      <p:to>
                                        <p:strVal val="visible"/>
                                      </p:to>
                                    </p:set>
                                    <p:animEffect transition="in" filter="wipe(left)">
                                      <p:cBhvr>
                                        <p:cTn id="12" dur="1000"/>
                                        <p:tgtEl>
                                          <p:spTgt spid="5591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7" presetClass="entr" presetSubtype="0" fill="hold" grpId="0" nodeType="clickEffect">
                                  <p:stCondLst>
                                    <p:cond delay="0"/>
                                  </p:stCondLst>
                                  <p:iterate type="lt">
                                    <p:tmPct val="50000"/>
                                  </p:iterate>
                                  <p:childTnLst>
                                    <p:set>
                                      <p:cBhvr>
                                        <p:cTn id="16" dur="1" fill="hold">
                                          <p:stCondLst>
                                            <p:cond delay="0"/>
                                          </p:stCondLst>
                                        </p:cTn>
                                        <p:tgtEl>
                                          <p:spTgt spid="559106"/>
                                        </p:tgtEl>
                                        <p:attrNameLst>
                                          <p:attrName>style.visibility</p:attrName>
                                        </p:attrNameLst>
                                      </p:cBhvr>
                                      <p:to>
                                        <p:strVal val="visible"/>
                                      </p:to>
                                    </p:set>
                                    <p:anim calcmode="discrete" valueType="clr">
                                      <p:cBhvr override="childStyle">
                                        <p:cTn id="17" dur="80"/>
                                        <p:tgtEl>
                                          <p:spTgt spid="559106"/>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559106"/>
                                        </p:tgtEl>
                                        <p:attrNameLst>
                                          <p:attrName>fillcolor</p:attrName>
                                        </p:attrNameLst>
                                      </p:cBhvr>
                                      <p:tavLst>
                                        <p:tav tm="0">
                                          <p:val>
                                            <p:clrVal>
                                              <a:schemeClr val="accent2"/>
                                            </p:clrVal>
                                          </p:val>
                                        </p:tav>
                                        <p:tav tm="50000">
                                          <p:val>
                                            <p:clrVal>
                                              <a:schemeClr val="hlink"/>
                                            </p:clrVal>
                                          </p:val>
                                        </p:tav>
                                      </p:tavLst>
                                    </p:anim>
                                    <p:set>
                                      <p:cBhvr>
                                        <p:cTn id="19" dur="80"/>
                                        <p:tgtEl>
                                          <p:spTgt spid="55910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106" grpId="0"/>
      <p:bldP spid="559107" grpId="0"/>
      <p:bldP spid="55910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a:extLst>
              <a:ext uri="{FF2B5EF4-FFF2-40B4-BE49-F238E27FC236}">
                <a16:creationId xmlns:a16="http://schemas.microsoft.com/office/drawing/2014/main" id="{59CF0A19-C5A7-42B4-8FF8-79FC9DA3E657}"/>
              </a:ext>
            </a:extLst>
          </p:cNvPr>
          <p:cNvSpPr>
            <a:spLocks noChangeArrowheads="1"/>
          </p:cNvSpPr>
          <p:nvPr/>
        </p:nvSpPr>
        <p:spPr bwMode="auto">
          <a:xfrm>
            <a:off x="3432176" y="1844676"/>
            <a:ext cx="6780213" cy="1203325"/>
          </a:xfrm>
          <a:prstGeom prst="rect">
            <a:avLst/>
          </a:prstGeom>
          <a:noFill/>
          <a:ln>
            <a:noFill/>
          </a:ln>
          <a:effectLst/>
          <a:extLst>
            <a:ext uri="{909E8E84-426E-40DD-AFC4-6F175D3DCCD1}">
              <a14:hiddenFill xmlns:a14="http://schemas.microsoft.com/office/drawing/2010/main">
                <a:solidFill>
                  <a:srgbClr val="CC99FF">
                    <a:alpha val="39999"/>
                  </a:srgbClr>
                </a:solidFill>
              </a14:hiddenFill>
            </a:ext>
            <a:ext uri="{91240B29-F687-4F45-9708-019B960494DF}">
              <a14:hiddenLine xmlns:a14="http://schemas.microsoft.com/office/drawing/2010/main" w="9525">
                <a:solidFill>
                  <a:srgbClr val="FF99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30000"/>
              </a:lnSpc>
            </a:pPr>
            <a:r>
              <a:rPr lang="zh-CN" altLang="en-US" sz="2800" b="1">
                <a:latin typeface="楷体_GB2312" pitchFamily="49" charset="-122"/>
                <a:ea typeface="楷体_GB2312" pitchFamily="49" charset="-122"/>
              </a:rPr>
              <a:t>两个变量的变化方向一致</a:t>
            </a:r>
            <a:r>
              <a:rPr lang="en-US" altLang="zh-CN" sz="2800" b="1">
                <a:ea typeface="楷体_GB2312" pitchFamily="49" charset="-122"/>
              </a:rPr>
              <a:t>——</a:t>
            </a:r>
            <a:r>
              <a:rPr lang="zh-CN" altLang="en-US" sz="2800" b="1">
                <a:latin typeface="楷体_GB2312" pitchFamily="49" charset="-122"/>
                <a:ea typeface="楷体_GB2312" pitchFamily="49" charset="-122"/>
              </a:rPr>
              <a:t>或者都是上升趋势，或者都是下降趋势</a:t>
            </a:r>
            <a:r>
              <a:rPr lang="en-US" altLang="zh-CN" sz="2800" b="1">
                <a:latin typeface="楷体_GB2312" pitchFamily="49" charset="-122"/>
                <a:ea typeface="楷体_GB2312" pitchFamily="49" charset="-122"/>
              </a:rPr>
              <a:t>. </a:t>
            </a:r>
          </a:p>
        </p:txBody>
      </p:sp>
      <p:sp>
        <p:nvSpPr>
          <p:cNvPr id="560131" name="Rectangle 3">
            <a:extLst>
              <a:ext uri="{FF2B5EF4-FFF2-40B4-BE49-F238E27FC236}">
                <a16:creationId xmlns:a16="http://schemas.microsoft.com/office/drawing/2014/main" id="{7186E38A-3D45-4668-B5DE-10E92F79BAAC}"/>
              </a:ext>
            </a:extLst>
          </p:cNvPr>
          <p:cNvSpPr>
            <a:spLocks noChangeArrowheads="1"/>
          </p:cNvSpPr>
          <p:nvPr/>
        </p:nvSpPr>
        <p:spPr bwMode="auto">
          <a:xfrm>
            <a:off x="3216276" y="4437064"/>
            <a:ext cx="7235825" cy="1203325"/>
          </a:xfrm>
          <a:prstGeom prst="rect">
            <a:avLst/>
          </a:prstGeom>
          <a:noFill/>
          <a:ln>
            <a:noFill/>
          </a:ln>
          <a:effectLst/>
          <a:extLst>
            <a:ext uri="{909E8E84-426E-40DD-AFC4-6F175D3DCCD1}">
              <a14:hiddenFill xmlns:a14="http://schemas.microsoft.com/office/drawing/2010/main">
                <a:solidFill>
                  <a:srgbClr val="CC99FF">
                    <a:alpha val="39999"/>
                  </a:srgbClr>
                </a:solidFill>
              </a14:hiddenFill>
            </a:ext>
            <a:ext uri="{91240B29-F687-4F45-9708-019B960494DF}">
              <a14:hiddenLine xmlns:a14="http://schemas.microsoft.com/office/drawing/2010/main" w="9525">
                <a:solidFill>
                  <a:srgbClr val="FF99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30000"/>
              </a:lnSpc>
            </a:pPr>
            <a:r>
              <a:rPr lang="zh-CN" altLang="en-US" sz="2800" b="1">
                <a:latin typeface="楷体_GB2312" pitchFamily="49" charset="-122"/>
                <a:ea typeface="楷体_GB2312" pitchFamily="49" charset="-122"/>
              </a:rPr>
              <a:t>两个变量的变化方向相反，一个下降时，另一个上升，或者一个上升时，另一个下降 </a:t>
            </a:r>
          </a:p>
        </p:txBody>
      </p:sp>
      <p:sp>
        <p:nvSpPr>
          <p:cNvPr id="560132" name="Text Box 4">
            <a:extLst>
              <a:ext uri="{FF2B5EF4-FFF2-40B4-BE49-F238E27FC236}">
                <a16:creationId xmlns:a16="http://schemas.microsoft.com/office/drawing/2014/main" id="{3BE9FA90-2911-44F2-A510-6EFDDE657D84}"/>
              </a:ext>
            </a:extLst>
          </p:cNvPr>
          <p:cNvSpPr txBox="1">
            <a:spLocks noChangeArrowheads="1"/>
          </p:cNvSpPr>
          <p:nvPr/>
        </p:nvSpPr>
        <p:spPr bwMode="auto">
          <a:xfrm>
            <a:off x="3143251" y="908050"/>
            <a:ext cx="2232025" cy="64135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FF0066"/>
                </a:solidFill>
                <a:latin typeface="楷体_GB2312" pitchFamily="49" charset="-122"/>
                <a:ea typeface="楷体_GB2312" pitchFamily="49" charset="-122"/>
              </a:rPr>
              <a:t>正相关</a:t>
            </a:r>
            <a:r>
              <a:rPr lang="zh-CN" altLang="en-US" sz="3600">
                <a:solidFill>
                  <a:srgbClr val="FF0066"/>
                </a:solidFill>
                <a:latin typeface="楷体_GB2312" pitchFamily="49" charset="-122"/>
                <a:ea typeface="楷体_GB2312" pitchFamily="49" charset="-122"/>
              </a:rPr>
              <a:t>：</a:t>
            </a:r>
          </a:p>
        </p:txBody>
      </p:sp>
      <p:sp>
        <p:nvSpPr>
          <p:cNvPr id="560133" name="Text Box 5">
            <a:extLst>
              <a:ext uri="{FF2B5EF4-FFF2-40B4-BE49-F238E27FC236}">
                <a16:creationId xmlns:a16="http://schemas.microsoft.com/office/drawing/2014/main" id="{83206C30-2329-4EA0-92C2-165ECE998479}"/>
              </a:ext>
            </a:extLst>
          </p:cNvPr>
          <p:cNvSpPr txBox="1">
            <a:spLocks noChangeArrowheads="1"/>
          </p:cNvSpPr>
          <p:nvPr/>
        </p:nvSpPr>
        <p:spPr bwMode="auto">
          <a:xfrm>
            <a:off x="3143251" y="3355975"/>
            <a:ext cx="2447925" cy="64135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FF0066"/>
                </a:solidFill>
                <a:latin typeface="楷体_GB2312" pitchFamily="49" charset="-122"/>
                <a:ea typeface="楷体_GB2312" pitchFamily="49" charset="-122"/>
              </a:rPr>
              <a:t>负相关：</a:t>
            </a:r>
            <a:endParaRPr lang="zh-CN" altLang="en-US" sz="3600">
              <a:solidFill>
                <a:srgbClr val="FF0066"/>
              </a:solidFill>
              <a:latin typeface="楷体_GB2312" pitchFamily="49" charset="-122"/>
              <a:ea typeface="楷体_GB2312" pitchFamily="49" charset="-122"/>
            </a:endParaRPr>
          </a:p>
        </p:txBody>
      </p:sp>
      <p:sp>
        <p:nvSpPr>
          <p:cNvPr id="560134" name="Rectangle 6">
            <a:extLst>
              <a:ext uri="{FF2B5EF4-FFF2-40B4-BE49-F238E27FC236}">
                <a16:creationId xmlns:a16="http://schemas.microsoft.com/office/drawing/2014/main" id="{721AEE76-307C-4780-9D00-F7991958533A}"/>
              </a:ext>
            </a:extLst>
          </p:cNvPr>
          <p:cNvSpPr>
            <a:spLocks noChangeArrowheads="1"/>
          </p:cNvSpPr>
          <p:nvPr/>
        </p:nvSpPr>
        <p:spPr bwMode="auto">
          <a:xfrm>
            <a:off x="1992313" y="260351"/>
            <a:ext cx="304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相关关系的分类：</a:t>
            </a:r>
          </a:p>
        </p:txBody>
      </p:sp>
      <p:grpSp>
        <p:nvGrpSpPr>
          <p:cNvPr id="560135" name="Group 7">
            <a:extLst>
              <a:ext uri="{FF2B5EF4-FFF2-40B4-BE49-F238E27FC236}">
                <a16:creationId xmlns:a16="http://schemas.microsoft.com/office/drawing/2014/main" id="{CE5AAB33-B2C8-43A8-B7AB-48FA37A59DF2}"/>
              </a:ext>
            </a:extLst>
          </p:cNvPr>
          <p:cNvGrpSpPr>
            <a:grpSpLocks/>
          </p:cNvGrpSpPr>
          <p:nvPr/>
        </p:nvGrpSpPr>
        <p:grpSpPr bwMode="auto">
          <a:xfrm>
            <a:off x="1839914" y="1268413"/>
            <a:ext cx="1184275" cy="4724400"/>
            <a:chOff x="199" y="799"/>
            <a:chExt cx="746" cy="2976"/>
          </a:xfrm>
        </p:grpSpPr>
        <p:sp>
          <p:nvSpPr>
            <p:cNvPr id="560136" name="AutoShape 8">
              <a:extLst>
                <a:ext uri="{FF2B5EF4-FFF2-40B4-BE49-F238E27FC236}">
                  <a16:creationId xmlns:a16="http://schemas.microsoft.com/office/drawing/2014/main" id="{FF61B0AF-70C5-4414-8AE8-C8AFEEEE4A06}"/>
                </a:ext>
              </a:extLst>
            </p:cNvPr>
            <p:cNvSpPr>
              <a:spLocks/>
            </p:cNvSpPr>
            <p:nvPr/>
          </p:nvSpPr>
          <p:spPr bwMode="auto">
            <a:xfrm>
              <a:off x="657" y="799"/>
              <a:ext cx="288" cy="2976"/>
            </a:xfrm>
            <a:prstGeom prst="leftBrace">
              <a:avLst>
                <a:gd name="adj1" fmla="val 86111"/>
                <a:gd name="adj2" fmla="val 50000"/>
              </a:avLst>
            </a:prstGeom>
            <a:noFill/>
            <a:ln w="38100">
              <a:solidFill>
                <a:srgbClr val="FF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0137" name="Text Box 9">
              <a:extLst>
                <a:ext uri="{FF2B5EF4-FFF2-40B4-BE49-F238E27FC236}">
                  <a16:creationId xmlns:a16="http://schemas.microsoft.com/office/drawing/2014/main" id="{E80ED03D-9308-44A3-8F7C-D6092BE67048}"/>
                </a:ext>
              </a:extLst>
            </p:cNvPr>
            <p:cNvSpPr txBox="1">
              <a:spLocks noChangeArrowheads="1"/>
            </p:cNvSpPr>
            <p:nvPr/>
          </p:nvSpPr>
          <p:spPr bwMode="auto">
            <a:xfrm>
              <a:off x="199" y="1207"/>
              <a:ext cx="427" cy="1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sz="3200" b="1">
                  <a:ea typeface="楷体_GB2312" pitchFamily="49" charset="-122"/>
                </a:rPr>
                <a:t>根据相关的方向</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60134"/>
                                        </p:tgtEl>
                                        <p:attrNameLst>
                                          <p:attrName>style.visibility</p:attrName>
                                        </p:attrNameLst>
                                      </p:cBhvr>
                                      <p:to>
                                        <p:strVal val="visible"/>
                                      </p:to>
                                    </p:set>
                                    <p:animEffect transition="in" filter="wipe(left)">
                                      <p:cBhvr>
                                        <p:cTn id="7" dur="1000"/>
                                        <p:tgtEl>
                                          <p:spTgt spid="5601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60135"/>
                                        </p:tgtEl>
                                        <p:attrNameLst>
                                          <p:attrName>style.visibility</p:attrName>
                                        </p:attrNameLst>
                                      </p:cBhvr>
                                      <p:to>
                                        <p:strVal val="visible"/>
                                      </p:to>
                                    </p:set>
                                    <p:animEffect transition="in" filter="wipe(left)">
                                      <p:cBhvr>
                                        <p:cTn id="12" dur="1000"/>
                                        <p:tgtEl>
                                          <p:spTgt spid="5601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60132"/>
                                        </p:tgtEl>
                                        <p:attrNameLst>
                                          <p:attrName>style.visibility</p:attrName>
                                        </p:attrNameLst>
                                      </p:cBhvr>
                                      <p:to>
                                        <p:strVal val="visible"/>
                                      </p:to>
                                    </p:set>
                                    <p:animEffect transition="in" filter="wipe(left)">
                                      <p:cBhvr>
                                        <p:cTn id="17" dur="1000"/>
                                        <p:tgtEl>
                                          <p:spTgt spid="5601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60130"/>
                                        </p:tgtEl>
                                        <p:attrNameLst>
                                          <p:attrName>style.visibility</p:attrName>
                                        </p:attrNameLst>
                                      </p:cBhvr>
                                      <p:to>
                                        <p:strVal val="visible"/>
                                      </p:to>
                                    </p:set>
                                    <p:animEffect transition="in" filter="slide(fromBottom)">
                                      <p:cBhvr>
                                        <p:cTn id="22" dur="1000"/>
                                        <p:tgtEl>
                                          <p:spTgt spid="5601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60133"/>
                                        </p:tgtEl>
                                        <p:attrNameLst>
                                          <p:attrName>style.visibility</p:attrName>
                                        </p:attrNameLst>
                                      </p:cBhvr>
                                      <p:to>
                                        <p:strVal val="visible"/>
                                      </p:to>
                                    </p:set>
                                    <p:animEffect transition="in" filter="wipe(left)">
                                      <p:cBhvr>
                                        <p:cTn id="27" dur="1000"/>
                                        <p:tgtEl>
                                          <p:spTgt spid="56013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560131"/>
                                        </p:tgtEl>
                                        <p:attrNameLst>
                                          <p:attrName>style.visibility</p:attrName>
                                        </p:attrNameLst>
                                      </p:cBhvr>
                                      <p:to>
                                        <p:strVal val="visible"/>
                                      </p:to>
                                    </p:set>
                                    <p:animEffect transition="in" filter="slide(fromBottom)">
                                      <p:cBhvr>
                                        <p:cTn id="32" dur="1000"/>
                                        <p:tgtEl>
                                          <p:spTgt spid="560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130" grpId="0"/>
      <p:bldP spid="560131" grpId="0"/>
      <p:bldP spid="560132" grpId="0" animBg="1"/>
      <p:bldP spid="560133" grpId="0" animBg="1"/>
      <p:bldP spid="56013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a:extLst>
              <a:ext uri="{FF2B5EF4-FFF2-40B4-BE49-F238E27FC236}">
                <a16:creationId xmlns:a16="http://schemas.microsoft.com/office/drawing/2014/main" id="{B153B9F0-68F4-4B5A-AAFB-2DCF5982F6A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61155" name="Rectangle 3">
            <a:extLst>
              <a:ext uri="{FF2B5EF4-FFF2-40B4-BE49-F238E27FC236}">
                <a16:creationId xmlns:a16="http://schemas.microsoft.com/office/drawing/2014/main" id="{8FE3ABB3-39E1-4909-BB53-CB61DB82FBDC}"/>
              </a:ext>
            </a:extLst>
          </p:cNvPr>
          <p:cNvSpPr>
            <a:spLocks noChangeArrowheads="1"/>
          </p:cNvSpPr>
          <p:nvPr/>
        </p:nvSpPr>
        <p:spPr bwMode="auto">
          <a:xfrm>
            <a:off x="2855914" y="981076"/>
            <a:ext cx="7488237" cy="2314575"/>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solidFill>
                  <a:srgbClr val="FF99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30000"/>
              </a:lnSpc>
            </a:pPr>
            <a:r>
              <a:rPr lang="zh-CN" altLang="en-US" sz="2800" b="1">
                <a:ea typeface="楷体_GB2312" pitchFamily="49" charset="-122"/>
              </a:rPr>
              <a:t>当相关关系中自变量变化时，因变量也相应地发生大致均等的变化，其数学模型可归纳为</a:t>
            </a:r>
            <a:r>
              <a:rPr lang="en-US" altLang="zh-CN" sz="2800" b="1" i="1">
                <a:ea typeface="楷体_GB2312" pitchFamily="49" charset="-122"/>
              </a:rPr>
              <a:t>y</a:t>
            </a:r>
            <a:r>
              <a:rPr lang="en-US" altLang="zh-CN" sz="2800" b="1">
                <a:ea typeface="楷体_GB2312" pitchFamily="49" charset="-122"/>
              </a:rPr>
              <a:t>=</a:t>
            </a:r>
            <a:r>
              <a:rPr lang="en-US" altLang="zh-CN" sz="2800" b="1" i="1">
                <a:ea typeface="楷体_GB2312" pitchFamily="49" charset="-122"/>
              </a:rPr>
              <a:t>ax</a:t>
            </a:r>
            <a:r>
              <a:rPr lang="en-US" altLang="zh-CN" sz="2800" b="1">
                <a:ea typeface="楷体_GB2312" pitchFamily="49" charset="-122"/>
              </a:rPr>
              <a:t>+</a:t>
            </a:r>
            <a:r>
              <a:rPr lang="en-US" altLang="zh-CN" sz="2800" b="1" i="1">
                <a:ea typeface="楷体_GB2312" pitchFamily="49" charset="-122"/>
              </a:rPr>
              <a:t>b</a:t>
            </a:r>
            <a:r>
              <a:rPr lang="en-US" altLang="zh-CN" sz="2800" b="1">
                <a:ea typeface="楷体_GB2312" pitchFamily="49" charset="-122"/>
              </a:rPr>
              <a:t>+</a:t>
            </a:r>
            <a:r>
              <a:rPr lang="el-GR" altLang="zh-CN" sz="2800" b="1" i="1">
                <a:ea typeface="楷体_GB2312" pitchFamily="49" charset="-122"/>
                <a:cs typeface="Times New Roman" panose="02020603050405020304" pitchFamily="18" charset="0"/>
              </a:rPr>
              <a:t>ε</a:t>
            </a:r>
            <a:r>
              <a:rPr lang="zh-CN" altLang="en-US" sz="2800" b="1">
                <a:ea typeface="楷体_GB2312" pitchFamily="49" charset="-122"/>
              </a:rPr>
              <a:t>，其中</a:t>
            </a:r>
            <a:r>
              <a:rPr lang="el-GR" altLang="zh-CN" sz="2800" b="1" i="1">
                <a:ea typeface="楷体_GB2312" pitchFamily="49" charset="-122"/>
              </a:rPr>
              <a:t>ε</a:t>
            </a:r>
            <a:r>
              <a:rPr lang="zh-CN" altLang="en-US" sz="2800" b="1">
                <a:ea typeface="楷体_GB2312" pitchFamily="49" charset="-122"/>
              </a:rPr>
              <a:t>为自变量以外影响</a:t>
            </a:r>
            <a:r>
              <a:rPr lang="en-US" altLang="zh-CN" sz="2800" b="1" i="1">
                <a:ea typeface="楷体_GB2312" pitchFamily="49" charset="-122"/>
              </a:rPr>
              <a:t>y</a:t>
            </a:r>
            <a:r>
              <a:rPr lang="zh-CN" altLang="en-US" sz="2800" b="1">
                <a:ea typeface="楷体_GB2312" pitchFamily="49" charset="-122"/>
              </a:rPr>
              <a:t>的随机变量，</a:t>
            </a:r>
            <a:r>
              <a:rPr lang="en-US" altLang="zh-CN" sz="2800" b="1" i="1">
                <a:ea typeface="楷体_GB2312" pitchFamily="49" charset="-122"/>
              </a:rPr>
              <a:t>a</a:t>
            </a:r>
            <a:r>
              <a:rPr lang="zh-CN" altLang="en-US" sz="2800" b="1">
                <a:ea typeface="楷体_GB2312" pitchFamily="49" charset="-122"/>
              </a:rPr>
              <a:t>，</a:t>
            </a:r>
            <a:r>
              <a:rPr lang="en-US" altLang="zh-CN" sz="2800" b="1" i="1">
                <a:ea typeface="楷体_GB2312" pitchFamily="49" charset="-122"/>
              </a:rPr>
              <a:t>b</a:t>
            </a:r>
            <a:r>
              <a:rPr lang="zh-CN" altLang="en-US" sz="2800" b="1">
                <a:ea typeface="楷体_GB2312" pitchFamily="49" charset="-122"/>
              </a:rPr>
              <a:t>为常数。</a:t>
            </a:r>
            <a:r>
              <a:rPr lang="zh-CN" altLang="en-US" sz="2800">
                <a:ea typeface="楷体_GB2312" pitchFamily="49" charset="-122"/>
              </a:rPr>
              <a:t> </a:t>
            </a:r>
          </a:p>
        </p:txBody>
      </p:sp>
      <p:sp>
        <p:nvSpPr>
          <p:cNvPr id="561156" name="Rectangle 4">
            <a:extLst>
              <a:ext uri="{FF2B5EF4-FFF2-40B4-BE49-F238E27FC236}">
                <a16:creationId xmlns:a16="http://schemas.microsoft.com/office/drawing/2014/main" id="{F2F18DBD-FE4B-4C19-944B-FAD763B37321}"/>
              </a:ext>
            </a:extLst>
          </p:cNvPr>
          <p:cNvSpPr>
            <a:spLocks noChangeArrowheads="1"/>
          </p:cNvSpPr>
          <p:nvPr/>
        </p:nvSpPr>
        <p:spPr bwMode="auto">
          <a:xfrm>
            <a:off x="2855913" y="4149726"/>
            <a:ext cx="7561262" cy="2314575"/>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solidFill>
                  <a:srgbClr val="FF99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30000"/>
              </a:lnSpc>
            </a:pPr>
            <a:r>
              <a:rPr lang="zh-CN" altLang="zh-CN" sz="2800" b="1">
                <a:ea typeface="楷体_GB2312" pitchFamily="49" charset="-122"/>
              </a:rPr>
              <a:t>当相关关系中自变量变化时，因变量的变化是不均等的，其数学模型可归纳为</a:t>
            </a:r>
            <a:r>
              <a:rPr lang="en-US" altLang="zh-CN" sz="2800" b="1" i="1">
                <a:ea typeface="楷体_GB2312" pitchFamily="49" charset="-122"/>
              </a:rPr>
              <a:t>y</a:t>
            </a:r>
            <a:r>
              <a:rPr lang="en-US" altLang="zh-CN" sz="2800" b="1">
                <a:ea typeface="楷体_GB2312" pitchFamily="49" charset="-122"/>
              </a:rPr>
              <a:t>=</a:t>
            </a:r>
            <a:r>
              <a:rPr lang="en-US" altLang="zh-CN" sz="2800" b="1" i="1">
                <a:ea typeface="楷体_GB2312" pitchFamily="49" charset="-122"/>
              </a:rPr>
              <a:t>f (x)</a:t>
            </a:r>
            <a:r>
              <a:rPr lang="en-US" altLang="zh-CN" sz="2800" b="1">
                <a:ea typeface="楷体_GB2312" pitchFamily="49" charset="-122"/>
              </a:rPr>
              <a:t>+</a:t>
            </a:r>
            <a:r>
              <a:rPr lang="el-GR" altLang="zh-CN" sz="2800" b="1" i="1">
                <a:ea typeface="楷体_GB2312" pitchFamily="49" charset="-122"/>
                <a:cs typeface="Times New Roman" panose="02020603050405020304" pitchFamily="18" charset="0"/>
              </a:rPr>
              <a:t>ε</a:t>
            </a:r>
            <a:r>
              <a:rPr lang="zh-CN" altLang="zh-CN" sz="2800" b="1">
                <a:ea typeface="楷体_GB2312" pitchFamily="49" charset="-122"/>
              </a:rPr>
              <a:t> ，其中</a:t>
            </a:r>
            <a:r>
              <a:rPr lang="en-US" altLang="zh-CN" sz="2800" b="1" i="1">
                <a:ea typeface="楷体_GB2312" pitchFamily="49" charset="-122"/>
              </a:rPr>
              <a:t>f (x)</a:t>
            </a:r>
            <a:r>
              <a:rPr lang="zh-CN" altLang="en-US" sz="2800" b="1">
                <a:ea typeface="楷体_GB2312" pitchFamily="49" charset="-122"/>
              </a:rPr>
              <a:t>为</a:t>
            </a:r>
            <a:r>
              <a:rPr lang="zh-CN" altLang="zh-CN" sz="2800" b="1">
                <a:ea typeface="楷体_GB2312" pitchFamily="49" charset="-122"/>
              </a:rPr>
              <a:t>非线性函数， </a:t>
            </a:r>
            <a:r>
              <a:rPr lang="el-GR" altLang="zh-CN" sz="2800" b="1" i="1">
                <a:ea typeface="楷体_GB2312" pitchFamily="49" charset="-122"/>
              </a:rPr>
              <a:t>ε</a:t>
            </a:r>
            <a:r>
              <a:rPr lang="zh-CN" altLang="zh-CN" sz="2800" b="1">
                <a:ea typeface="楷体_GB2312" pitchFamily="49" charset="-122"/>
              </a:rPr>
              <a:t>为自变量以外影响</a:t>
            </a:r>
            <a:r>
              <a:rPr lang="en-US" altLang="zh-CN" sz="2800" b="1">
                <a:ea typeface="楷体_GB2312" pitchFamily="49" charset="-122"/>
              </a:rPr>
              <a:t>y</a:t>
            </a:r>
            <a:r>
              <a:rPr lang="zh-CN" altLang="en-US" sz="2800" b="1">
                <a:ea typeface="楷体_GB2312" pitchFamily="49" charset="-122"/>
              </a:rPr>
              <a:t>的随机变量</a:t>
            </a:r>
            <a:r>
              <a:rPr lang="en-US" altLang="zh-CN" sz="2800" b="1">
                <a:ea typeface="楷体_GB2312" pitchFamily="49" charset="-122"/>
              </a:rPr>
              <a:t>.</a:t>
            </a:r>
          </a:p>
        </p:txBody>
      </p:sp>
      <p:sp>
        <p:nvSpPr>
          <p:cNvPr id="561157" name="Text Box 5">
            <a:extLst>
              <a:ext uri="{FF2B5EF4-FFF2-40B4-BE49-F238E27FC236}">
                <a16:creationId xmlns:a16="http://schemas.microsoft.com/office/drawing/2014/main" id="{BAD65521-ABDA-4CEB-9587-706652307C7C}"/>
              </a:ext>
            </a:extLst>
          </p:cNvPr>
          <p:cNvSpPr txBox="1">
            <a:spLocks noChangeArrowheads="1"/>
          </p:cNvSpPr>
          <p:nvPr/>
        </p:nvSpPr>
        <p:spPr bwMode="auto">
          <a:xfrm>
            <a:off x="2927351" y="188913"/>
            <a:ext cx="2665413" cy="64135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FF0066"/>
                </a:solidFill>
                <a:latin typeface="楷体_GB2312" pitchFamily="49" charset="-122"/>
                <a:ea typeface="楷体_GB2312" pitchFamily="49" charset="-122"/>
              </a:rPr>
              <a:t>线性相关</a:t>
            </a:r>
            <a:r>
              <a:rPr lang="zh-CN" altLang="en-US" sz="3600">
                <a:solidFill>
                  <a:srgbClr val="FF0066"/>
                </a:solidFill>
                <a:latin typeface="楷体_GB2312" pitchFamily="49" charset="-122"/>
                <a:ea typeface="楷体_GB2312" pitchFamily="49" charset="-122"/>
              </a:rPr>
              <a:t>：</a:t>
            </a:r>
          </a:p>
        </p:txBody>
      </p:sp>
      <p:sp>
        <p:nvSpPr>
          <p:cNvPr id="561158" name="Text Box 6">
            <a:extLst>
              <a:ext uri="{FF2B5EF4-FFF2-40B4-BE49-F238E27FC236}">
                <a16:creationId xmlns:a16="http://schemas.microsoft.com/office/drawing/2014/main" id="{19D500CF-2D31-45E7-B20E-567DE4DECAC3}"/>
              </a:ext>
            </a:extLst>
          </p:cNvPr>
          <p:cNvSpPr txBox="1">
            <a:spLocks noChangeArrowheads="1"/>
          </p:cNvSpPr>
          <p:nvPr/>
        </p:nvSpPr>
        <p:spPr bwMode="auto">
          <a:xfrm>
            <a:off x="2927351" y="3357563"/>
            <a:ext cx="3097213" cy="64135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FF0066"/>
                </a:solidFill>
                <a:latin typeface="楷体_GB2312" pitchFamily="49" charset="-122"/>
                <a:ea typeface="楷体_GB2312" pitchFamily="49" charset="-122"/>
              </a:rPr>
              <a:t>非线性相关：</a:t>
            </a:r>
          </a:p>
        </p:txBody>
      </p:sp>
      <p:grpSp>
        <p:nvGrpSpPr>
          <p:cNvPr id="561159" name="Group 7">
            <a:extLst>
              <a:ext uri="{FF2B5EF4-FFF2-40B4-BE49-F238E27FC236}">
                <a16:creationId xmlns:a16="http://schemas.microsoft.com/office/drawing/2014/main" id="{1E71C416-D9EE-4765-A6CA-55516C360806}"/>
              </a:ext>
            </a:extLst>
          </p:cNvPr>
          <p:cNvGrpSpPr>
            <a:grpSpLocks/>
          </p:cNvGrpSpPr>
          <p:nvPr/>
        </p:nvGrpSpPr>
        <p:grpSpPr bwMode="auto">
          <a:xfrm>
            <a:off x="1768475" y="333375"/>
            <a:ext cx="1087438" cy="5588000"/>
            <a:chOff x="154" y="210"/>
            <a:chExt cx="685" cy="3520"/>
          </a:xfrm>
        </p:grpSpPr>
        <p:sp>
          <p:nvSpPr>
            <p:cNvPr id="561160" name="AutoShape 8">
              <a:extLst>
                <a:ext uri="{FF2B5EF4-FFF2-40B4-BE49-F238E27FC236}">
                  <a16:creationId xmlns:a16="http://schemas.microsoft.com/office/drawing/2014/main" id="{9DAEAF49-3B33-4A91-AFA6-EDBD4045FDFB}"/>
                </a:ext>
              </a:extLst>
            </p:cNvPr>
            <p:cNvSpPr>
              <a:spLocks/>
            </p:cNvSpPr>
            <p:nvPr/>
          </p:nvSpPr>
          <p:spPr bwMode="auto">
            <a:xfrm>
              <a:off x="567" y="210"/>
              <a:ext cx="272" cy="3520"/>
            </a:xfrm>
            <a:prstGeom prst="leftBrace">
              <a:avLst>
                <a:gd name="adj1" fmla="val 107843"/>
                <a:gd name="adj2" fmla="val 50000"/>
              </a:avLst>
            </a:prstGeom>
            <a:noFill/>
            <a:ln w="38100">
              <a:solidFill>
                <a:srgbClr val="FF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1161" name="Text Box 9">
              <a:extLst>
                <a:ext uri="{FF2B5EF4-FFF2-40B4-BE49-F238E27FC236}">
                  <a16:creationId xmlns:a16="http://schemas.microsoft.com/office/drawing/2014/main" id="{ABA224EE-4247-424E-97F7-E4B9337D2D10}"/>
                </a:ext>
              </a:extLst>
            </p:cNvPr>
            <p:cNvSpPr txBox="1">
              <a:spLocks noChangeArrowheads="1"/>
            </p:cNvSpPr>
            <p:nvPr/>
          </p:nvSpPr>
          <p:spPr bwMode="auto">
            <a:xfrm>
              <a:off x="154" y="1026"/>
              <a:ext cx="427" cy="1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sz="3200" b="1">
                  <a:ea typeface="楷体_GB2312" pitchFamily="49" charset="-122"/>
                </a:rPr>
                <a:t>根据相关的形式</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61159"/>
                                        </p:tgtEl>
                                        <p:attrNameLst>
                                          <p:attrName>style.visibility</p:attrName>
                                        </p:attrNameLst>
                                      </p:cBhvr>
                                      <p:to>
                                        <p:strVal val="visible"/>
                                      </p:to>
                                    </p:set>
                                    <p:animEffect transition="in" filter="wipe(left)">
                                      <p:cBhvr>
                                        <p:cTn id="7" dur="1000"/>
                                        <p:tgtEl>
                                          <p:spTgt spid="5611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1157"/>
                                        </p:tgtEl>
                                        <p:attrNameLst>
                                          <p:attrName>style.visibility</p:attrName>
                                        </p:attrNameLst>
                                      </p:cBhvr>
                                      <p:to>
                                        <p:strVal val="visible"/>
                                      </p:to>
                                    </p:set>
                                    <p:animEffect transition="in" filter="wipe(left)">
                                      <p:cBhvr>
                                        <p:cTn id="12" dur="1000"/>
                                        <p:tgtEl>
                                          <p:spTgt spid="5611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561155"/>
                                        </p:tgtEl>
                                        <p:attrNameLst>
                                          <p:attrName>style.visibility</p:attrName>
                                        </p:attrNameLst>
                                      </p:cBhvr>
                                      <p:to>
                                        <p:strVal val="visible"/>
                                      </p:to>
                                    </p:set>
                                    <p:animEffect transition="in" filter="slide(fromBottom)">
                                      <p:cBhvr>
                                        <p:cTn id="17" dur="1000"/>
                                        <p:tgtEl>
                                          <p:spTgt spid="5611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61158"/>
                                        </p:tgtEl>
                                        <p:attrNameLst>
                                          <p:attrName>style.visibility</p:attrName>
                                        </p:attrNameLst>
                                      </p:cBhvr>
                                      <p:to>
                                        <p:strVal val="visible"/>
                                      </p:to>
                                    </p:set>
                                    <p:animEffect transition="in" filter="wipe(left)">
                                      <p:cBhvr>
                                        <p:cTn id="22" dur="1000"/>
                                        <p:tgtEl>
                                          <p:spTgt spid="56115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561156"/>
                                        </p:tgtEl>
                                        <p:attrNameLst>
                                          <p:attrName>style.visibility</p:attrName>
                                        </p:attrNameLst>
                                      </p:cBhvr>
                                      <p:to>
                                        <p:strVal val="visible"/>
                                      </p:to>
                                    </p:set>
                                    <p:animEffect transition="in" filter="slide(fromBottom)">
                                      <p:cBhvr>
                                        <p:cTn id="27" dur="1000"/>
                                        <p:tgtEl>
                                          <p:spTgt spid="561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1155" grpId="0"/>
      <p:bldP spid="561156" grpId="0"/>
      <p:bldP spid="561157" grpId="0" animBg="1"/>
      <p:bldP spid="56115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a:extLst>
              <a:ext uri="{FF2B5EF4-FFF2-40B4-BE49-F238E27FC236}">
                <a16:creationId xmlns:a16="http://schemas.microsoft.com/office/drawing/2014/main" id="{886DDF13-E353-4641-954E-ECBDC5AC55E0}"/>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62179" name="Rectangle 3">
            <a:extLst>
              <a:ext uri="{FF2B5EF4-FFF2-40B4-BE49-F238E27FC236}">
                <a16:creationId xmlns:a16="http://schemas.microsoft.com/office/drawing/2014/main" id="{1E33A3E0-3B8E-42E7-89EC-37658C73022C}"/>
              </a:ext>
            </a:extLst>
          </p:cNvPr>
          <p:cNvSpPr>
            <a:spLocks noChangeArrowheads="1"/>
          </p:cNvSpPr>
          <p:nvPr/>
        </p:nvSpPr>
        <p:spPr bwMode="auto">
          <a:xfrm>
            <a:off x="2063750" y="1916114"/>
            <a:ext cx="8174038"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ea typeface="楷体_GB2312" pitchFamily="49" charset="-122"/>
              </a:rPr>
              <a:t>        </a:t>
            </a:r>
            <a:r>
              <a:rPr lang="zh-CN" altLang="en-US" sz="2800" b="1">
                <a:ea typeface="楷体_GB2312" pitchFamily="49" charset="-122"/>
              </a:rPr>
              <a:t>判断变量之间是否存在相关关系，指出相关关系的方向和相关的密切程度，为进一步统计推算、预测提供依据。</a:t>
            </a:r>
          </a:p>
        </p:txBody>
      </p:sp>
      <p:sp>
        <p:nvSpPr>
          <p:cNvPr id="562180" name="Rectangle 4">
            <a:extLst>
              <a:ext uri="{FF2B5EF4-FFF2-40B4-BE49-F238E27FC236}">
                <a16:creationId xmlns:a16="http://schemas.microsoft.com/office/drawing/2014/main" id="{E98D8B88-B46D-414D-8F6C-30BE1A88E73A}"/>
              </a:ext>
            </a:extLst>
          </p:cNvPr>
          <p:cNvSpPr>
            <a:spLocks noChangeArrowheads="1"/>
          </p:cNvSpPr>
          <p:nvPr/>
        </p:nvSpPr>
        <p:spPr bwMode="auto">
          <a:xfrm>
            <a:off x="1992314" y="620713"/>
            <a:ext cx="35274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相关分析的任务：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62180"/>
                                        </p:tgtEl>
                                        <p:attrNameLst>
                                          <p:attrName>style.visibility</p:attrName>
                                        </p:attrNameLst>
                                      </p:cBhvr>
                                      <p:to>
                                        <p:strVal val="visible"/>
                                      </p:to>
                                    </p:set>
                                    <p:animEffect transition="in" filter="wipe(left)">
                                      <p:cBhvr>
                                        <p:cTn id="7" dur="1000"/>
                                        <p:tgtEl>
                                          <p:spTgt spid="5621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7" presetClass="entr" presetSubtype="0" fill="hold" grpId="0" nodeType="clickEffect">
                                  <p:stCondLst>
                                    <p:cond delay="0"/>
                                  </p:stCondLst>
                                  <p:iterate type="lt">
                                    <p:tmPct val="50000"/>
                                  </p:iterate>
                                  <p:childTnLst>
                                    <p:set>
                                      <p:cBhvr>
                                        <p:cTn id="11" dur="1" fill="hold">
                                          <p:stCondLst>
                                            <p:cond delay="0"/>
                                          </p:stCondLst>
                                        </p:cTn>
                                        <p:tgtEl>
                                          <p:spTgt spid="562179"/>
                                        </p:tgtEl>
                                        <p:attrNameLst>
                                          <p:attrName>style.visibility</p:attrName>
                                        </p:attrNameLst>
                                      </p:cBhvr>
                                      <p:to>
                                        <p:strVal val="visible"/>
                                      </p:to>
                                    </p:set>
                                    <p:anim calcmode="discrete" valueType="clr">
                                      <p:cBhvr override="childStyle">
                                        <p:cTn id="12" dur="80"/>
                                        <p:tgtEl>
                                          <p:spTgt spid="562179"/>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562179"/>
                                        </p:tgtEl>
                                        <p:attrNameLst>
                                          <p:attrName>fillcolor</p:attrName>
                                        </p:attrNameLst>
                                      </p:cBhvr>
                                      <p:tavLst>
                                        <p:tav tm="0">
                                          <p:val>
                                            <p:clrVal>
                                              <a:schemeClr val="accent2"/>
                                            </p:clrVal>
                                          </p:val>
                                        </p:tav>
                                        <p:tav tm="50000">
                                          <p:val>
                                            <p:clrVal>
                                              <a:schemeClr val="hlink"/>
                                            </p:clrVal>
                                          </p:val>
                                        </p:tav>
                                      </p:tavLst>
                                    </p:anim>
                                    <p:set>
                                      <p:cBhvr>
                                        <p:cTn id="14" dur="80"/>
                                        <p:tgtEl>
                                          <p:spTgt spid="562179"/>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79" grpId="0"/>
      <p:bldP spid="56218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a:extLst>
              <a:ext uri="{FF2B5EF4-FFF2-40B4-BE49-F238E27FC236}">
                <a16:creationId xmlns:a16="http://schemas.microsoft.com/office/drawing/2014/main" id="{63FB3382-A9E5-4823-BF81-E677BB3DF673}"/>
              </a:ext>
            </a:extLst>
          </p:cNvPr>
          <p:cNvSpPr>
            <a:spLocks noChangeArrowheads="1"/>
          </p:cNvSpPr>
          <p:nvPr/>
        </p:nvSpPr>
        <p:spPr bwMode="auto">
          <a:xfrm>
            <a:off x="2135189" y="1125538"/>
            <a:ext cx="37560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样本相关系数的定义：</a:t>
            </a:r>
          </a:p>
        </p:txBody>
      </p:sp>
      <p:sp>
        <p:nvSpPr>
          <p:cNvPr id="563203" name="Rectangle 3">
            <a:extLst>
              <a:ext uri="{FF2B5EF4-FFF2-40B4-BE49-F238E27FC236}">
                <a16:creationId xmlns:a16="http://schemas.microsoft.com/office/drawing/2014/main" id="{47868F1F-8F85-47E5-9BBE-606935229220}"/>
              </a:ext>
            </a:extLst>
          </p:cNvPr>
          <p:cNvSpPr>
            <a:spLocks noChangeArrowheads="1"/>
          </p:cNvSpPr>
          <p:nvPr/>
        </p:nvSpPr>
        <p:spPr bwMode="auto">
          <a:xfrm>
            <a:off x="2063751" y="257861"/>
            <a:ext cx="389080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3600" b="1">
                <a:solidFill>
                  <a:srgbClr val="FF33CC"/>
                </a:solidFill>
                <a:effectLst>
                  <a:outerShdw blurRad="38100" dist="38100" dir="2700000" algn="tl">
                    <a:srgbClr val="C0C0C0"/>
                  </a:outerShdw>
                </a:effectLst>
                <a:latin typeface="宋体" panose="02010600030101010101" pitchFamily="2" charset="-122"/>
              </a:rPr>
              <a:t>二、样本相关系数</a:t>
            </a:r>
          </a:p>
        </p:txBody>
      </p:sp>
      <p:graphicFrame>
        <p:nvGraphicFramePr>
          <p:cNvPr id="563204" name="Object 4">
            <a:extLst>
              <a:ext uri="{FF2B5EF4-FFF2-40B4-BE49-F238E27FC236}">
                <a16:creationId xmlns:a16="http://schemas.microsoft.com/office/drawing/2014/main" id="{577C30AC-D24E-4DD8-A066-94CB08E28B34}"/>
              </a:ext>
            </a:extLst>
          </p:cNvPr>
          <p:cNvGraphicFramePr>
            <a:graphicFrameLocks noChangeAspect="1"/>
          </p:cNvGraphicFramePr>
          <p:nvPr/>
        </p:nvGraphicFramePr>
        <p:xfrm>
          <a:off x="1919289" y="2708276"/>
          <a:ext cx="1855787" cy="544513"/>
        </p:xfrm>
        <a:graphic>
          <a:graphicData uri="http://schemas.openxmlformats.org/presentationml/2006/ole">
            <mc:AlternateContent xmlns:mc="http://schemas.openxmlformats.org/markup-compatibility/2006">
              <mc:Choice xmlns:v="urn:schemas-microsoft-com:vml" Requires="v">
                <p:oleObj spid="_x0000_s24578" name="公式" r:id="rId3" imgW="787320" imgH="228600" progId="Equation.3">
                  <p:embed/>
                </p:oleObj>
              </mc:Choice>
              <mc:Fallback>
                <p:oleObj name="公式" r:id="rId3" imgW="787320" imgH="228600" progId="Equation.3">
                  <p:embed/>
                  <p:pic>
                    <p:nvPicPr>
                      <p:cNvPr id="563204" name="Object 4">
                        <a:extLst>
                          <a:ext uri="{FF2B5EF4-FFF2-40B4-BE49-F238E27FC236}">
                            <a16:creationId xmlns:a16="http://schemas.microsoft.com/office/drawing/2014/main" id="{577C30AC-D24E-4DD8-A066-94CB08E28B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9289" y="2708276"/>
                        <a:ext cx="1855787" cy="544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205" name="Object 5">
            <a:extLst>
              <a:ext uri="{FF2B5EF4-FFF2-40B4-BE49-F238E27FC236}">
                <a16:creationId xmlns:a16="http://schemas.microsoft.com/office/drawing/2014/main" id="{55D9FABE-2FED-40CB-B448-3375DCC1219D}"/>
              </a:ext>
            </a:extLst>
          </p:cNvPr>
          <p:cNvGraphicFramePr>
            <a:graphicFrameLocks noChangeAspect="1"/>
          </p:cNvGraphicFramePr>
          <p:nvPr/>
        </p:nvGraphicFramePr>
        <p:xfrm>
          <a:off x="3143251" y="3357564"/>
          <a:ext cx="4722813" cy="2092325"/>
        </p:xfrm>
        <a:graphic>
          <a:graphicData uri="http://schemas.openxmlformats.org/presentationml/2006/ole">
            <mc:AlternateContent xmlns:mc="http://schemas.openxmlformats.org/markup-compatibility/2006">
              <mc:Choice xmlns:v="urn:schemas-microsoft-com:vml" Requires="v">
                <p:oleObj spid="_x0000_s24579" name="公式" r:id="rId5" imgW="2031840" imgH="901440" progId="Equation.3">
                  <p:embed/>
                </p:oleObj>
              </mc:Choice>
              <mc:Fallback>
                <p:oleObj name="公式" r:id="rId5" imgW="2031840" imgH="901440" progId="Equation.3">
                  <p:embed/>
                  <p:pic>
                    <p:nvPicPr>
                      <p:cNvPr id="563205" name="Object 5">
                        <a:extLst>
                          <a:ext uri="{FF2B5EF4-FFF2-40B4-BE49-F238E27FC236}">
                            <a16:creationId xmlns:a16="http://schemas.microsoft.com/office/drawing/2014/main" id="{55D9FABE-2FED-40CB-B448-3375DCC1219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3251" y="3357564"/>
                        <a:ext cx="4722813" cy="2092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3206" name="Rectangle 6">
            <a:extLst>
              <a:ext uri="{FF2B5EF4-FFF2-40B4-BE49-F238E27FC236}">
                <a16:creationId xmlns:a16="http://schemas.microsoft.com/office/drawing/2014/main" id="{57FFCD6D-7464-4AAD-ACF5-25867D0E23F3}"/>
              </a:ext>
            </a:extLst>
          </p:cNvPr>
          <p:cNvSpPr>
            <a:spLocks noChangeArrowheads="1"/>
          </p:cNvSpPr>
          <p:nvPr/>
        </p:nvSpPr>
        <p:spPr bwMode="auto">
          <a:xfrm>
            <a:off x="5119688" y="2221321"/>
            <a:ext cx="33855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1200">
                <a:ea typeface="楷体_GB2312" pitchFamily="49" charset="-122"/>
              </a:rPr>
              <a:t>，</a:t>
            </a:r>
            <a:endParaRPr lang="zh-CN" altLang="en-US"/>
          </a:p>
        </p:txBody>
      </p:sp>
      <p:sp>
        <p:nvSpPr>
          <p:cNvPr id="563207" name="Rectangle 7">
            <a:extLst>
              <a:ext uri="{FF2B5EF4-FFF2-40B4-BE49-F238E27FC236}">
                <a16:creationId xmlns:a16="http://schemas.microsoft.com/office/drawing/2014/main" id="{6A315BB4-EBD1-4BD3-B04F-A3874E5F9A55}"/>
              </a:ext>
            </a:extLst>
          </p:cNvPr>
          <p:cNvSpPr>
            <a:spLocks noChangeArrowheads="1"/>
          </p:cNvSpPr>
          <p:nvPr/>
        </p:nvSpPr>
        <p:spPr bwMode="auto">
          <a:xfrm>
            <a:off x="2208214" y="1844676"/>
            <a:ext cx="61928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ea typeface="楷体_GB2312" pitchFamily="49" charset="-122"/>
              </a:rPr>
              <a:t>设总体</a:t>
            </a:r>
            <a:r>
              <a:rPr lang="en-US" altLang="zh-CN" sz="2800" b="1">
                <a:ea typeface="楷体_GB2312" pitchFamily="49" charset="-122"/>
              </a:rPr>
              <a:t>(X,Y)</a:t>
            </a:r>
            <a:r>
              <a:rPr lang="zh-CN" altLang="en-US" sz="2800" b="1">
                <a:ea typeface="楷体_GB2312" pitchFamily="49" charset="-122"/>
              </a:rPr>
              <a:t>存在总体相关系数</a:t>
            </a:r>
            <a:r>
              <a:rPr lang="el-GR" altLang="zh-CN" sz="2800" b="1" i="1">
                <a:ea typeface="楷体_GB2312" pitchFamily="49" charset="-122"/>
                <a:cs typeface="Times New Roman" panose="02020603050405020304" pitchFamily="18" charset="0"/>
              </a:rPr>
              <a:t>ρ</a:t>
            </a:r>
            <a:r>
              <a:rPr lang="zh-CN" altLang="en-US" sz="2800" b="1">
                <a:ea typeface="楷体_GB2312" pitchFamily="49" charset="-122"/>
              </a:rPr>
              <a:t>。</a:t>
            </a:r>
          </a:p>
        </p:txBody>
      </p:sp>
      <p:sp>
        <p:nvSpPr>
          <p:cNvPr id="563208" name="Rectangle 8">
            <a:extLst>
              <a:ext uri="{FF2B5EF4-FFF2-40B4-BE49-F238E27FC236}">
                <a16:creationId xmlns:a16="http://schemas.microsoft.com/office/drawing/2014/main" id="{400C7F40-2AA7-4713-8152-70D9E4C3C340}"/>
              </a:ext>
            </a:extLst>
          </p:cNvPr>
          <p:cNvSpPr>
            <a:spLocks noChangeArrowheads="1"/>
          </p:cNvSpPr>
          <p:nvPr/>
        </p:nvSpPr>
        <p:spPr bwMode="auto">
          <a:xfrm>
            <a:off x="2640013" y="5734051"/>
            <a:ext cx="27733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ea typeface="楷体_GB2312" pitchFamily="49" charset="-122"/>
              </a:rPr>
              <a:t>为样本相关系数</a:t>
            </a:r>
            <a:r>
              <a:rPr lang="en-US" altLang="zh-CN" sz="2800" b="1">
                <a:ea typeface="楷体_GB2312" pitchFamily="49" charset="-122"/>
              </a:rPr>
              <a:t>.</a:t>
            </a:r>
          </a:p>
        </p:txBody>
      </p:sp>
      <p:sp>
        <p:nvSpPr>
          <p:cNvPr id="563209" name="Rectangle 9">
            <a:extLst>
              <a:ext uri="{FF2B5EF4-FFF2-40B4-BE49-F238E27FC236}">
                <a16:creationId xmlns:a16="http://schemas.microsoft.com/office/drawing/2014/main" id="{6C6F1F3D-DD93-4DF6-9164-6E55A25513DC}"/>
              </a:ext>
            </a:extLst>
          </p:cNvPr>
          <p:cNvSpPr>
            <a:spLocks noChangeArrowheads="1"/>
          </p:cNvSpPr>
          <p:nvPr/>
        </p:nvSpPr>
        <p:spPr bwMode="auto">
          <a:xfrm>
            <a:off x="3792538" y="2781301"/>
            <a:ext cx="52562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ea typeface="楷体_GB2312" pitchFamily="49" charset="-122"/>
              </a:rPr>
              <a:t>是取自总体</a:t>
            </a:r>
            <a:r>
              <a:rPr lang="en-US" altLang="zh-CN" sz="2800" b="1">
                <a:ea typeface="楷体_GB2312" pitchFamily="49" charset="-122"/>
              </a:rPr>
              <a:t>(X,Y)</a:t>
            </a:r>
            <a:r>
              <a:rPr lang="zh-CN" altLang="en-US" sz="2800" b="1">
                <a:ea typeface="楷体_GB2312" pitchFamily="49" charset="-122"/>
              </a:rPr>
              <a:t>的样本，则称</a:t>
            </a:r>
          </a:p>
        </p:txBody>
      </p:sp>
      <p:graphicFrame>
        <p:nvGraphicFramePr>
          <p:cNvPr id="563210" name="Object 10">
            <a:extLst>
              <a:ext uri="{FF2B5EF4-FFF2-40B4-BE49-F238E27FC236}">
                <a16:creationId xmlns:a16="http://schemas.microsoft.com/office/drawing/2014/main" id="{7D16F447-8463-4162-92A6-894173B7109D}"/>
              </a:ext>
            </a:extLst>
          </p:cNvPr>
          <p:cNvGraphicFramePr>
            <a:graphicFrameLocks noChangeAspect="1"/>
          </p:cNvGraphicFramePr>
          <p:nvPr/>
        </p:nvGraphicFramePr>
        <p:xfrm>
          <a:off x="7608889" y="1916114"/>
          <a:ext cx="2466975" cy="452437"/>
        </p:xfrm>
        <a:graphic>
          <a:graphicData uri="http://schemas.openxmlformats.org/presentationml/2006/ole">
            <mc:AlternateContent xmlns:mc="http://schemas.openxmlformats.org/markup-compatibility/2006">
              <mc:Choice xmlns:v="urn:schemas-microsoft-com:vml" Requires="v">
                <p:oleObj spid="_x0000_s24580" name="公式" r:id="rId7" imgW="1193760" imgH="215640" progId="Equation.3">
                  <p:embed/>
                </p:oleObj>
              </mc:Choice>
              <mc:Fallback>
                <p:oleObj name="公式" r:id="rId7" imgW="1193760" imgH="215640" progId="Equation.3">
                  <p:embed/>
                  <p:pic>
                    <p:nvPicPr>
                      <p:cNvPr id="563210" name="Object 10">
                        <a:extLst>
                          <a:ext uri="{FF2B5EF4-FFF2-40B4-BE49-F238E27FC236}">
                            <a16:creationId xmlns:a16="http://schemas.microsoft.com/office/drawing/2014/main" id="{7D16F447-8463-4162-92A6-894173B7109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08889" y="1916114"/>
                        <a:ext cx="2466975" cy="452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563203"/>
                                        </p:tgtEl>
                                        <p:attrNameLst>
                                          <p:attrName>style.visibility</p:attrName>
                                        </p:attrNameLst>
                                      </p:cBhvr>
                                      <p:to>
                                        <p:strVal val="visible"/>
                                      </p:to>
                                    </p:set>
                                    <p:animEffect transition="in" filter="slide(fromRight)">
                                      <p:cBhvr>
                                        <p:cTn id="7" dur="1000"/>
                                        <p:tgtEl>
                                          <p:spTgt spid="5632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3202"/>
                                        </p:tgtEl>
                                        <p:attrNameLst>
                                          <p:attrName>style.visibility</p:attrName>
                                        </p:attrNameLst>
                                      </p:cBhvr>
                                      <p:to>
                                        <p:strVal val="visible"/>
                                      </p:to>
                                    </p:set>
                                    <p:animEffect transition="in" filter="wipe(left)">
                                      <p:cBhvr>
                                        <p:cTn id="12" dur="1000"/>
                                        <p:tgtEl>
                                          <p:spTgt spid="5632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63207"/>
                                        </p:tgtEl>
                                        <p:attrNameLst>
                                          <p:attrName>style.visibility</p:attrName>
                                        </p:attrNameLst>
                                      </p:cBhvr>
                                      <p:to>
                                        <p:strVal val="visible"/>
                                      </p:to>
                                    </p:set>
                                    <p:animEffect transition="in" filter="wipe(left)">
                                      <p:cBhvr>
                                        <p:cTn id="17" dur="1000"/>
                                        <p:tgtEl>
                                          <p:spTgt spid="563207"/>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563210"/>
                                        </p:tgtEl>
                                        <p:attrNameLst>
                                          <p:attrName>style.visibility</p:attrName>
                                        </p:attrNameLst>
                                      </p:cBhvr>
                                      <p:to>
                                        <p:strVal val="visible"/>
                                      </p:to>
                                    </p:set>
                                    <p:animEffect transition="in" filter="wipe(left)">
                                      <p:cBhvr>
                                        <p:cTn id="21" dur="1000"/>
                                        <p:tgtEl>
                                          <p:spTgt spid="563210"/>
                                        </p:tgtEl>
                                      </p:cBhvr>
                                    </p:animEffect>
                                  </p:childTnLst>
                                </p:cTn>
                              </p:par>
                            </p:childTnLst>
                          </p:cTn>
                        </p:par>
                        <p:par>
                          <p:cTn id="22" fill="hold" nodeType="afterGroup">
                            <p:stCondLst>
                              <p:cond delay="2000"/>
                            </p:stCondLst>
                            <p:childTnLst>
                              <p:par>
                                <p:cTn id="23" presetID="22" presetClass="entr" presetSubtype="8" fill="hold" nodeType="afterEffect">
                                  <p:stCondLst>
                                    <p:cond delay="0"/>
                                  </p:stCondLst>
                                  <p:childTnLst>
                                    <p:set>
                                      <p:cBhvr>
                                        <p:cTn id="24" dur="1" fill="hold">
                                          <p:stCondLst>
                                            <p:cond delay="0"/>
                                          </p:stCondLst>
                                        </p:cTn>
                                        <p:tgtEl>
                                          <p:spTgt spid="563204"/>
                                        </p:tgtEl>
                                        <p:attrNameLst>
                                          <p:attrName>style.visibility</p:attrName>
                                        </p:attrNameLst>
                                      </p:cBhvr>
                                      <p:to>
                                        <p:strVal val="visible"/>
                                      </p:to>
                                    </p:set>
                                    <p:animEffect transition="in" filter="wipe(left)">
                                      <p:cBhvr>
                                        <p:cTn id="25" dur="1000"/>
                                        <p:tgtEl>
                                          <p:spTgt spid="563204"/>
                                        </p:tgtEl>
                                      </p:cBhvr>
                                    </p:animEffect>
                                  </p:childTnLst>
                                </p:cTn>
                              </p:par>
                            </p:childTnLst>
                          </p:cTn>
                        </p:par>
                        <p:par>
                          <p:cTn id="26" fill="hold" nodeType="afterGroup">
                            <p:stCondLst>
                              <p:cond delay="3000"/>
                            </p:stCondLst>
                            <p:childTnLst>
                              <p:par>
                                <p:cTn id="27" presetID="22" presetClass="entr" presetSubtype="8" fill="hold" grpId="0" nodeType="afterEffect">
                                  <p:stCondLst>
                                    <p:cond delay="0"/>
                                  </p:stCondLst>
                                  <p:childTnLst>
                                    <p:set>
                                      <p:cBhvr>
                                        <p:cTn id="28" dur="1" fill="hold">
                                          <p:stCondLst>
                                            <p:cond delay="0"/>
                                          </p:stCondLst>
                                        </p:cTn>
                                        <p:tgtEl>
                                          <p:spTgt spid="563209"/>
                                        </p:tgtEl>
                                        <p:attrNameLst>
                                          <p:attrName>style.visibility</p:attrName>
                                        </p:attrNameLst>
                                      </p:cBhvr>
                                      <p:to>
                                        <p:strVal val="visible"/>
                                      </p:to>
                                    </p:set>
                                    <p:animEffect transition="in" filter="wipe(left)">
                                      <p:cBhvr>
                                        <p:cTn id="29" dur="1000"/>
                                        <p:tgtEl>
                                          <p:spTgt spid="563209"/>
                                        </p:tgtEl>
                                      </p:cBhvr>
                                    </p:animEffect>
                                  </p:childTnLst>
                                </p:cTn>
                              </p:par>
                            </p:childTnLst>
                          </p:cTn>
                        </p:par>
                        <p:par>
                          <p:cTn id="30" fill="hold" nodeType="afterGroup">
                            <p:stCondLst>
                              <p:cond delay="4000"/>
                            </p:stCondLst>
                            <p:childTnLst>
                              <p:par>
                                <p:cTn id="31" presetID="12" presetClass="entr" presetSubtype="4" fill="hold" nodeType="afterEffect">
                                  <p:stCondLst>
                                    <p:cond delay="0"/>
                                  </p:stCondLst>
                                  <p:childTnLst>
                                    <p:set>
                                      <p:cBhvr>
                                        <p:cTn id="32" dur="1" fill="hold">
                                          <p:stCondLst>
                                            <p:cond delay="0"/>
                                          </p:stCondLst>
                                        </p:cTn>
                                        <p:tgtEl>
                                          <p:spTgt spid="563205"/>
                                        </p:tgtEl>
                                        <p:attrNameLst>
                                          <p:attrName>style.visibility</p:attrName>
                                        </p:attrNameLst>
                                      </p:cBhvr>
                                      <p:to>
                                        <p:strVal val="visible"/>
                                      </p:to>
                                    </p:set>
                                    <p:animEffect transition="in" filter="slide(fromBottom)">
                                      <p:cBhvr>
                                        <p:cTn id="33" dur="1000"/>
                                        <p:tgtEl>
                                          <p:spTgt spid="563205"/>
                                        </p:tgtEl>
                                      </p:cBhvr>
                                    </p:animEffect>
                                  </p:childTnLst>
                                </p:cTn>
                              </p:par>
                            </p:childTnLst>
                          </p:cTn>
                        </p:par>
                        <p:par>
                          <p:cTn id="34" fill="hold" nodeType="afterGroup">
                            <p:stCondLst>
                              <p:cond delay="5000"/>
                            </p:stCondLst>
                            <p:childTnLst>
                              <p:par>
                                <p:cTn id="35" presetID="22" presetClass="entr" presetSubtype="8" fill="hold" grpId="0" nodeType="afterEffect">
                                  <p:stCondLst>
                                    <p:cond delay="0"/>
                                  </p:stCondLst>
                                  <p:childTnLst>
                                    <p:set>
                                      <p:cBhvr>
                                        <p:cTn id="36" dur="1" fill="hold">
                                          <p:stCondLst>
                                            <p:cond delay="0"/>
                                          </p:stCondLst>
                                        </p:cTn>
                                        <p:tgtEl>
                                          <p:spTgt spid="563208"/>
                                        </p:tgtEl>
                                        <p:attrNameLst>
                                          <p:attrName>style.visibility</p:attrName>
                                        </p:attrNameLst>
                                      </p:cBhvr>
                                      <p:to>
                                        <p:strVal val="visible"/>
                                      </p:to>
                                    </p:set>
                                    <p:animEffect transition="in" filter="wipe(left)">
                                      <p:cBhvr>
                                        <p:cTn id="37" dur="1000"/>
                                        <p:tgtEl>
                                          <p:spTgt spid="563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02" grpId="0"/>
      <p:bldP spid="563203" grpId="0"/>
      <p:bldP spid="563207" grpId="0"/>
      <p:bldP spid="563208" grpId="0"/>
      <p:bldP spid="56320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a:extLst>
              <a:ext uri="{FF2B5EF4-FFF2-40B4-BE49-F238E27FC236}">
                <a16:creationId xmlns:a16="http://schemas.microsoft.com/office/drawing/2014/main" id="{52F0ACD1-578F-4F1E-A19C-61C4B5A7F0CC}"/>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64227" name="Rectangle 3">
            <a:extLst>
              <a:ext uri="{FF2B5EF4-FFF2-40B4-BE49-F238E27FC236}">
                <a16:creationId xmlns:a16="http://schemas.microsoft.com/office/drawing/2014/main" id="{B6FC8A8B-0845-40BA-A128-60D39EA9C223}"/>
              </a:ext>
            </a:extLst>
          </p:cNvPr>
          <p:cNvSpPr>
            <a:spLocks noChangeArrowheads="1"/>
          </p:cNvSpPr>
          <p:nvPr/>
        </p:nvSpPr>
        <p:spPr bwMode="auto">
          <a:xfrm>
            <a:off x="1524001" y="30157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64228" name="Object 4">
            <a:extLst>
              <a:ext uri="{FF2B5EF4-FFF2-40B4-BE49-F238E27FC236}">
                <a16:creationId xmlns:a16="http://schemas.microsoft.com/office/drawing/2014/main" id="{0FEA48E6-F165-4B80-9640-5C33D8E47F6D}"/>
              </a:ext>
            </a:extLst>
          </p:cNvPr>
          <p:cNvGraphicFramePr>
            <a:graphicFrameLocks noChangeAspect="1"/>
          </p:cNvGraphicFramePr>
          <p:nvPr/>
        </p:nvGraphicFramePr>
        <p:xfrm>
          <a:off x="3863975" y="1412876"/>
          <a:ext cx="4895850" cy="1063625"/>
        </p:xfrm>
        <a:graphic>
          <a:graphicData uri="http://schemas.openxmlformats.org/presentationml/2006/ole">
            <mc:AlternateContent xmlns:mc="http://schemas.openxmlformats.org/markup-compatibility/2006">
              <mc:Choice xmlns:v="urn:schemas-microsoft-com:vml" Requires="v">
                <p:oleObj spid="_x0000_s25602" name="公式" r:id="rId3" imgW="2158920" imgH="469800" progId="Equation.3">
                  <p:embed/>
                </p:oleObj>
              </mc:Choice>
              <mc:Fallback>
                <p:oleObj name="公式" r:id="rId3" imgW="2158920" imgH="469800" progId="Equation.3">
                  <p:embed/>
                  <p:pic>
                    <p:nvPicPr>
                      <p:cNvPr id="564228" name="Object 4">
                        <a:extLst>
                          <a:ext uri="{FF2B5EF4-FFF2-40B4-BE49-F238E27FC236}">
                            <a16:creationId xmlns:a16="http://schemas.microsoft.com/office/drawing/2014/main" id="{0FEA48E6-F165-4B80-9640-5C33D8E47F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3975" y="1412876"/>
                        <a:ext cx="4895850" cy="1063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4229" name="Rectangle 5">
            <a:extLst>
              <a:ext uri="{FF2B5EF4-FFF2-40B4-BE49-F238E27FC236}">
                <a16:creationId xmlns:a16="http://schemas.microsoft.com/office/drawing/2014/main" id="{74186179-FFDD-4A11-B05E-3C3C52DBAB6D}"/>
              </a:ext>
            </a:extLst>
          </p:cNvPr>
          <p:cNvSpPr>
            <a:spLocks noChangeArrowheads="1"/>
          </p:cNvSpPr>
          <p:nvPr/>
        </p:nvSpPr>
        <p:spPr bwMode="auto">
          <a:xfrm>
            <a:off x="1774825" y="260351"/>
            <a:ext cx="1441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0000FF"/>
                </a:solidFill>
                <a:ea typeface="楷体_GB2312" pitchFamily="49" charset="-122"/>
              </a:rPr>
              <a:t>说明</a:t>
            </a:r>
            <a:r>
              <a:rPr lang="en-US" altLang="zh-CN" sz="2800" b="1">
                <a:solidFill>
                  <a:srgbClr val="0000FF"/>
                </a:solidFill>
                <a:ea typeface="楷体_GB2312" pitchFamily="49" charset="-122"/>
              </a:rPr>
              <a:t>:</a:t>
            </a:r>
          </a:p>
        </p:txBody>
      </p:sp>
      <p:sp>
        <p:nvSpPr>
          <p:cNvPr id="564230" name="Rectangle 6">
            <a:extLst>
              <a:ext uri="{FF2B5EF4-FFF2-40B4-BE49-F238E27FC236}">
                <a16:creationId xmlns:a16="http://schemas.microsoft.com/office/drawing/2014/main" id="{50ACEE38-0BBD-4FEE-BB31-0330377E6F22}"/>
              </a:ext>
            </a:extLst>
          </p:cNvPr>
          <p:cNvSpPr>
            <a:spLocks noChangeArrowheads="1"/>
          </p:cNvSpPr>
          <p:nvPr/>
        </p:nvSpPr>
        <p:spPr bwMode="auto">
          <a:xfrm>
            <a:off x="3143250" y="404813"/>
            <a:ext cx="38163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ea typeface="楷体_GB2312" pitchFamily="49" charset="-122"/>
              </a:rPr>
              <a:t>总体相关系数为</a:t>
            </a:r>
          </a:p>
        </p:txBody>
      </p:sp>
      <p:sp>
        <p:nvSpPr>
          <p:cNvPr id="564231" name="Rectangle 7">
            <a:extLst>
              <a:ext uri="{FF2B5EF4-FFF2-40B4-BE49-F238E27FC236}">
                <a16:creationId xmlns:a16="http://schemas.microsoft.com/office/drawing/2014/main" id="{9C85F486-F381-41DE-9011-848D6A84068A}"/>
              </a:ext>
            </a:extLst>
          </p:cNvPr>
          <p:cNvSpPr>
            <a:spLocks noChangeArrowheads="1"/>
          </p:cNvSpPr>
          <p:nvPr/>
        </p:nvSpPr>
        <p:spPr bwMode="auto">
          <a:xfrm>
            <a:off x="1992313" y="2565401"/>
            <a:ext cx="1962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ea typeface="楷体_GB2312" pitchFamily="49" charset="-122"/>
              </a:rPr>
              <a:t>进而可知：</a:t>
            </a:r>
          </a:p>
        </p:txBody>
      </p:sp>
      <p:grpSp>
        <p:nvGrpSpPr>
          <p:cNvPr id="564232" name="Group 8">
            <a:extLst>
              <a:ext uri="{FF2B5EF4-FFF2-40B4-BE49-F238E27FC236}">
                <a16:creationId xmlns:a16="http://schemas.microsoft.com/office/drawing/2014/main" id="{A9285879-7A5E-42ED-A267-5A1371474C1F}"/>
              </a:ext>
            </a:extLst>
          </p:cNvPr>
          <p:cNvGrpSpPr>
            <a:grpSpLocks/>
          </p:cNvGrpSpPr>
          <p:nvPr/>
        </p:nvGrpSpPr>
        <p:grpSpPr bwMode="auto">
          <a:xfrm>
            <a:off x="2422526" y="4581526"/>
            <a:ext cx="7561263" cy="1001713"/>
            <a:chOff x="566" y="2886"/>
            <a:chExt cx="4763" cy="631"/>
          </a:xfrm>
        </p:grpSpPr>
        <p:graphicFrame>
          <p:nvGraphicFramePr>
            <p:cNvPr id="564233" name="Object 9">
              <a:extLst>
                <a:ext uri="{FF2B5EF4-FFF2-40B4-BE49-F238E27FC236}">
                  <a16:creationId xmlns:a16="http://schemas.microsoft.com/office/drawing/2014/main" id="{869575F5-6672-4AA5-B99F-D2BA63A199CC}"/>
                </a:ext>
              </a:extLst>
            </p:cNvPr>
            <p:cNvGraphicFramePr>
              <a:graphicFrameLocks noChangeAspect="1"/>
            </p:cNvGraphicFramePr>
            <p:nvPr/>
          </p:nvGraphicFramePr>
          <p:xfrm>
            <a:off x="566" y="2906"/>
            <a:ext cx="1406" cy="611"/>
          </p:xfrm>
          <a:graphic>
            <a:graphicData uri="http://schemas.openxmlformats.org/presentationml/2006/ole">
              <mc:AlternateContent xmlns:mc="http://schemas.openxmlformats.org/markup-compatibility/2006">
                <mc:Choice xmlns:v="urn:schemas-microsoft-com:vml" Requires="v">
                  <p:oleObj spid="_x0000_s25603" name="公式" r:id="rId5" imgW="990360" imgH="431640" progId="Equation.3">
                    <p:embed/>
                  </p:oleObj>
                </mc:Choice>
                <mc:Fallback>
                  <p:oleObj name="公式" r:id="rId5" imgW="990360" imgH="431640" progId="Equation.3">
                    <p:embed/>
                    <p:pic>
                      <p:nvPicPr>
                        <p:cNvPr id="564233" name="Object 9">
                          <a:extLst>
                            <a:ext uri="{FF2B5EF4-FFF2-40B4-BE49-F238E27FC236}">
                              <a16:creationId xmlns:a16="http://schemas.microsoft.com/office/drawing/2014/main" id="{869575F5-6672-4AA5-B99F-D2BA63A199C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6" y="2906"/>
                          <a:ext cx="1406" cy="6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4234" name="Object 10">
              <a:extLst>
                <a:ext uri="{FF2B5EF4-FFF2-40B4-BE49-F238E27FC236}">
                  <a16:creationId xmlns:a16="http://schemas.microsoft.com/office/drawing/2014/main" id="{EE2A511D-624A-4472-8C59-EFF0DC8F6A11}"/>
                </a:ext>
              </a:extLst>
            </p:cNvPr>
            <p:cNvGraphicFramePr>
              <a:graphicFrameLocks noChangeAspect="1"/>
            </p:cNvGraphicFramePr>
            <p:nvPr/>
          </p:nvGraphicFramePr>
          <p:xfrm>
            <a:off x="1927" y="2886"/>
            <a:ext cx="1451" cy="626"/>
          </p:xfrm>
          <a:graphic>
            <a:graphicData uri="http://schemas.openxmlformats.org/presentationml/2006/ole">
              <mc:AlternateContent xmlns:mc="http://schemas.openxmlformats.org/markup-compatibility/2006">
                <mc:Choice xmlns:v="urn:schemas-microsoft-com:vml" Requires="v">
                  <p:oleObj spid="_x0000_s25604" name="公式" r:id="rId7" imgW="990360" imgH="431640" progId="Equation.3">
                    <p:embed/>
                  </p:oleObj>
                </mc:Choice>
                <mc:Fallback>
                  <p:oleObj name="公式" r:id="rId7" imgW="990360" imgH="431640" progId="Equation.3">
                    <p:embed/>
                    <p:pic>
                      <p:nvPicPr>
                        <p:cNvPr id="564234" name="Object 10">
                          <a:extLst>
                            <a:ext uri="{FF2B5EF4-FFF2-40B4-BE49-F238E27FC236}">
                              <a16:creationId xmlns:a16="http://schemas.microsoft.com/office/drawing/2014/main" id="{EE2A511D-624A-4472-8C59-EFF0DC8F6A1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27" y="2886"/>
                          <a:ext cx="1451" cy="6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4235" name="Object 11">
              <a:extLst>
                <a:ext uri="{FF2B5EF4-FFF2-40B4-BE49-F238E27FC236}">
                  <a16:creationId xmlns:a16="http://schemas.microsoft.com/office/drawing/2014/main" id="{61E6FF64-5A57-41C7-96BE-B4FBBFE8CE66}"/>
                </a:ext>
              </a:extLst>
            </p:cNvPr>
            <p:cNvGraphicFramePr>
              <a:graphicFrameLocks noChangeAspect="1"/>
            </p:cNvGraphicFramePr>
            <p:nvPr/>
          </p:nvGraphicFramePr>
          <p:xfrm>
            <a:off x="3424" y="2899"/>
            <a:ext cx="1905" cy="601"/>
          </p:xfrm>
          <a:graphic>
            <a:graphicData uri="http://schemas.openxmlformats.org/presentationml/2006/ole">
              <mc:AlternateContent xmlns:mc="http://schemas.openxmlformats.org/markup-compatibility/2006">
                <mc:Choice xmlns:v="urn:schemas-microsoft-com:vml" Requires="v">
                  <p:oleObj spid="_x0000_s25605" name="公式" r:id="rId9" imgW="1358640" imgH="431640" progId="Equation.3">
                    <p:embed/>
                  </p:oleObj>
                </mc:Choice>
                <mc:Fallback>
                  <p:oleObj name="公式" r:id="rId9" imgW="1358640" imgH="431640" progId="Equation.3">
                    <p:embed/>
                    <p:pic>
                      <p:nvPicPr>
                        <p:cNvPr id="564235" name="Object 11">
                          <a:extLst>
                            <a:ext uri="{FF2B5EF4-FFF2-40B4-BE49-F238E27FC236}">
                              <a16:creationId xmlns:a16="http://schemas.microsoft.com/office/drawing/2014/main" id="{61E6FF64-5A57-41C7-96BE-B4FBBFE8CE6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4" y="2899"/>
                          <a:ext cx="1905" cy="6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64236" name="Group 12">
            <a:extLst>
              <a:ext uri="{FF2B5EF4-FFF2-40B4-BE49-F238E27FC236}">
                <a16:creationId xmlns:a16="http://schemas.microsoft.com/office/drawing/2014/main" id="{729F2E8F-4905-4B06-A33B-3DF878C6ABB7}"/>
              </a:ext>
            </a:extLst>
          </p:cNvPr>
          <p:cNvGrpSpPr>
            <a:grpSpLocks/>
          </p:cNvGrpSpPr>
          <p:nvPr/>
        </p:nvGrpSpPr>
        <p:grpSpPr bwMode="auto">
          <a:xfrm>
            <a:off x="3000376" y="3357564"/>
            <a:ext cx="6913563" cy="555625"/>
            <a:chOff x="612" y="2125"/>
            <a:chExt cx="4355" cy="350"/>
          </a:xfrm>
        </p:grpSpPr>
        <p:graphicFrame>
          <p:nvGraphicFramePr>
            <p:cNvPr id="564237" name="Object 13">
              <a:extLst>
                <a:ext uri="{FF2B5EF4-FFF2-40B4-BE49-F238E27FC236}">
                  <a16:creationId xmlns:a16="http://schemas.microsoft.com/office/drawing/2014/main" id="{E21EA157-B9A8-47C3-B6C6-70BE360E156C}"/>
                </a:ext>
              </a:extLst>
            </p:cNvPr>
            <p:cNvGraphicFramePr>
              <a:graphicFrameLocks noChangeAspect="1"/>
            </p:cNvGraphicFramePr>
            <p:nvPr/>
          </p:nvGraphicFramePr>
          <p:xfrm>
            <a:off x="612" y="2125"/>
            <a:ext cx="1349" cy="314"/>
          </p:xfrm>
          <a:graphic>
            <a:graphicData uri="http://schemas.openxmlformats.org/presentationml/2006/ole">
              <mc:AlternateContent xmlns:mc="http://schemas.openxmlformats.org/markup-compatibility/2006">
                <mc:Choice xmlns:v="urn:schemas-microsoft-com:vml" Requires="v">
                  <p:oleObj spid="_x0000_s25606" name="公式" r:id="rId11" imgW="863280" imgH="203040" progId="Equation.3">
                    <p:embed/>
                  </p:oleObj>
                </mc:Choice>
                <mc:Fallback>
                  <p:oleObj name="公式" r:id="rId11" imgW="863280" imgH="203040" progId="Equation.3">
                    <p:embed/>
                    <p:pic>
                      <p:nvPicPr>
                        <p:cNvPr id="564237" name="Object 13">
                          <a:extLst>
                            <a:ext uri="{FF2B5EF4-FFF2-40B4-BE49-F238E27FC236}">
                              <a16:creationId xmlns:a16="http://schemas.microsoft.com/office/drawing/2014/main" id="{E21EA157-B9A8-47C3-B6C6-70BE360E156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2" y="2125"/>
                          <a:ext cx="1349" cy="3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4238" name="Object 14">
              <a:extLst>
                <a:ext uri="{FF2B5EF4-FFF2-40B4-BE49-F238E27FC236}">
                  <a16:creationId xmlns:a16="http://schemas.microsoft.com/office/drawing/2014/main" id="{B1F9CF33-8165-4811-9EE1-40990D85121B}"/>
                </a:ext>
              </a:extLst>
            </p:cNvPr>
            <p:cNvGraphicFramePr>
              <a:graphicFrameLocks noChangeAspect="1"/>
            </p:cNvGraphicFramePr>
            <p:nvPr/>
          </p:nvGraphicFramePr>
          <p:xfrm>
            <a:off x="2064" y="2136"/>
            <a:ext cx="2903" cy="339"/>
          </p:xfrm>
          <a:graphic>
            <a:graphicData uri="http://schemas.openxmlformats.org/presentationml/2006/ole">
              <mc:AlternateContent xmlns:mc="http://schemas.openxmlformats.org/markup-compatibility/2006">
                <mc:Choice xmlns:v="urn:schemas-microsoft-com:vml" Requires="v">
                  <p:oleObj spid="_x0000_s25607" name="公式" r:id="rId13" imgW="1714320" imgH="203040" progId="Equation.3">
                    <p:embed/>
                  </p:oleObj>
                </mc:Choice>
                <mc:Fallback>
                  <p:oleObj name="公式" r:id="rId13" imgW="1714320" imgH="203040" progId="Equation.3">
                    <p:embed/>
                    <p:pic>
                      <p:nvPicPr>
                        <p:cNvPr id="564238" name="Object 14">
                          <a:extLst>
                            <a:ext uri="{FF2B5EF4-FFF2-40B4-BE49-F238E27FC236}">
                              <a16:creationId xmlns:a16="http://schemas.microsoft.com/office/drawing/2014/main" id="{B1F9CF33-8165-4811-9EE1-40990D85121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64" y="2136"/>
                          <a:ext cx="2903" cy="3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64239" name="Rectangle 15">
            <a:extLst>
              <a:ext uri="{FF2B5EF4-FFF2-40B4-BE49-F238E27FC236}">
                <a16:creationId xmlns:a16="http://schemas.microsoft.com/office/drawing/2014/main" id="{093FBB42-84F9-4093-A098-1942A7A34210}"/>
              </a:ext>
            </a:extLst>
          </p:cNvPr>
          <p:cNvSpPr>
            <a:spLocks noChangeArrowheads="1"/>
          </p:cNvSpPr>
          <p:nvPr/>
        </p:nvSpPr>
        <p:spPr bwMode="auto">
          <a:xfrm>
            <a:off x="1847850" y="4005263"/>
            <a:ext cx="304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ea typeface="楷体_GB2312" pitchFamily="49" charset="-122"/>
              </a:rPr>
              <a:t>的矩估计量分别是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64229"/>
                                        </p:tgtEl>
                                        <p:attrNameLst>
                                          <p:attrName>style.visibility</p:attrName>
                                        </p:attrNameLst>
                                      </p:cBhvr>
                                      <p:to>
                                        <p:strVal val="visible"/>
                                      </p:to>
                                    </p:set>
                                    <p:animEffect transition="in" filter="wipe(left)">
                                      <p:cBhvr>
                                        <p:cTn id="7" dur="500"/>
                                        <p:tgtEl>
                                          <p:spTgt spid="5642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4230"/>
                                        </p:tgtEl>
                                        <p:attrNameLst>
                                          <p:attrName>style.visibility</p:attrName>
                                        </p:attrNameLst>
                                      </p:cBhvr>
                                      <p:to>
                                        <p:strVal val="visible"/>
                                      </p:to>
                                    </p:set>
                                    <p:animEffect transition="in" filter="wipe(left)">
                                      <p:cBhvr>
                                        <p:cTn id="12" dur="1000"/>
                                        <p:tgtEl>
                                          <p:spTgt spid="564230"/>
                                        </p:tgtEl>
                                      </p:cBhvr>
                                    </p:animEffect>
                                  </p:childTnLst>
                                </p:cTn>
                              </p:par>
                            </p:childTnLst>
                          </p:cTn>
                        </p:par>
                        <p:par>
                          <p:cTn id="13" fill="hold" nodeType="afterGroup">
                            <p:stCondLst>
                              <p:cond delay="1000"/>
                            </p:stCondLst>
                            <p:childTnLst>
                              <p:par>
                                <p:cTn id="14" presetID="12" presetClass="entr" presetSubtype="4" fill="hold" nodeType="afterEffect">
                                  <p:stCondLst>
                                    <p:cond delay="0"/>
                                  </p:stCondLst>
                                  <p:childTnLst>
                                    <p:set>
                                      <p:cBhvr>
                                        <p:cTn id="15" dur="1" fill="hold">
                                          <p:stCondLst>
                                            <p:cond delay="0"/>
                                          </p:stCondLst>
                                        </p:cTn>
                                        <p:tgtEl>
                                          <p:spTgt spid="564228"/>
                                        </p:tgtEl>
                                        <p:attrNameLst>
                                          <p:attrName>style.visibility</p:attrName>
                                        </p:attrNameLst>
                                      </p:cBhvr>
                                      <p:to>
                                        <p:strVal val="visible"/>
                                      </p:to>
                                    </p:set>
                                    <p:animEffect transition="in" filter="slide(fromBottom)">
                                      <p:cBhvr>
                                        <p:cTn id="16" dur="1000"/>
                                        <p:tgtEl>
                                          <p:spTgt spid="56422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64231"/>
                                        </p:tgtEl>
                                        <p:attrNameLst>
                                          <p:attrName>style.visibility</p:attrName>
                                        </p:attrNameLst>
                                      </p:cBhvr>
                                      <p:to>
                                        <p:strVal val="visible"/>
                                      </p:to>
                                    </p:set>
                                    <p:animEffect transition="in" filter="wipe(left)">
                                      <p:cBhvr>
                                        <p:cTn id="21" dur="1000"/>
                                        <p:tgtEl>
                                          <p:spTgt spid="564231"/>
                                        </p:tgtEl>
                                      </p:cBhvr>
                                    </p:animEffect>
                                  </p:childTnLst>
                                </p:cTn>
                              </p:par>
                            </p:childTnLst>
                          </p:cTn>
                        </p:par>
                        <p:par>
                          <p:cTn id="22" fill="hold" nodeType="afterGroup">
                            <p:stCondLst>
                              <p:cond delay="1000"/>
                            </p:stCondLst>
                            <p:childTnLst>
                              <p:par>
                                <p:cTn id="23" presetID="22" presetClass="entr" presetSubtype="8" fill="hold" nodeType="afterEffect">
                                  <p:stCondLst>
                                    <p:cond delay="0"/>
                                  </p:stCondLst>
                                  <p:childTnLst>
                                    <p:set>
                                      <p:cBhvr>
                                        <p:cTn id="24" dur="1" fill="hold">
                                          <p:stCondLst>
                                            <p:cond delay="0"/>
                                          </p:stCondLst>
                                        </p:cTn>
                                        <p:tgtEl>
                                          <p:spTgt spid="564236"/>
                                        </p:tgtEl>
                                        <p:attrNameLst>
                                          <p:attrName>style.visibility</p:attrName>
                                        </p:attrNameLst>
                                      </p:cBhvr>
                                      <p:to>
                                        <p:strVal val="visible"/>
                                      </p:to>
                                    </p:set>
                                    <p:animEffect transition="in" filter="wipe(left)">
                                      <p:cBhvr>
                                        <p:cTn id="25" dur="1000"/>
                                        <p:tgtEl>
                                          <p:spTgt spid="564236"/>
                                        </p:tgtEl>
                                      </p:cBhvr>
                                    </p:animEffect>
                                  </p:childTnLst>
                                </p:cTn>
                              </p:par>
                            </p:childTnLst>
                          </p:cTn>
                        </p:par>
                        <p:par>
                          <p:cTn id="26" fill="hold" nodeType="afterGroup">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564239"/>
                                        </p:tgtEl>
                                        <p:attrNameLst>
                                          <p:attrName>style.visibility</p:attrName>
                                        </p:attrNameLst>
                                      </p:cBhvr>
                                      <p:to>
                                        <p:strVal val="visible"/>
                                      </p:to>
                                    </p:set>
                                    <p:animEffect transition="in" filter="wipe(left)">
                                      <p:cBhvr>
                                        <p:cTn id="29" dur="1000"/>
                                        <p:tgtEl>
                                          <p:spTgt spid="564239"/>
                                        </p:tgtEl>
                                      </p:cBhvr>
                                    </p:animEffect>
                                  </p:childTnLst>
                                </p:cTn>
                              </p:par>
                            </p:childTnLst>
                          </p:cTn>
                        </p:par>
                        <p:par>
                          <p:cTn id="30" fill="hold" nodeType="afterGroup">
                            <p:stCondLst>
                              <p:cond delay="3000"/>
                            </p:stCondLst>
                            <p:childTnLst>
                              <p:par>
                                <p:cTn id="31" presetID="22" presetClass="entr" presetSubtype="8" fill="hold" nodeType="afterEffect">
                                  <p:stCondLst>
                                    <p:cond delay="0"/>
                                  </p:stCondLst>
                                  <p:childTnLst>
                                    <p:set>
                                      <p:cBhvr>
                                        <p:cTn id="32" dur="1" fill="hold">
                                          <p:stCondLst>
                                            <p:cond delay="0"/>
                                          </p:stCondLst>
                                        </p:cTn>
                                        <p:tgtEl>
                                          <p:spTgt spid="564232"/>
                                        </p:tgtEl>
                                        <p:attrNameLst>
                                          <p:attrName>style.visibility</p:attrName>
                                        </p:attrNameLst>
                                      </p:cBhvr>
                                      <p:to>
                                        <p:strVal val="visible"/>
                                      </p:to>
                                    </p:set>
                                    <p:animEffect transition="in" filter="wipe(left)">
                                      <p:cBhvr>
                                        <p:cTn id="33" dur="1000"/>
                                        <p:tgtEl>
                                          <p:spTgt spid="564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29" grpId="0"/>
      <p:bldP spid="564230" grpId="0"/>
      <p:bldP spid="564231" grpId="0"/>
      <p:bldP spid="56423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00682888-8CDA-41F7-9187-11584A1084E5}"/>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65251" name="Rectangle 3">
            <a:extLst>
              <a:ext uri="{FF2B5EF4-FFF2-40B4-BE49-F238E27FC236}">
                <a16:creationId xmlns:a16="http://schemas.microsoft.com/office/drawing/2014/main" id="{0294E053-3FAA-412B-9B9F-FD5122618D42}"/>
              </a:ext>
            </a:extLst>
          </p:cNvPr>
          <p:cNvSpPr>
            <a:spLocks noChangeArrowheads="1"/>
          </p:cNvSpPr>
          <p:nvPr/>
        </p:nvSpPr>
        <p:spPr bwMode="auto">
          <a:xfrm>
            <a:off x="1524001" y="30157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65252" name="Object 4">
            <a:extLst>
              <a:ext uri="{FF2B5EF4-FFF2-40B4-BE49-F238E27FC236}">
                <a16:creationId xmlns:a16="http://schemas.microsoft.com/office/drawing/2014/main" id="{71E0DAC7-CB3F-4BF0-AF32-8295C4925FED}"/>
              </a:ext>
            </a:extLst>
          </p:cNvPr>
          <p:cNvGraphicFramePr>
            <a:graphicFrameLocks noChangeAspect="1"/>
          </p:cNvGraphicFramePr>
          <p:nvPr/>
        </p:nvGraphicFramePr>
        <p:xfrm>
          <a:off x="2782888" y="260351"/>
          <a:ext cx="4722812" cy="2092325"/>
        </p:xfrm>
        <a:graphic>
          <a:graphicData uri="http://schemas.openxmlformats.org/presentationml/2006/ole">
            <mc:AlternateContent xmlns:mc="http://schemas.openxmlformats.org/markup-compatibility/2006">
              <mc:Choice xmlns:v="urn:schemas-microsoft-com:vml" Requires="v">
                <p:oleObj spid="_x0000_s26626" name="公式" r:id="rId3" imgW="2031840" imgH="901440" progId="Equation.3">
                  <p:embed/>
                </p:oleObj>
              </mc:Choice>
              <mc:Fallback>
                <p:oleObj name="公式" r:id="rId3" imgW="2031840" imgH="901440" progId="Equation.3">
                  <p:embed/>
                  <p:pic>
                    <p:nvPicPr>
                      <p:cNvPr id="565252" name="Object 4">
                        <a:extLst>
                          <a:ext uri="{FF2B5EF4-FFF2-40B4-BE49-F238E27FC236}">
                            <a16:creationId xmlns:a16="http://schemas.microsoft.com/office/drawing/2014/main" id="{71E0DAC7-CB3F-4BF0-AF32-8295C4925F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2888" y="260351"/>
                        <a:ext cx="4722812" cy="2092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5253" name="Rectangle 5">
            <a:extLst>
              <a:ext uri="{FF2B5EF4-FFF2-40B4-BE49-F238E27FC236}">
                <a16:creationId xmlns:a16="http://schemas.microsoft.com/office/drawing/2014/main" id="{5948A502-E86A-4A3C-B09F-6F0008E6CCCA}"/>
              </a:ext>
            </a:extLst>
          </p:cNvPr>
          <p:cNvSpPr>
            <a:spLocks noChangeArrowheads="1"/>
          </p:cNvSpPr>
          <p:nvPr/>
        </p:nvSpPr>
        <p:spPr bwMode="auto">
          <a:xfrm>
            <a:off x="2279651" y="5157788"/>
            <a:ext cx="79930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2800" b="1">
                <a:latin typeface="楷体_GB2312" pitchFamily="49" charset="-122"/>
                <a:ea typeface="楷体_GB2312" pitchFamily="49" charset="-122"/>
              </a:rPr>
              <a:t>所以样本相关系数是总体相关系数的矩估计量</a:t>
            </a:r>
            <a:r>
              <a:rPr lang="en-US" altLang="zh-CN" sz="2800" b="1">
                <a:latin typeface="楷体_GB2312" pitchFamily="49" charset="-122"/>
                <a:ea typeface="楷体_GB2312" pitchFamily="49" charset="-122"/>
              </a:rPr>
              <a:t>.</a:t>
            </a:r>
          </a:p>
        </p:txBody>
      </p:sp>
      <p:sp>
        <p:nvSpPr>
          <p:cNvPr id="565254" name="Rectangle 6">
            <a:extLst>
              <a:ext uri="{FF2B5EF4-FFF2-40B4-BE49-F238E27FC236}">
                <a16:creationId xmlns:a16="http://schemas.microsoft.com/office/drawing/2014/main" id="{01FFF109-EED1-43BE-9CD2-B5B20C853DF0}"/>
              </a:ext>
            </a:extLst>
          </p:cNvPr>
          <p:cNvSpPr>
            <a:spLocks noChangeArrowheads="1"/>
          </p:cNvSpPr>
          <p:nvPr/>
        </p:nvSpPr>
        <p:spPr bwMode="auto">
          <a:xfrm>
            <a:off x="1919289" y="476251"/>
            <a:ext cx="5413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sz="2800" b="1">
                <a:latin typeface="楷体_GB2312" pitchFamily="49" charset="-122"/>
                <a:ea typeface="楷体_GB2312" pitchFamily="49" charset="-122"/>
              </a:rPr>
              <a:t>又</a:t>
            </a:r>
          </a:p>
        </p:txBody>
      </p:sp>
      <p:graphicFrame>
        <p:nvGraphicFramePr>
          <p:cNvPr id="565255" name="Object 7">
            <a:extLst>
              <a:ext uri="{FF2B5EF4-FFF2-40B4-BE49-F238E27FC236}">
                <a16:creationId xmlns:a16="http://schemas.microsoft.com/office/drawing/2014/main" id="{9BA6C2DD-5919-4CAC-8A16-26EDF7918772}"/>
              </a:ext>
            </a:extLst>
          </p:cNvPr>
          <p:cNvGraphicFramePr>
            <a:graphicFrameLocks noChangeAspect="1"/>
          </p:cNvGraphicFramePr>
          <p:nvPr/>
        </p:nvGraphicFramePr>
        <p:xfrm>
          <a:off x="2927350" y="2420938"/>
          <a:ext cx="4573588" cy="2533650"/>
        </p:xfrm>
        <a:graphic>
          <a:graphicData uri="http://schemas.openxmlformats.org/presentationml/2006/ole">
            <mc:AlternateContent xmlns:mc="http://schemas.openxmlformats.org/markup-compatibility/2006">
              <mc:Choice xmlns:v="urn:schemas-microsoft-com:vml" Requires="v">
                <p:oleObj spid="_x0000_s26627" name="公式" r:id="rId5" imgW="1968480" imgH="1091880" progId="Equation.3">
                  <p:embed/>
                </p:oleObj>
              </mc:Choice>
              <mc:Fallback>
                <p:oleObj name="公式" r:id="rId5" imgW="1968480" imgH="1091880" progId="Equation.3">
                  <p:embed/>
                  <p:pic>
                    <p:nvPicPr>
                      <p:cNvPr id="565255" name="Object 7">
                        <a:extLst>
                          <a:ext uri="{FF2B5EF4-FFF2-40B4-BE49-F238E27FC236}">
                            <a16:creationId xmlns:a16="http://schemas.microsoft.com/office/drawing/2014/main" id="{9BA6C2DD-5919-4CAC-8A16-26EDF791877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7350" y="2420938"/>
                        <a:ext cx="4573588" cy="2533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65254"/>
                                        </p:tgtEl>
                                        <p:attrNameLst>
                                          <p:attrName>style.visibility</p:attrName>
                                        </p:attrNameLst>
                                      </p:cBhvr>
                                      <p:to>
                                        <p:strVal val="visible"/>
                                      </p:to>
                                    </p:set>
                                    <p:animEffect transition="in" filter="wipe(left)">
                                      <p:cBhvr>
                                        <p:cTn id="7" dur="500"/>
                                        <p:tgtEl>
                                          <p:spTgt spid="565254"/>
                                        </p:tgtEl>
                                      </p:cBhvr>
                                    </p:animEffect>
                                  </p:childTnLst>
                                </p:cTn>
                              </p:par>
                            </p:childTnLst>
                          </p:cTn>
                        </p:par>
                        <p:par>
                          <p:cTn id="8" fill="hold" nodeType="afterGroup">
                            <p:stCondLst>
                              <p:cond delay="500"/>
                            </p:stCondLst>
                            <p:childTnLst>
                              <p:par>
                                <p:cTn id="9" presetID="12" presetClass="entr" presetSubtype="4" fill="hold" nodeType="afterEffect">
                                  <p:stCondLst>
                                    <p:cond delay="0"/>
                                  </p:stCondLst>
                                  <p:childTnLst>
                                    <p:set>
                                      <p:cBhvr>
                                        <p:cTn id="10" dur="1" fill="hold">
                                          <p:stCondLst>
                                            <p:cond delay="0"/>
                                          </p:stCondLst>
                                        </p:cTn>
                                        <p:tgtEl>
                                          <p:spTgt spid="565252"/>
                                        </p:tgtEl>
                                        <p:attrNameLst>
                                          <p:attrName>style.visibility</p:attrName>
                                        </p:attrNameLst>
                                      </p:cBhvr>
                                      <p:to>
                                        <p:strVal val="visible"/>
                                      </p:to>
                                    </p:set>
                                    <p:animEffect transition="in" filter="slide(fromBottom)">
                                      <p:cBhvr>
                                        <p:cTn id="11" dur="1000"/>
                                        <p:tgtEl>
                                          <p:spTgt spid="56525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4" fill="hold" nodeType="clickEffect">
                                  <p:stCondLst>
                                    <p:cond delay="0"/>
                                  </p:stCondLst>
                                  <p:childTnLst>
                                    <p:set>
                                      <p:cBhvr>
                                        <p:cTn id="15" dur="1" fill="hold">
                                          <p:stCondLst>
                                            <p:cond delay="0"/>
                                          </p:stCondLst>
                                        </p:cTn>
                                        <p:tgtEl>
                                          <p:spTgt spid="565255"/>
                                        </p:tgtEl>
                                        <p:attrNameLst>
                                          <p:attrName>style.visibility</p:attrName>
                                        </p:attrNameLst>
                                      </p:cBhvr>
                                      <p:to>
                                        <p:strVal val="visible"/>
                                      </p:to>
                                    </p:set>
                                    <p:animEffect transition="in" filter="slide(fromBottom)">
                                      <p:cBhvr>
                                        <p:cTn id="16" dur="1000"/>
                                        <p:tgtEl>
                                          <p:spTgt spid="56525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65253"/>
                                        </p:tgtEl>
                                        <p:attrNameLst>
                                          <p:attrName>style.visibility</p:attrName>
                                        </p:attrNameLst>
                                      </p:cBhvr>
                                      <p:to>
                                        <p:strVal val="visible"/>
                                      </p:to>
                                    </p:set>
                                    <p:animEffect transition="in" filter="wipe(left)">
                                      <p:cBhvr>
                                        <p:cTn id="21" dur="1000"/>
                                        <p:tgtEl>
                                          <p:spTgt spid="565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53" grpId="0"/>
      <p:bldP spid="56525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2">
            <a:extLst>
              <a:ext uri="{FF2B5EF4-FFF2-40B4-BE49-F238E27FC236}">
                <a16:creationId xmlns:a16="http://schemas.microsoft.com/office/drawing/2014/main" id="{30F84ED0-373A-4858-A2F8-57DBF72A5762}"/>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66275" name="Object 3">
            <a:extLst>
              <a:ext uri="{FF2B5EF4-FFF2-40B4-BE49-F238E27FC236}">
                <a16:creationId xmlns:a16="http://schemas.microsoft.com/office/drawing/2014/main" id="{87F5B9CD-F82F-44EB-A375-4AA603D29D3C}"/>
              </a:ext>
            </a:extLst>
          </p:cNvPr>
          <p:cNvGraphicFramePr>
            <a:graphicFrameLocks noChangeAspect="1"/>
          </p:cNvGraphicFramePr>
          <p:nvPr/>
        </p:nvGraphicFramePr>
        <p:xfrm>
          <a:off x="2495550" y="1125539"/>
          <a:ext cx="2736850" cy="928687"/>
        </p:xfrm>
        <a:graphic>
          <a:graphicData uri="http://schemas.openxmlformats.org/presentationml/2006/ole">
            <mc:AlternateContent xmlns:mc="http://schemas.openxmlformats.org/markup-compatibility/2006">
              <mc:Choice xmlns:v="urn:schemas-microsoft-com:vml" Requires="v">
                <p:oleObj spid="_x0000_s27650" name="公式" r:id="rId3" imgW="1257120" imgH="431640" progId="Equation.3">
                  <p:embed/>
                </p:oleObj>
              </mc:Choice>
              <mc:Fallback>
                <p:oleObj name="公式" r:id="rId3" imgW="1257120" imgH="431640" progId="Equation.3">
                  <p:embed/>
                  <p:pic>
                    <p:nvPicPr>
                      <p:cNvPr id="566275" name="Object 3">
                        <a:extLst>
                          <a:ext uri="{FF2B5EF4-FFF2-40B4-BE49-F238E27FC236}">
                            <a16:creationId xmlns:a16="http://schemas.microsoft.com/office/drawing/2014/main" id="{87F5B9CD-F82F-44EB-A375-4AA603D29D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5550" y="1125539"/>
                        <a:ext cx="2736850" cy="928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6276" name="Rectangle 4">
            <a:extLst>
              <a:ext uri="{FF2B5EF4-FFF2-40B4-BE49-F238E27FC236}">
                <a16:creationId xmlns:a16="http://schemas.microsoft.com/office/drawing/2014/main" id="{B7DA717E-E2F1-498A-85D4-C55B59789B60}"/>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66277" name="Object 5">
            <a:extLst>
              <a:ext uri="{FF2B5EF4-FFF2-40B4-BE49-F238E27FC236}">
                <a16:creationId xmlns:a16="http://schemas.microsoft.com/office/drawing/2014/main" id="{025409B1-126A-484D-89B3-4E6D385C1C51}"/>
              </a:ext>
            </a:extLst>
          </p:cNvPr>
          <p:cNvGraphicFramePr>
            <a:graphicFrameLocks noChangeAspect="1"/>
          </p:cNvGraphicFramePr>
          <p:nvPr/>
        </p:nvGraphicFramePr>
        <p:xfrm>
          <a:off x="2495551" y="2349500"/>
          <a:ext cx="2879725" cy="1004888"/>
        </p:xfrm>
        <a:graphic>
          <a:graphicData uri="http://schemas.openxmlformats.org/presentationml/2006/ole">
            <mc:AlternateContent xmlns:mc="http://schemas.openxmlformats.org/markup-compatibility/2006">
              <mc:Choice xmlns:v="urn:schemas-microsoft-com:vml" Requires="v">
                <p:oleObj spid="_x0000_s27651" name="公式" r:id="rId5" imgW="1231560" imgH="431640" progId="Equation.3">
                  <p:embed/>
                </p:oleObj>
              </mc:Choice>
              <mc:Fallback>
                <p:oleObj name="公式" r:id="rId5" imgW="1231560" imgH="431640" progId="Equation.3">
                  <p:embed/>
                  <p:pic>
                    <p:nvPicPr>
                      <p:cNvPr id="566277" name="Object 5">
                        <a:extLst>
                          <a:ext uri="{FF2B5EF4-FFF2-40B4-BE49-F238E27FC236}">
                            <a16:creationId xmlns:a16="http://schemas.microsoft.com/office/drawing/2014/main" id="{025409B1-126A-484D-89B3-4E6D385C1C5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5551" y="2349500"/>
                        <a:ext cx="2879725" cy="1004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6278" name="Rectangle 6">
            <a:extLst>
              <a:ext uri="{FF2B5EF4-FFF2-40B4-BE49-F238E27FC236}">
                <a16:creationId xmlns:a16="http://schemas.microsoft.com/office/drawing/2014/main" id="{0C1AB612-B987-493E-9F9B-F56AD033654B}"/>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66279" name="Object 7">
            <a:extLst>
              <a:ext uri="{FF2B5EF4-FFF2-40B4-BE49-F238E27FC236}">
                <a16:creationId xmlns:a16="http://schemas.microsoft.com/office/drawing/2014/main" id="{E75547DF-08BB-4E43-A023-5AD7E7252B49}"/>
              </a:ext>
            </a:extLst>
          </p:cNvPr>
          <p:cNvGraphicFramePr>
            <a:graphicFrameLocks noChangeAspect="1"/>
          </p:cNvGraphicFramePr>
          <p:nvPr/>
        </p:nvGraphicFramePr>
        <p:xfrm>
          <a:off x="2208214" y="3651251"/>
          <a:ext cx="3838575" cy="981075"/>
        </p:xfrm>
        <a:graphic>
          <a:graphicData uri="http://schemas.openxmlformats.org/presentationml/2006/ole">
            <mc:AlternateContent xmlns:mc="http://schemas.openxmlformats.org/markup-compatibility/2006">
              <mc:Choice xmlns:v="urn:schemas-microsoft-com:vml" Requires="v">
                <p:oleObj spid="_x0000_s27652" name="公式" r:id="rId7" imgW="1676160" imgH="431640" progId="Equation.3">
                  <p:embed/>
                </p:oleObj>
              </mc:Choice>
              <mc:Fallback>
                <p:oleObj name="公式" r:id="rId7" imgW="1676160" imgH="431640" progId="Equation.3">
                  <p:embed/>
                  <p:pic>
                    <p:nvPicPr>
                      <p:cNvPr id="566279" name="Object 7">
                        <a:extLst>
                          <a:ext uri="{FF2B5EF4-FFF2-40B4-BE49-F238E27FC236}">
                            <a16:creationId xmlns:a16="http://schemas.microsoft.com/office/drawing/2014/main" id="{E75547DF-08BB-4E43-A023-5AD7E7252B4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8214" y="3651251"/>
                        <a:ext cx="3838575" cy="981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6280" name="Rectangle 8">
            <a:extLst>
              <a:ext uri="{FF2B5EF4-FFF2-40B4-BE49-F238E27FC236}">
                <a16:creationId xmlns:a16="http://schemas.microsoft.com/office/drawing/2014/main" id="{01872982-479F-4D23-B367-4D3CFA48BC4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66281" name="Object 9">
            <a:extLst>
              <a:ext uri="{FF2B5EF4-FFF2-40B4-BE49-F238E27FC236}">
                <a16:creationId xmlns:a16="http://schemas.microsoft.com/office/drawing/2014/main" id="{52D15C41-5E3C-4A90-9FE3-2DBD57DCAEAE}"/>
              </a:ext>
            </a:extLst>
          </p:cNvPr>
          <p:cNvGraphicFramePr>
            <a:graphicFrameLocks noChangeAspect="1"/>
          </p:cNvGraphicFramePr>
          <p:nvPr/>
        </p:nvGraphicFramePr>
        <p:xfrm>
          <a:off x="4079876" y="4868864"/>
          <a:ext cx="2735263" cy="1258887"/>
        </p:xfrm>
        <a:graphic>
          <a:graphicData uri="http://schemas.openxmlformats.org/presentationml/2006/ole">
            <mc:AlternateContent xmlns:mc="http://schemas.openxmlformats.org/markup-compatibility/2006">
              <mc:Choice xmlns:v="urn:schemas-microsoft-com:vml" Requires="v">
                <p:oleObj spid="_x0000_s27653" name="公式" r:id="rId9" imgW="1015920" imgH="469800" progId="Equation.3">
                  <p:embed/>
                </p:oleObj>
              </mc:Choice>
              <mc:Fallback>
                <p:oleObj name="公式" r:id="rId9" imgW="1015920" imgH="469800" progId="Equation.3">
                  <p:embed/>
                  <p:pic>
                    <p:nvPicPr>
                      <p:cNvPr id="566281" name="Object 9">
                        <a:extLst>
                          <a:ext uri="{FF2B5EF4-FFF2-40B4-BE49-F238E27FC236}">
                            <a16:creationId xmlns:a16="http://schemas.microsoft.com/office/drawing/2014/main" id="{52D15C41-5E3C-4A90-9FE3-2DBD57DCAEA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79876" y="4868864"/>
                        <a:ext cx="2735263" cy="1258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6282" name="Rectangle 10">
            <a:extLst>
              <a:ext uri="{FF2B5EF4-FFF2-40B4-BE49-F238E27FC236}">
                <a16:creationId xmlns:a16="http://schemas.microsoft.com/office/drawing/2014/main" id="{C6A42F49-EDCA-47C8-A76C-A0730D0317B6}"/>
              </a:ext>
            </a:extLst>
          </p:cNvPr>
          <p:cNvSpPr>
            <a:spLocks noChangeArrowheads="1"/>
          </p:cNvSpPr>
          <p:nvPr/>
        </p:nvSpPr>
        <p:spPr bwMode="auto">
          <a:xfrm>
            <a:off x="1919288" y="404813"/>
            <a:ext cx="447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样本相关系数的计算公式：</a:t>
            </a:r>
          </a:p>
        </p:txBody>
      </p:sp>
      <p:sp>
        <p:nvSpPr>
          <p:cNvPr id="566283" name="Rectangle 11">
            <a:extLst>
              <a:ext uri="{FF2B5EF4-FFF2-40B4-BE49-F238E27FC236}">
                <a16:creationId xmlns:a16="http://schemas.microsoft.com/office/drawing/2014/main" id="{1A043534-39AE-4733-8283-D5E0DE8F8F59}"/>
              </a:ext>
            </a:extLst>
          </p:cNvPr>
          <p:cNvSpPr>
            <a:spLocks noChangeArrowheads="1"/>
          </p:cNvSpPr>
          <p:nvPr/>
        </p:nvSpPr>
        <p:spPr bwMode="auto">
          <a:xfrm>
            <a:off x="1774825" y="1268413"/>
            <a:ext cx="5413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sz="2800" b="1">
                <a:latin typeface="楷体_GB2312" pitchFamily="49" charset="-122"/>
                <a:ea typeface="楷体_GB2312" pitchFamily="49" charset="-122"/>
              </a:rPr>
              <a:t>记</a:t>
            </a:r>
          </a:p>
        </p:txBody>
      </p:sp>
      <p:sp>
        <p:nvSpPr>
          <p:cNvPr id="566284" name="Rectangle 12">
            <a:extLst>
              <a:ext uri="{FF2B5EF4-FFF2-40B4-BE49-F238E27FC236}">
                <a16:creationId xmlns:a16="http://schemas.microsoft.com/office/drawing/2014/main" id="{ED827DDE-E464-4C61-A88B-9D3809F4A77E}"/>
              </a:ext>
            </a:extLst>
          </p:cNvPr>
          <p:cNvSpPr>
            <a:spLocks noChangeArrowheads="1"/>
          </p:cNvSpPr>
          <p:nvPr/>
        </p:nvSpPr>
        <p:spPr bwMode="auto">
          <a:xfrm>
            <a:off x="2566989" y="5084763"/>
            <a:ext cx="5413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sz="2800" b="1">
                <a:latin typeface="楷体_GB2312" pitchFamily="49" charset="-122"/>
                <a:ea typeface="楷体_GB2312" pitchFamily="49" charset="-122"/>
              </a:rPr>
              <a:t>则</a:t>
            </a:r>
          </a:p>
        </p:txBody>
      </p:sp>
      <p:graphicFrame>
        <p:nvGraphicFramePr>
          <p:cNvPr id="566285" name="Object 13">
            <a:extLst>
              <a:ext uri="{FF2B5EF4-FFF2-40B4-BE49-F238E27FC236}">
                <a16:creationId xmlns:a16="http://schemas.microsoft.com/office/drawing/2014/main" id="{2080AB73-6B13-46F3-A3B1-5246D61D008B}"/>
              </a:ext>
            </a:extLst>
          </p:cNvPr>
          <p:cNvGraphicFramePr>
            <a:graphicFrameLocks noChangeAspect="1"/>
          </p:cNvGraphicFramePr>
          <p:nvPr/>
        </p:nvGraphicFramePr>
        <p:xfrm>
          <a:off x="5232401" y="1125539"/>
          <a:ext cx="2963863" cy="930275"/>
        </p:xfrm>
        <a:graphic>
          <a:graphicData uri="http://schemas.openxmlformats.org/presentationml/2006/ole">
            <mc:AlternateContent xmlns:mc="http://schemas.openxmlformats.org/markup-compatibility/2006">
              <mc:Choice xmlns:v="urn:schemas-microsoft-com:vml" Requires="v">
                <p:oleObj spid="_x0000_s27654" name="公式" r:id="rId11" imgW="1358640" imgH="431640" progId="Equation.3">
                  <p:embed/>
                </p:oleObj>
              </mc:Choice>
              <mc:Fallback>
                <p:oleObj name="公式" r:id="rId11" imgW="1358640" imgH="431640" progId="Equation.3">
                  <p:embed/>
                  <p:pic>
                    <p:nvPicPr>
                      <p:cNvPr id="566285" name="Object 13">
                        <a:extLst>
                          <a:ext uri="{FF2B5EF4-FFF2-40B4-BE49-F238E27FC236}">
                            <a16:creationId xmlns:a16="http://schemas.microsoft.com/office/drawing/2014/main" id="{2080AB73-6B13-46F3-A3B1-5246D61D008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32401" y="1125539"/>
                        <a:ext cx="2963863" cy="93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6286" name="Object 14">
            <a:extLst>
              <a:ext uri="{FF2B5EF4-FFF2-40B4-BE49-F238E27FC236}">
                <a16:creationId xmlns:a16="http://schemas.microsoft.com/office/drawing/2014/main" id="{60C1481F-16E9-486D-85E7-47EAC1020E6D}"/>
              </a:ext>
            </a:extLst>
          </p:cNvPr>
          <p:cNvGraphicFramePr>
            <a:graphicFrameLocks noChangeAspect="1"/>
          </p:cNvGraphicFramePr>
          <p:nvPr/>
        </p:nvGraphicFramePr>
        <p:xfrm>
          <a:off x="5448301" y="2420939"/>
          <a:ext cx="2924175" cy="890587"/>
        </p:xfrm>
        <a:graphic>
          <a:graphicData uri="http://schemas.openxmlformats.org/presentationml/2006/ole">
            <mc:AlternateContent xmlns:mc="http://schemas.openxmlformats.org/markup-compatibility/2006">
              <mc:Choice xmlns:v="urn:schemas-microsoft-com:vml" Requires="v">
                <p:oleObj spid="_x0000_s27655" name="公式" r:id="rId13" imgW="1409400" imgH="431640" progId="Equation.3">
                  <p:embed/>
                </p:oleObj>
              </mc:Choice>
              <mc:Fallback>
                <p:oleObj name="公式" r:id="rId13" imgW="1409400" imgH="431640" progId="Equation.3">
                  <p:embed/>
                  <p:pic>
                    <p:nvPicPr>
                      <p:cNvPr id="566286" name="Object 14">
                        <a:extLst>
                          <a:ext uri="{FF2B5EF4-FFF2-40B4-BE49-F238E27FC236}">
                            <a16:creationId xmlns:a16="http://schemas.microsoft.com/office/drawing/2014/main" id="{60C1481F-16E9-486D-85E7-47EAC1020E6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48301" y="2420939"/>
                        <a:ext cx="2924175" cy="890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6287" name="Object 15">
            <a:extLst>
              <a:ext uri="{FF2B5EF4-FFF2-40B4-BE49-F238E27FC236}">
                <a16:creationId xmlns:a16="http://schemas.microsoft.com/office/drawing/2014/main" id="{368AA039-3CAC-4C8B-A97D-11977DD562BE}"/>
              </a:ext>
            </a:extLst>
          </p:cNvPr>
          <p:cNvGraphicFramePr>
            <a:graphicFrameLocks noChangeAspect="1"/>
          </p:cNvGraphicFramePr>
          <p:nvPr/>
        </p:nvGraphicFramePr>
        <p:xfrm>
          <a:off x="6096001" y="3644901"/>
          <a:ext cx="4029075" cy="1038225"/>
        </p:xfrm>
        <a:graphic>
          <a:graphicData uri="http://schemas.openxmlformats.org/presentationml/2006/ole">
            <mc:AlternateContent xmlns:mc="http://schemas.openxmlformats.org/markup-compatibility/2006">
              <mc:Choice xmlns:v="urn:schemas-microsoft-com:vml" Requires="v">
                <p:oleObj spid="_x0000_s27656" name="公式" r:id="rId15" imgW="1663560" imgH="431640" progId="Equation.3">
                  <p:embed/>
                </p:oleObj>
              </mc:Choice>
              <mc:Fallback>
                <p:oleObj name="公式" r:id="rId15" imgW="1663560" imgH="431640" progId="Equation.3">
                  <p:embed/>
                  <p:pic>
                    <p:nvPicPr>
                      <p:cNvPr id="566287" name="Object 15">
                        <a:extLst>
                          <a:ext uri="{FF2B5EF4-FFF2-40B4-BE49-F238E27FC236}">
                            <a16:creationId xmlns:a16="http://schemas.microsoft.com/office/drawing/2014/main" id="{368AA039-3CAC-4C8B-A97D-11977DD562B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1" y="3644901"/>
                        <a:ext cx="4029075" cy="1038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66282"/>
                                        </p:tgtEl>
                                        <p:attrNameLst>
                                          <p:attrName>style.visibility</p:attrName>
                                        </p:attrNameLst>
                                      </p:cBhvr>
                                      <p:to>
                                        <p:strVal val="visible"/>
                                      </p:to>
                                    </p:set>
                                    <p:animEffect transition="in" filter="wipe(left)">
                                      <p:cBhvr>
                                        <p:cTn id="7" dur="1000"/>
                                        <p:tgtEl>
                                          <p:spTgt spid="5662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6283"/>
                                        </p:tgtEl>
                                        <p:attrNameLst>
                                          <p:attrName>style.visibility</p:attrName>
                                        </p:attrNameLst>
                                      </p:cBhvr>
                                      <p:to>
                                        <p:strVal val="visible"/>
                                      </p:to>
                                    </p:set>
                                    <p:animEffect transition="in" filter="wipe(left)">
                                      <p:cBhvr>
                                        <p:cTn id="12" dur="1000"/>
                                        <p:tgtEl>
                                          <p:spTgt spid="566283"/>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566275"/>
                                        </p:tgtEl>
                                        <p:attrNameLst>
                                          <p:attrName>style.visibility</p:attrName>
                                        </p:attrNameLst>
                                      </p:cBhvr>
                                      <p:to>
                                        <p:strVal val="visible"/>
                                      </p:to>
                                    </p:set>
                                    <p:animEffect transition="in" filter="wipe(left)">
                                      <p:cBhvr>
                                        <p:cTn id="16" dur="1000"/>
                                        <p:tgtEl>
                                          <p:spTgt spid="56627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566285"/>
                                        </p:tgtEl>
                                        <p:attrNameLst>
                                          <p:attrName>style.visibility</p:attrName>
                                        </p:attrNameLst>
                                      </p:cBhvr>
                                      <p:to>
                                        <p:strVal val="visible"/>
                                      </p:to>
                                    </p:set>
                                    <p:animEffect transition="in" filter="wipe(left)">
                                      <p:cBhvr>
                                        <p:cTn id="21" dur="1000"/>
                                        <p:tgtEl>
                                          <p:spTgt spid="56628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566277"/>
                                        </p:tgtEl>
                                        <p:attrNameLst>
                                          <p:attrName>style.visibility</p:attrName>
                                        </p:attrNameLst>
                                      </p:cBhvr>
                                      <p:to>
                                        <p:strVal val="visible"/>
                                      </p:to>
                                    </p:set>
                                    <p:animEffect transition="in" filter="wipe(left)">
                                      <p:cBhvr>
                                        <p:cTn id="26" dur="1000"/>
                                        <p:tgtEl>
                                          <p:spTgt spid="56627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566286"/>
                                        </p:tgtEl>
                                        <p:attrNameLst>
                                          <p:attrName>style.visibility</p:attrName>
                                        </p:attrNameLst>
                                      </p:cBhvr>
                                      <p:to>
                                        <p:strVal val="visible"/>
                                      </p:to>
                                    </p:set>
                                    <p:animEffect transition="in" filter="wipe(left)">
                                      <p:cBhvr>
                                        <p:cTn id="31" dur="1000"/>
                                        <p:tgtEl>
                                          <p:spTgt spid="56628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566279"/>
                                        </p:tgtEl>
                                        <p:attrNameLst>
                                          <p:attrName>style.visibility</p:attrName>
                                        </p:attrNameLst>
                                      </p:cBhvr>
                                      <p:to>
                                        <p:strVal val="visible"/>
                                      </p:to>
                                    </p:set>
                                    <p:animEffect transition="in" filter="wipe(left)">
                                      <p:cBhvr>
                                        <p:cTn id="36" dur="1000"/>
                                        <p:tgtEl>
                                          <p:spTgt spid="56627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566287"/>
                                        </p:tgtEl>
                                        <p:attrNameLst>
                                          <p:attrName>style.visibility</p:attrName>
                                        </p:attrNameLst>
                                      </p:cBhvr>
                                      <p:to>
                                        <p:strVal val="visible"/>
                                      </p:to>
                                    </p:set>
                                    <p:animEffect transition="in" filter="wipe(left)">
                                      <p:cBhvr>
                                        <p:cTn id="41" dur="1000"/>
                                        <p:tgtEl>
                                          <p:spTgt spid="56628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566284"/>
                                        </p:tgtEl>
                                        <p:attrNameLst>
                                          <p:attrName>style.visibility</p:attrName>
                                        </p:attrNameLst>
                                      </p:cBhvr>
                                      <p:to>
                                        <p:strVal val="visible"/>
                                      </p:to>
                                    </p:set>
                                    <p:animEffect transition="in" filter="wipe(left)">
                                      <p:cBhvr>
                                        <p:cTn id="46" dur="1000"/>
                                        <p:tgtEl>
                                          <p:spTgt spid="566284"/>
                                        </p:tgtEl>
                                      </p:cBhvr>
                                    </p:animEffect>
                                  </p:childTnLst>
                                </p:cTn>
                              </p:par>
                            </p:childTnLst>
                          </p:cTn>
                        </p:par>
                        <p:par>
                          <p:cTn id="47" fill="hold" nodeType="afterGroup">
                            <p:stCondLst>
                              <p:cond delay="1000"/>
                            </p:stCondLst>
                            <p:childTnLst>
                              <p:par>
                                <p:cTn id="48" presetID="22" presetClass="entr" presetSubtype="8" fill="hold" nodeType="afterEffect">
                                  <p:stCondLst>
                                    <p:cond delay="0"/>
                                  </p:stCondLst>
                                  <p:childTnLst>
                                    <p:set>
                                      <p:cBhvr>
                                        <p:cTn id="49" dur="1" fill="hold">
                                          <p:stCondLst>
                                            <p:cond delay="0"/>
                                          </p:stCondLst>
                                        </p:cTn>
                                        <p:tgtEl>
                                          <p:spTgt spid="566281"/>
                                        </p:tgtEl>
                                        <p:attrNameLst>
                                          <p:attrName>style.visibility</p:attrName>
                                        </p:attrNameLst>
                                      </p:cBhvr>
                                      <p:to>
                                        <p:strVal val="visible"/>
                                      </p:to>
                                    </p:set>
                                    <p:animEffect transition="in" filter="wipe(left)">
                                      <p:cBhvr>
                                        <p:cTn id="50" dur="1000"/>
                                        <p:tgtEl>
                                          <p:spTgt spid="566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282" grpId="0"/>
      <p:bldP spid="566283" grpId="0"/>
      <p:bldP spid="56628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Rectangle 2">
            <a:extLst>
              <a:ext uri="{FF2B5EF4-FFF2-40B4-BE49-F238E27FC236}">
                <a16:creationId xmlns:a16="http://schemas.microsoft.com/office/drawing/2014/main" id="{71705E29-15B2-474B-8C03-F1005553666A}"/>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67299" name="Rectangle 3">
            <a:extLst>
              <a:ext uri="{FF2B5EF4-FFF2-40B4-BE49-F238E27FC236}">
                <a16:creationId xmlns:a16="http://schemas.microsoft.com/office/drawing/2014/main" id="{B7384788-D1E6-45AD-9D39-65EB903C8E16}"/>
              </a:ext>
            </a:extLst>
          </p:cNvPr>
          <p:cNvSpPr>
            <a:spLocks noChangeArrowheads="1"/>
          </p:cNvSpPr>
          <p:nvPr/>
        </p:nvSpPr>
        <p:spPr bwMode="auto">
          <a:xfrm>
            <a:off x="1524001" y="30300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67300" name="Object 4">
            <a:extLst>
              <a:ext uri="{FF2B5EF4-FFF2-40B4-BE49-F238E27FC236}">
                <a16:creationId xmlns:a16="http://schemas.microsoft.com/office/drawing/2014/main" id="{9EE474B4-EC06-4216-AD79-583098D8EAA3}"/>
              </a:ext>
            </a:extLst>
          </p:cNvPr>
          <p:cNvGraphicFramePr>
            <a:graphicFrameLocks noChangeAspect="1"/>
          </p:cNvGraphicFramePr>
          <p:nvPr/>
        </p:nvGraphicFramePr>
        <p:xfrm>
          <a:off x="2855913" y="2205039"/>
          <a:ext cx="4464050" cy="955675"/>
        </p:xfrm>
        <a:graphic>
          <a:graphicData uri="http://schemas.openxmlformats.org/presentationml/2006/ole">
            <mc:AlternateContent xmlns:mc="http://schemas.openxmlformats.org/markup-compatibility/2006">
              <mc:Choice xmlns:v="urn:schemas-microsoft-com:vml" Requires="v">
                <p:oleObj spid="_x0000_s28674" name="公式" r:id="rId3" imgW="2006280" imgH="431640" progId="Equation.3">
                  <p:embed/>
                </p:oleObj>
              </mc:Choice>
              <mc:Fallback>
                <p:oleObj name="公式" r:id="rId3" imgW="2006280" imgH="431640" progId="Equation.3">
                  <p:embed/>
                  <p:pic>
                    <p:nvPicPr>
                      <p:cNvPr id="567300" name="Object 4">
                        <a:extLst>
                          <a:ext uri="{FF2B5EF4-FFF2-40B4-BE49-F238E27FC236}">
                            <a16:creationId xmlns:a16="http://schemas.microsoft.com/office/drawing/2014/main" id="{9EE474B4-EC06-4216-AD79-583098D8EA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5913" y="2205039"/>
                        <a:ext cx="4464050" cy="955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7301" name="Object 5">
            <a:extLst>
              <a:ext uri="{FF2B5EF4-FFF2-40B4-BE49-F238E27FC236}">
                <a16:creationId xmlns:a16="http://schemas.microsoft.com/office/drawing/2014/main" id="{FE36EA52-D43F-4BB6-AB8A-1020D9C41A9F}"/>
              </a:ext>
            </a:extLst>
          </p:cNvPr>
          <p:cNvGraphicFramePr>
            <a:graphicFrameLocks noChangeAspect="1"/>
          </p:cNvGraphicFramePr>
          <p:nvPr/>
        </p:nvGraphicFramePr>
        <p:xfrm>
          <a:off x="2495551" y="3141663"/>
          <a:ext cx="7129463" cy="868362"/>
        </p:xfrm>
        <a:graphic>
          <a:graphicData uri="http://schemas.openxmlformats.org/presentationml/2006/ole">
            <mc:AlternateContent xmlns:mc="http://schemas.openxmlformats.org/markup-compatibility/2006">
              <mc:Choice xmlns:v="urn:schemas-microsoft-com:vml" Requires="v">
                <p:oleObj spid="_x0000_s28675" name="公式" r:id="rId5" imgW="3568680" imgH="431640" progId="Equation.3">
                  <p:embed/>
                </p:oleObj>
              </mc:Choice>
              <mc:Fallback>
                <p:oleObj name="公式" r:id="rId5" imgW="3568680" imgH="431640" progId="Equation.3">
                  <p:embed/>
                  <p:pic>
                    <p:nvPicPr>
                      <p:cNvPr id="567301" name="Object 5">
                        <a:extLst>
                          <a:ext uri="{FF2B5EF4-FFF2-40B4-BE49-F238E27FC236}">
                            <a16:creationId xmlns:a16="http://schemas.microsoft.com/office/drawing/2014/main" id="{FE36EA52-D43F-4BB6-AB8A-1020D9C41A9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5551" y="3141663"/>
                        <a:ext cx="7129463" cy="868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7302" name="Rectangle 6">
            <a:extLst>
              <a:ext uri="{FF2B5EF4-FFF2-40B4-BE49-F238E27FC236}">
                <a16:creationId xmlns:a16="http://schemas.microsoft.com/office/drawing/2014/main" id="{C0DA58AC-DDC8-43F6-8C4B-EF0D3A1AC854}"/>
              </a:ext>
            </a:extLst>
          </p:cNvPr>
          <p:cNvSpPr>
            <a:spLocks noChangeArrowheads="1"/>
          </p:cNvSpPr>
          <p:nvPr/>
        </p:nvSpPr>
        <p:spPr bwMode="auto">
          <a:xfrm>
            <a:off x="1524001" y="3315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67303" name="Object 7">
            <a:extLst>
              <a:ext uri="{FF2B5EF4-FFF2-40B4-BE49-F238E27FC236}">
                <a16:creationId xmlns:a16="http://schemas.microsoft.com/office/drawing/2014/main" id="{6206A289-F3D7-4FA7-B0F6-FE56CDF33853}"/>
              </a:ext>
            </a:extLst>
          </p:cNvPr>
          <p:cNvGraphicFramePr>
            <a:graphicFrameLocks noChangeAspect="1"/>
          </p:cNvGraphicFramePr>
          <p:nvPr/>
        </p:nvGraphicFramePr>
        <p:xfrm>
          <a:off x="2927351" y="3933825"/>
          <a:ext cx="6302375" cy="863600"/>
        </p:xfrm>
        <a:graphic>
          <a:graphicData uri="http://schemas.openxmlformats.org/presentationml/2006/ole">
            <mc:AlternateContent xmlns:mc="http://schemas.openxmlformats.org/markup-compatibility/2006">
              <mc:Choice xmlns:v="urn:schemas-microsoft-com:vml" Requires="v">
                <p:oleObj spid="_x0000_s28676" name="公式" r:id="rId7" imgW="3162240" imgH="431640" progId="Equation.3">
                  <p:embed/>
                </p:oleObj>
              </mc:Choice>
              <mc:Fallback>
                <p:oleObj name="公式" r:id="rId7" imgW="3162240" imgH="431640" progId="Equation.3">
                  <p:embed/>
                  <p:pic>
                    <p:nvPicPr>
                      <p:cNvPr id="567303" name="Object 7">
                        <a:extLst>
                          <a:ext uri="{FF2B5EF4-FFF2-40B4-BE49-F238E27FC236}">
                            <a16:creationId xmlns:a16="http://schemas.microsoft.com/office/drawing/2014/main" id="{6206A289-F3D7-4FA7-B0F6-FE56CDF3385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7351" y="3933825"/>
                        <a:ext cx="6302375"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7304" name="Object 8">
            <a:extLst>
              <a:ext uri="{FF2B5EF4-FFF2-40B4-BE49-F238E27FC236}">
                <a16:creationId xmlns:a16="http://schemas.microsoft.com/office/drawing/2014/main" id="{BFEF69E5-F1CC-4958-A4F4-5902C16E7F3E}"/>
              </a:ext>
            </a:extLst>
          </p:cNvPr>
          <p:cNvGraphicFramePr>
            <a:graphicFrameLocks noChangeAspect="1"/>
          </p:cNvGraphicFramePr>
          <p:nvPr/>
        </p:nvGraphicFramePr>
        <p:xfrm>
          <a:off x="7391400" y="2492375"/>
          <a:ext cx="647700" cy="477838"/>
        </p:xfrm>
        <a:graphic>
          <a:graphicData uri="http://schemas.openxmlformats.org/presentationml/2006/ole">
            <mc:AlternateContent xmlns:mc="http://schemas.openxmlformats.org/markup-compatibility/2006">
              <mc:Choice xmlns:v="urn:schemas-microsoft-com:vml" Requires="v">
                <p:oleObj spid="_x0000_s28677" name="公式" r:id="rId9" imgW="241200" imgH="177480" progId="Equation.3">
                  <p:embed/>
                </p:oleObj>
              </mc:Choice>
              <mc:Fallback>
                <p:oleObj name="公式" r:id="rId9" imgW="241200" imgH="177480" progId="Equation.3">
                  <p:embed/>
                  <p:pic>
                    <p:nvPicPr>
                      <p:cNvPr id="567304" name="Object 8">
                        <a:extLst>
                          <a:ext uri="{FF2B5EF4-FFF2-40B4-BE49-F238E27FC236}">
                            <a16:creationId xmlns:a16="http://schemas.microsoft.com/office/drawing/2014/main" id="{BFEF69E5-F1CC-4958-A4F4-5902C16E7F3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91400" y="2492375"/>
                        <a:ext cx="647700" cy="477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7305" name="Rectangle 9">
            <a:extLst>
              <a:ext uri="{FF2B5EF4-FFF2-40B4-BE49-F238E27FC236}">
                <a16:creationId xmlns:a16="http://schemas.microsoft.com/office/drawing/2014/main" id="{67BA7AF2-D906-4A3F-AFF7-0FF07B6536AB}"/>
              </a:ext>
            </a:extLst>
          </p:cNvPr>
          <p:cNvSpPr>
            <a:spLocks noChangeArrowheads="1"/>
          </p:cNvSpPr>
          <p:nvPr/>
        </p:nvSpPr>
        <p:spPr bwMode="auto">
          <a:xfrm>
            <a:off x="1703389" y="188913"/>
            <a:ext cx="57610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FF33CC"/>
                </a:solidFill>
                <a:effectLst>
                  <a:outerShdw blurRad="38100" dist="38100" dir="2700000" algn="tl">
                    <a:srgbClr val="C0C0C0"/>
                  </a:outerShdw>
                </a:effectLst>
                <a:latin typeface="宋体" panose="02010600030101010101" pitchFamily="2" charset="-122"/>
              </a:rPr>
              <a:t>三、样本相关系数的性质</a:t>
            </a:r>
          </a:p>
        </p:txBody>
      </p:sp>
      <p:sp>
        <p:nvSpPr>
          <p:cNvPr id="567306" name="Rectangle 10">
            <a:extLst>
              <a:ext uri="{FF2B5EF4-FFF2-40B4-BE49-F238E27FC236}">
                <a16:creationId xmlns:a16="http://schemas.microsoft.com/office/drawing/2014/main" id="{69AEE2F3-9416-4C3F-ADC4-C0AEA4CF63E4}"/>
              </a:ext>
            </a:extLst>
          </p:cNvPr>
          <p:cNvSpPr>
            <a:spLocks noChangeArrowheads="1"/>
          </p:cNvSpPr>
          <p:nvPr/>
        </p:nvSpPr>
        <p:spPr bwMode="auto">
          <a:xfrm>
            <a:off x="1847851" y="1628775"/>
            <a:ext cx="10080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a:solidFill>
                  <a:srgbClr val="0000FF"/>
                </a:solidFill>
                <a:latin typeface="楷体_GB2312" pitchFamily="49" charset="-122"/>
                <a:ea typeface="楷体_GB2312" pitchFamily="49" charset="-122"/>
              </a:rPr>
              <a:t>证：</a:t>
            </a:r>
          </a:p>
        </p:txBody>
      </p:sp>
      <p:sp>
        <p:nvSpPr>
          <p:cNvPr id="567307" name="Rectangle 11">
            <a:extLst>
              <a:ext uri="{FF2B5EF4-FFF2-40B4-BE49-F238E27FC236}">
                <a16:creationId xmlns:a16="http://schemas.microsoft.com/office/drawing/2014/main" id="{CA69C110-A11B-4A37-B662-C363F985096C}"/>
              </a:ext>
            </a:extLst>
          </p:cNvPr>
          <p:cNvSpPr>
            <a:spLocks noChangeArrowheads="1"/>
          </p:cNvSpPr>
          <p:nvPr/>
        </p:nvSpPr>
        <p:spPr bwMode="auto">
          <a:xfrm>
            <a:off x="2782888" y="1484313"/>
            <a:ext cx="4608512"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20000"/>
              </a:spcBef>
            </a:pPr>
            <a:r>
              <a:rPr lang="zh-CN" altLang="en-US" sz="2800" b="1">
                <a:ea typeface="楷体_GB2312" pitchFamily="49" charset="-122"/>
              </a:rPr>
              <a:t>对一切实数 </a:t>
            </a:r>
            <a:r>
              <a:rPr lang="en-US" altLang="zh-CN" sz="2800" b="1" i="1">
                <a:ea typeface="楷体_GB2312" pitchFamily="49" charset="-122"/>
              </a:rPr>
              <a:t>t </a:t>
            </a:r>
            <a:r>
              <a:rPr lang="zh-CN" altLang="en-US" sz="2800" b="1" i="1">
                <a:ea typeface="楷体_GB2312" pitchFamily="49" charset="-122"/>
              </a:rPr>
              <a:t>，</a:t>
            </a:r>
            <a:r>
              <a:rPr lang="zh-CN" altLang="en-US" sz="2800" b="1">
                <a:ea typeface="楷体_GB2312" pitchFamily="49" charset="-122"/>
              </a:rPr>
              <a:t>均成立：</a:t>
            </a:r>
          </a:p>
        </p:txBody>
      </p:sp>
      <p:sp>
        <p:nvSpPr>
          <p:cNvPr id="567308" name="Rectangle 12">
            <a:extLst>
              <a:ext uri="{FF2B5EF4-FFF2-40B4-BE49-F238E27FC236}">
                <a16:creationId xmlns:a16="http://schemas.microsoft.com/office/drawing/2014/main" id="{BC791199-1CF3-4F74-8568-76FEDF061ABF}"/>
              </a:ext>
            </a:extLst>
          </p:cNvPr>
          <p:cNvSpPr>
            <a:spLocks noChangeArrowheads="1"/>
          </p:cNvSpPr>
          <p:nvPr/>
        </p:nvSpPr>
        <p:spPr bwMode="auto">
          <a:xfrm>
            <a:off x="1774825" y="3213101"/>
            <a:ext cx="5413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sz="2800" b="1">
                <a:latin typeface="楷体_GB2312" pitchFamily="49" charset="-122"/>
                <a:ea typeface="楷体_GB2312" pitchFamily="49" charset="-122"/>
              </a:rPr>
              <a:t>则</a:t>
            </a:r>
          </a:p>
        </p:txBody>
      </p:sp>
      <p:graphicFrame>
        <p:nvGraphicFramePr>
          <p:cNvPr id="567309" name="Object 13">
            <a:extLst>
              <a:ext uri="{FF2B5EF4-FFF2-40B4-BE49-F238E27FC236}">
                <a16:creationId xmlns:a16="http://schemas.microsoft.com/office/drawing/2014/main" id="{316A6FC9-5F15-45D7-9840-68C3ABF5BD39}"/>
              </a:ext>
            </a:extLst>
          </p:cNvPr>
          <p:cNvGraphicFramePr>
            <a:graphicFrameLocks noChangeAspect="1"/>
          </p:cNvGraphicFramePr>
          <p:nvPr/>
        </p:nvGraphicFramePr>
        <p:xfrm>
          <a:off x="9625013" y="3357563"/>
          <a:ext cx="576262" cy="425450"/>
        </p:xfrm>
        <a:graphic>
          <a:graphicData uri="http://schemas.openxmlformats.org/presentationml/2006/ole">
            <mc:AlternateContent xmlns:mc="http://schemas.openxmlformats.org/markup-compatibility/2006">
              <mc:Choice xmlns:v="urn:schemas-microsoft-com:vml" Requires="v">
                <p:oleObj spid="_x0000_s28678" name="公式" r:id="rId11" imgW="241200" imgH="177480" progId="Equation.3">
                  <p:embed/>
                </p:oleObj>
              </mc:Choice>
              <mc:Fallback>
                <p:oleObj name="公式" r:id="rId11" imgW="241200" imgH="177480" progId="Equation.3">
                  <p:embed/>
                  <p:pic>
                    <p:nvPicPr>
                      <p:cNvPr id="567309" name="Object 13">
                        <a:extLst>
                          <a:ext uri="{FF2B5EF4-FFF2-40B4-BE49-F238E27FC236}">
                            <a16:creationId xmlns:a16="http://schemas.microsoft.com/office/drawing/2014/main" id="{316A6FC9-5F15-45D7-9840-68C3ABF5BD3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625013" y="3357563"/>
                        <a:ext cx="576262" cy="42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7310" name="Rectangle 14">
            <a:extLst>
              <a:ext uri="{FF2B5EF4-FFF2-40B4-BE49-F238E27FC236}">
                <a16:creationId xmlns:a16="http://schemas.microsoft.com/office/drawing/2014/main" id="{901C6E51-4E37-4C1C-8153-43E7303E148B}"/>
              </a:ext>
            </a:extLst>
          </p:cNvPr>
          <p:cNvSpPr>
            <a:spLocks noChangeArrowheads="1"/>
          </p:cNvSpPr>
          <p:nvPr/>
        </p:nvSpPr>
        <p:spPr bwMode="auto">
          <a:xfrm>
            <a:off x="1919289" y="4078288"/>
            <a:ext cx="5413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sz="2800" b="1">
                <a:latin typeface="楷体_GB2312" pitchFamily="49" charset="-122"/>
                <a:ea typeface="楷体_GB2312" pitchFamily="49" charset="-122"/>
              </a:rPr>
              <a:t>即</a:t>
            </a:r>
          </a:p>
        </p:txBody>
      </p:sp>
      <p:graphicFrame>
        <p:nvGraphicFramePr>
          <p:cNvPr id="567311" name="Object 15">
            <a:extLst>
              <a:ext uri="{FF2B5EF4-FFF2-40B4-BE49-F238E27FC236}">
                <a16:creationId xmlns:a16="http://schemas.microsoft.com/office/drawing/2014/main" id="{93328BC4-DC4F-415A-B5CC-633E468361E0}"/>
              </a:ext>
            </a:extLst>
          </p:cNvPr>
          <p:cNvGraphicFramePr>
            <a:graphicFrameLocks noChangeAspect="1"/>
          </p:cNvGraphicFramePr>
          <p:nvPr/>
        </p:nvGraphicFramePr>
        <p:xfrm>
          <a:off x="2495550" y="4652963"/>
          <a:ext cx="4745038" cy="1771650"/>
        </p:xfrm>
        <a:graphic>
          <a:graphicData uri="http://schemas.openxmlformats.org/presentationml/2006/ole">
            <mc:AlternateContent xmlns:mc="http://schemas.openxmlformats.org/markup-compatibility/2006">
              <mc:Choice xmlns:v="urn:schemas-microsoft-com:vml" Requires="v">
                <p:oleObj spid="_x0000_s28679" name="公式" r:id="rId13" imgW="2298600" imgH="863280" progId="Equation.3">
                  <p:embed/>
                </p:oleObj>
              </mc:Choice>
              <mc:Fallback>
                <p:oleObj name="公式" r:id="rId13" imgW="2298600" imgH="863280" progId="Equation.3">
                  <p:embed/>
                  <p:pic>
                    <p:nvPicPr>
                      <p:cNvPr id="567311" name="Object 15">
                        <a:extLst>
                          <a:ext uri="{FF2B5EF4-FFF2-40B4-BE49-F238E27FC236}">
                            <a16:creationId xmlns:a16="http://schemas.microsoft.com/office/drawing/2014/main" id="{93328BC4-DC4F-415A-B5CC-633E468361E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95550" y="4652963"/>
                        <a:ext cx="4745038" cy="177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7312" name="Rectangle 16">
            <a:extLst>
              <a:ext uri="{FF2B5EF4-FFF2-40B4-BE49-F238E27FC236}">
                <a16:creationId xmlns:a16="http://schemas.microsoft.com/office/drawing/2014/main" id="{4FD738A7-8D85-4AB1-A20E-8DACED1789BB}"/>
              </a:ext>
            </a:extLst>
          </p:cNvPr>
          <p:cNvSpPr>
            <a:spLocks noChangeArrowheads="1"/>
          </p:cNvSpPr>
          <p:nvPr/>
        </p:nvSpPr>
        <p:spPr bwMode="auto">
          <a:xfrm>
            <a:off x="7680326" y="5300663"/>
            <a:ext cx="16176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2800" b="1">
                <a:latin typeface="楷体_GB2312" pitchFamily="49" charset="-122"/>
                <a:ea typeface="楷体_GB2312" pitchFamily="49" charset="-122"/>
              </a:rPr>
              <a:t>所以</a:t>
            </a:r>
          </a:p>
        </p:txBody>
      </p:sp>
      <p:graphicFrame>
        <p:nvGraphicFramePr>
          <p:cNvPr id="567313" name="Object 17">
            <a:extLst>
              <a:ext uri="{FF2B5EF4-FFF2-40B4-BE49-F238E27FC236}">
                <a16:creationId xmlns:a16="http://schemas.microsoft.com/office/drawing/2014/main" id="{B93FA3CC-6017-42F6-B619-1A7B63AB5B25}"/>
              </a:ext>
            </a:extLst>
          </p:cNvPr>
          <p:cNvGraphicFramePr>
            <a:graphicFrameLocks noChangeAspect="1"/>
          </p:cNvGraphicFramePr>
          <p:nvPr/>
        </p:nvGraphicFramePr>
        <p:xfrm>
          <a:off x="8904288" y="5229225"/>
          <a:ext cx="1001712" cy="615950"/>
        </p:xfrm>
        <a:graphic>
          <a:graphicData uri="http://schemas.openxmlformats.org/presentationml/2006/ole">
            <mc:AlternateContent xmlns:mc="http://schemas.openxmlformats.org/markup-compatibility/2006">
              <mc:Choice xmlns:v="urn:schemas-microsoft-com:vml" Requires="v">
                <p:oleObj spid="_x0000_s28680" name="公式" r:id="rId15" imgW="393480" imgH="241200" progId="Equation.3">
                  <p:embed/>
                </p:oleObj>
              </mc:Choice>
              <mc:Fallback>
                <p:oleObj name="公式" r:id="rId15" imgW="393480" imgH="241200" progId="Equation.3">
                  <p:embed/>
                  <p:pic>
                    <p:nvPicPr>
                      <p:cNvPr id="567313" name="Object 17">
                        <a:extLst>
                          <a:ext uri="{FF2B5EF4-FFF2-40B4-BE49-F238E27FC236}">
                            <a16:creationId xmlns:a16="http://schemas.microsoft.com/office/drawing/2014/main" id="{B93FA3CC-6017-42F6-B619-1A7B63AB5B2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904288" y="5229225"/>
                        <a:ext cx="1001712" cy="615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67314" name="Group 18">
            <a:extLst>
              <a:ext uri="{FF2B5EF4-FFF2-40B4-BE49-F238E27FC236}">
                <a16:creationId xmlns:a16="http://schemas.microsoft.com/office/drawing/2014/main" id="{9D822DE9-BE96-425B-AF7C-303A26CE9CB6}"/>
              </a:ext>
            </a:extLst>
          </p:cNvPr>
          <p:cNvGrpSpPr>
            <a:grpSpLocks/>
          </p:cNvGrpSpPr>
          <p:nvPr/>
        </p:nvGrpSpPr>
        <p:grpSpPr bwMode="auto">
          <a:xfrm>
            <a:off x="2081212" y="908050"/>
            <a:ext cx="1631950" cy="615950"/>
            <a:chOff x="260" y="572"/>
            <a:chExt cx="1028" cy="388"/>
          </a:xfrm>
        </p:grpSpPr>
        <p:graphicFrame>
          <p:nvGraphicFramePr>
            <p:cNvPr id="567315" name="Object 19">
              <a:extLst>
                <a:ext uri="{FF2B5EF4-FFF2-40B4-BE49-F238E27FC236}">
                  <a16:creationId xmlns:a16="http://schemas.microsoft.com/office/drawing/2014/main" id="{82BE35EC-2134-447E-97E0-BFA7BA83FF30}"/>
                </a:ext>
              </a:extLst>
            </p:cNvPr>
            <p:cNvGraphicFramePr>
              <a:graphicFrameLocks noChangeAspect="1"/>
            </p:cNvGraphicFramePr>
            <p:nvPr/>
          </p:nvGraphicFramePr>
          <p:xfrm>
            <a:off x="657" y="572"/>
            <a:ext cx="631" cy="388"/>
          </p:xfrm>
          <a:graphic>
            <a:graphicData uri="http://schemas.openxmlformats.org/presentationml/2006/ole">
              <mc:AlternateContent xmlns:mc="http://schemas.openxmlformats.org/markup-compatibility/2006">
                <mc:Choice xmlns:v="urn:schemas-microsoft-com:vml" Requires="v">
                  <p:oleObj spid="_x0000_s28681" name="公式" r:id="rId17" imgW="393480" imgH="241200" progId="Equation.3">
                    <p:embed/>
                  </p:oleObj>
                </mc:Choice>
                <mc:Fallback>
                  <p:oleObj name="公式" r:id="rId17" imgW="393480" imgH="241200" progId="Equation.3">
                    <p:embed/>
                    <p:pic>
                      <p:nvPicPr>
                        <p:cNvPr id="567315" name="Object 19">
                          <a:extLst>
                            <a:ext uri="{FF2B5EF4-FFF2-40B4-BE49-F238E27FC236}">
                              <a16:creationId xmlns:a16="http://schemas.microsoft.com/office/drawing/2014/main" id="{82BE35EC-2134-447E-97E0-BFA7BA83FF3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57" y="572"/>
                          <a:ext cx="631" cy="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7316" name="Rectangle 20">
              <a:extLst>
                <a:ext uri="{FF2B5EF4-FFF2-40B4-BE49-F238E27FC236}">
                  <a16:creationId xmlns:a16="http://schemas.microsoft.com/office/drawing/2014/main" id="{DD531E87-5E9F-4B9F-9861-2DB5E5D0FF77}"/>
                </a:ext>
              </a:extLst>
            </p:cNvPr>
            <p:cNvSpPr>
              <a:spLocks noChangeArrowheads="1"/>
            </p:cNvSpPr>
            <p:nvPr/>
          </p:nvSpPr>
          <p:spPr bwMode="auto">
            <a:xfrm>
              <a:off x="260" y="616"/>
              <a:ext cx="32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2800" b="1">
                  <a:latin typeface="楷体_GB2312" pitchFamily="49" charset="-122"/>
                  <a:ea typeface="楷体_GB2312" pitchFamily="49" charset="-122"/>
                </a:rPr>
                <a:t>1.</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567305"/>
                                        </p:tgtEl>
                                        <p:attrNameLst>
                                          <p:attrName>style.visibility</p:attrName>
                                        </p:attrNameLst>
                                      </p:cBhvr>
                                      <p:to>
                                        <p:strVal val="visible"/>
                                      </p:to>
                                    </p:set>
                                    <p:animEffect transition="in" filter="slide(fromRight)">
                                      <p:cBhvr>
                                        <p:cTn id="7" dur="1000"/>
                                        <p:tgtEl>
                                          <p:spTgt spid="5673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67314"/>
                                        </p:tgtEl>
                                        <p:attrNameLst>
                                          <p:attrName>style.visibility</p:attrName>
                                        </p:attrNameLst>
                                      </p:cBhvr>
                                      <p:to>
                                        <p:strVal val="visible"/>
                                      </p:to>
                                    </p:set>
                                    <p:animEffect transition="in" filter="wipe(left)">
                                      <p:cBhvr>
                                        <p:cTn id="12" dur="1000"/>
                                        <p:tgtEl>
                                          <p:spTgt spid="5673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67306"/>
                                        </p:tgtEl>
                                        <p:attrNameLst>
                                          <p:attrName>style.visibility</p:attrName>
                                        </p:attrNameLst>
                                      </p:cBhvr>
                                      <p:to>
                                        <p:strVal val="visible"/>
                                      </p:to>
                                    </p:set>
                                    <p:animEffect transition="in" filter="wipe(left)">
                                      <p:cBhvr>
                                        <p:cTn id="17" dur="1000"/>
                                        <p:tgtEl>
                                          <p:spTgt spid="56730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67307"/>
                                        </p:tgtEl>
                                        <p:attrNameLst>
                                          <p:attrName>style.visibility</p:attrName>
                                        </p:attrNameLst>
                                      </p:cBhvr>
                                      <p:to>
                                        <p:strVal val="visible"/>
                                      </p:to>
                                    </p:set>
                                    <p:animEffect transition="in" filter="wipe(left)">
                                      <p:cBhvr>
                                        <p:cTn id="22" dur="1000"/>
                                        <p:tgtEl>
                                          <p:spTgt spid="567307"/>
                                        </p:tgtEl>
                                      </p:cBhvr>
                                    </p:animEffect>
                                  </p:childTnLst>
                                </p:cTn>
                              </p:par>
                            </p:childTnLst>
                          </p:cTn>
                        </p:par>
                        <p:par>
                          <p:cTn id="23" fill="hold" nodeType="afterGroup">
                            <p:stCondLst>
                              <p:cond delay="1000"/>
                            </p:stCondLst>
                            <p:childTnLst>
                              <p:par>
                                <p:cTn id="24" presetID="12" presetClass="entr" presetSubtype="4" fill="hold" nodeType="afterEffect">
                                  <p:stCondLst>
                                    <p:cond delay="0"/>
                                  </p:stCondLst>
                                  <p:childTnLst>
                                    <p:set>
                                      <p:cBhvr>
                                        <p:cTn id="25" dur="1" fill="hold">
                                          <p:stCondLst>
                                            <p:cond delay="0"/>
                                          </p:stCondLst>
                                        </p:cTn>
                                        <p:tgtEl>
                                          <p:spTgt spid="567300"/>
                                        </p:tgtEl>
                                        <p:attrNameLst>
                                          <p:attrName>style.visibility</p:attrName>
                                        </p:attrNameLst>
                                      </p:cBhvr>
                                      <p:to>
                                        <p:strVal val="visible"/>
                                      </p:to>
                                    </p:set>
                                    <p:animEffect transition="in" filter="slide(fromBottom)">
                                      <p:cBhvr>
                                        <p:cTn id="26" dur="1000"/>
                                        <p:tgtEl>
                                          <p:spTgt spid="567300"/>
                                        </p:tgtEl>
                                      </p:cBhvr>
                                    </p:animEffect>
                                  </p:childTnLst>
                                </p:cTn>
                              </p:par>
                            </p:childTnLst>
                          </p:cTn>
                        </p:par>
                        <p:par>
                          <p:cTn id="27" fill="hold" nodeType="afterGroup">
                            <p:stCondLst>
                              <p:cond delay="2000"/>
                            </p:stCondLst>
                            <p:childTnLst>
                              <p:par>
                                <p:cTn id="28" presetID="22" presetClass="entr" presetSubtype="8" fill="hold" nodeType="afterEffect">
                                  <p:stCondLst>
                                    <p:cond delay="0"/>
                                  </p:stCondLst>
                                  <p:childTnLst>
                                    <p:set>
                                      <p:cBhvr>
                                        <p:cTn id="29" dur="1" fill="hold">
                                          <p:stCondLst>
                                            <p:cond delay="0"/>
                                          </p:stCondLst>
                                        </p:cTn>
                                        <p:tgtEl>
                                          <p:spTgt spid="567304"/>
                                        </p:tgtEl>
                                        <p:attrNameLst>
                                          <p:attrName>style.visibility</p:attrName>
                                        </p:attrNameLst>
                                      </p:cBhvr>
                                      <p:to>
                                        <p:strVal val="visible"/>
                                      </p:to>
                                    </p:set>
                                    <p:animEffect transition="in" filter="wipe(left)">
                                      <p:cBhvr>
                                        <p:cTn id="30" dur="500"/>
                                        <p:tgtEl>
                                          <p:spTgt spid="56730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567308"/>
                                        </p:tgtEl>
                                        <p:attrNameLst>
                                          <p:attrName>style.visibility</p:attrName>
                                        </p:attrNameLst>
                                      </p:cBhvr>
                                      <p:to>
                                        <p:strVal val="visible"/>
                                      </p:to>
                                    </p:set>
                                    <p:animEffect transition="in" filter="wipe(left)">
                                      <p:cBhvr>
                                        <p:cTn id="35" dur="500"/>
                                        <p:tgtEl>
                                          <p:spTgt spid="56730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567301"/>
                                        </p:tgtEl>
                                        <p:attrNameLst>
                                          <p:attrName>style.visibility</p:attrName>
                                        </p:attrNameLst>
                                      </p:cBhvr>
                                      <p:to>
                                        <p:strVal val="visible"/>
                                      </p:to>
                                    </p:set>
                                    <p:animEffect transition="in" filter="wipe(left)">
                                      <p:cBhvr>
                                        <p:cTn id="40" dur="1000"/>
                                        <p:tgtEl>
                                          <p:spTgt spid="567301"/>
                                        </p:tgtEl>
                                      </p:cBhvr>
                                    </p:animEffect>
                                  </p:childTnLst>
                                </p:cTn>
                              </p:par>
                            </p:childTnLst>
                          </p:cTn>
                        </p:par>
                        <p:par>
                          <p:cTn id="41" fill="hold" nodeType="afterGroup">
                            <p:stCondLst>
                              <p:cond delay="1000"/>
                            </p:stCondLst>
                            <p:childTnLst>
                              <p:par>
                                <p:cTn id="42" presetID="22" presetClass="entr" presetSubtype="8" fill="hold" nodeType="afterEffect">
                                  <p:stCondLst>
                                    <p:cond delay="0"/>
                                  </p:stCondLst>
                                  <p:childTnLst>
                                    <p:set>
                                      <p:cBhvr>
                                        <p:cTn id="43" dur="1" fill="hold">
                                          <p:stCondLst>
                                            <p:cond delay="0"/>
                                          </p:stCondLst>
                                        </p:cTn>
                                        <p:tgtEl>
                                          <p:spTgt spid="567309"/>
                                        </p:tgtEl>
                                        <p:attrNameLst>
                                          <p:attrName>style.visibility</p:attrName>
                                        </p:attrNameLst>
                                      </p:cBhvr>
                                      <p:to>
                                        <p:strVal val="visible"/>
                                      </p:to>
                                    </p:set>
                                    <p:animEffect transition="in" filter="wipe(left)">
                                      <p:cBhvr>
                                        <p:cTn id="44" dur="1000"/>
                                        <p:tgtEl>
                                          <p:spTgt spid="56730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67310"/>
                                        </p:tgtEl>
                                        <p:attrNameLst>
                                          <p:attrName>style.visibility</p:attrName>
                                        </p:attrNameLst>
                                      </p:cBhvr>
                                      <p:to>
                                        <p:strVal val="visible"/>
                                      </p:to>
                                    </p:set>
                                    <p:animEffect transition="in" filter="wipe(left)">
                                      <p:cBhvr>
                                        <p:cTn id="49" dur="1000"/>
                                        <p:tgtEl>
                                          <p:spTgt spid="567310"/>
                                        </p:tgtEl>
                                      </p:cBhvr>
                                    </p:animEffect>
                                  </p:childTnLst>
                                </p:cTn>
                              </p:par>
                            </p:childTnLst>
                          </p:cTn>
                        </p:par>
                        <p:par>
                          <p:cTn id="50" fill="hold" nodeType="afterGroup">
                            <p:stCondLst>
                              <p:cond delay="1000"/>
                            </p:stCondLst>
                            <p:childTnLst>
                              <p:par>
                                <p:cTn id="51" presetID="22" presetClass="entr" presetSubtype="8" fill="hold" nodeType="afterEffect">
                                  <p:stCondLst>
                                    <p:cond delay="0"/>
                                  </p:stCondLst>
                                  <p:childTnLst>
                                    <p:set>
                                      <p:cBhvr>
                                        <p:cTn id="52" dur="1" fill="hold">
                                          <p:stCondLst>
                                            <p:cond delay="0"/>
                                          </p:stCondLst>
                                        </p:cTn>
                                        <p:tgtEl>
                                          <p:spTgt spid="567303"/>
                                        </p:tgtEl>
                                        <p:attrNameLst>
                                          <p:attrName>style.visibility</p:attrName>
                                        </p:attrNameLst>
                                      </p:cBhvr>
                                      <p:to>
                                        <p:strVal val="visible"/>
                                      </p:to>
                                    </p:set>
                                    <p:animEffect transition="in" filter="wipe(left)">
                                      <p:cBhvr>
                                        <p:cTn id="53" dur="1000"/>
                                        <p:tgtEl>
                                          <p:spTgt spid="56730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2" presetClass="entr" presetSubtype="4" fill="hold" nodeType="clickEffect">
                                  <p:stCondLst>
                                    <p:cond delay="0"/>
                                  </p:stCondLst>
                                  <p:childTnLst>
                                    <p:set>
                                      <p:cBhvr>
                                        <p:cTn id="57" dur="1" fill="hold">
                                          <p:stCondLst>
                                            <p:cond delay="0"/>
                                          </p:stCondLst>
                                        </p:cTn>
                                        <p:tgtEl>
                                          <p:spTgt spid="567311"/>
                                        </p:tgtEl>
                                        <p:attrNameLst>
                                          <p:attrName>style.visibility</p:attrName>
                                        </p:attrNameLst>
                                      </p:cBhvr>
                                      <p:to>
                                        <p:strVal val="visible"/>
                                      </p:to>
                                    </p:set>
                                    <p:animEffect transition="in" filter="slide(fromBottom)">
                                      <p:cBhvr>
                                        <p:cTn id="58" dur="500"/>
                                        <p:tgtEl>
                                          <p:spTgt spid="567311"/>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567312"/>
                                        </p:tgtEl>
                                        <p:attrNameLst>
                                          <p:attrName>style.visibility</p:attrName>
                                        </p:attrNameLst>
                                      </p:cBhvr>
                                      <p:to>
                                        <p:strVal val="visible"/>
                                      </p:to>
                                    </p:set>
                                    <p:animEffect transition="in" filter="wipe(left)">
                                      <p:cBhvr>
                                        <p:cTn id="63" dur="1000"/>
                                        <p:tgtEl>
                                          <p:spTgt spid="567312"/>
                                        </p:tgtEl>
                                      </p:cBhvr>
                                    </p:animEffect>
                                  </p:childTnLst>
                                </p:cTn>
                              </p:par>
                            </p:childTnLst>
                          </p:cTn>
                        </p:par>
                        <p:par>
                          <p:cTn id="64" fill="hold" nodeType="afterGroup">
                            <p:stCondLst>
                              <p:cond delay="1000"/>
                            </p:stCondLst>
                            <p:childTnLst>
                              <p:par>
                                <p:cTn id="65" presetID="22" presetClass="entr" presetSubtype="8" fill="hold" nodeType="afterEffect">
                                  <p:stCondLst>
                                    <p:cond delay="0"/>
                                  </p:stCondLst>
                                  <p:childTnLst>
                                    <p:set>
                                      <p:cBhvr>
                                        <p:cTn id="66" dur="1" fill="hold">
                                          <p:stCondLst>
                                            <p:cond delay="0"/>
                                          </p:stCondLst>
                                        </p:cTn>
                                        <p:tgtEl>
                                          <p:spTgt spid="567313"/>
                                        </p:tgtEl>
                                        <p:attrNameLst>
                                          <p:attrName>style.visibility</p:attrName>
                                        </p:attrNameLst>
                                      </p:cBhvr>
                                      <p:to>
                                        <p:strVal val="visible"/>
                                      </p:to>
                                    </p:set>
                                    <p:animEffect transition="in" filter="wipe(left)">
                                      <p:cBhvr>
                                        <p:cTn id="67" dur="1000"/>
                                        <p:tgtEl>
                                          <p:spTgt spid="567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305" grpId="0"/>
      <p:bldP spid="567306" grpId="0"/>
      <p:bldP spid="567307" grpId="0"/>
      <p:bldP spid="567308" grpId="0"/>
      <p:bldP spid="567310" grpId="0"/>
      <p:bldP spid="5673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2">
            <a:extLst>
              <a:ext uri="{FF2B5EF4-FFF2-40B4-BE49-F238E27FC236}">
                <a16:creationId xmlns:a16="http://schemas.microsoft.com/office/drawing/2014/main" id="{B389CBDC-39B9-476E-8365-048E94BC3315}"/>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68323" name="Rectangle 3">
            <a:extLst>
              <a:ext uri="{FF2B5EF4-FFF2-40B4-BE49-F238E27FC236}">
                <a16:creationId xmlns:a16="http://schemas.microsoft.com/office/drawing/2014/main" id="{EFCE28CD-AD87-4790-8E24-E82D5D492ECB}"/>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68324" name="Rectangle 4">
            <a:extLst>
              <a:ext uri="{FF2B5EF4-FFF2-40B4-BE49-F238E27FC236}">
                <a16:creationId xmlns:a16="http://schemas.microsoft.com/office/drawing/2014/main" id="{52DFCBD3-2B92-4EE1-8EC0-B90330F88C66}"/>
              </a:ext>
            </a:extLst>
          </p:cNvPr>
          <p:cNvSpPr>
            <a:spLocks noChangeArrowheads="1"/>
          </p:cNvSpPr>
          <p:nvPr/>
        </p:nvSpPr>
        <p:spPr bwMode="auto">
          <a:xfrm>
            <a:off x="1919288" y="333376"/>
            <a:ext cx="8748712" cy="1308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20000"/>
              </a:spcBef>
            </a:pPr>
            <a:r>
              <a:rPr lang="en-US" altLang="zh-CN" sz="2800" b="1">
                <a:ea typeface="楷体_GB2312" pitchFamily="49" charset="-122"/>
              </a:rPr>
              <a:t>2.</a:t>
            </a:r>
            <a:r>
              <a:rPr lang="zh-CN" altLang="en-US" sz="2800" b="1">
                <a:ea typeface="楷体_GB2312" pitchFamily="49" charset="-122"/>
              </a:rPr>
              <a:t>由于样本相关系数 </a:t>
            </a:r>
            <a:r>
              <a:rPr lang="en-US" altLang="zh-CN" sz="2800" b="1" i="1">
                <a:ea typeface="楷体_GB2312" pitchFamily="49" charset="-122"/>
              </a:rPr>
              <a:t>r </a:t>
            </a:r>
            <a:r>
              <a:rPr lang="zh-CN" altLang="en-US" sz="2800" b="1">
                <a:ea typeface="楷体_GB2312" pitchFamily="49" charset="-122"/>
              </a:rPr>
              <a:t>是总体相关系数</a:t>
            </a:r>
            <a:r>
              <a:rPr lang="el-GR" altLang="zh-CN" sz="2800" b="1" i="1">
                <a:ea typeface="楷体_GB2312" pitchFamily="49" charset="-122"/>
                <a:cs typeface="Times New Roman" panose="02020603050405020304" pitchFamily="18" charset="0"/>
              </a:rPr>
              <a:t>ρ</a:t>
            </a:r>
            <a:r>
              <a:rPr lang="zh-CN" altLang="en-US" sz="2800" b="1">
                <a:ea typeface="楷体_GB2312" pitchFamily="49" charset="-122"/>
              </a:rPr>
              <a:t>的矩估计量，因此样本相关系数 </a:t>
            </a:r>
            <a:r>
              <a:rPr lang="en-US" altLang="zh-CN" sz="2800" b="1" i="1">
                <a:ea typeface="楷体_GB2312" pitchFamily="49" charset="-122"/>
              </a:rPr>
              <a:t>r </a:t>
            </a:r>
            <a:r>
              <a:rPr lang="zh-CN" altLang="en-US" sz="2800" b="1">
                <a:ea typeface="楷体_GB2312" pitchFamily="49" charset="-122"/>
              </a:rPr>
              <a:t>依概率收敛于总体相关系数 </a:t>
            </a:r>
            <a:r>
              <a:rPr lang="el-GR" altLang="zh-CN" sz="2800" b="1" i="1">
                <a:ea typeface="楷体_GB2312" pitchFamily="49" charset="-122"/>
              </a:rPr>
              <a:t>ρ</a:t>
            </a:r>
            <a:r>
              <a:rPr lang="en-US" altLang="zh-CN" sz="2800" b="1">
                <a:ea typeface="楷体_GB2312" pitchFamily="49" charset="-122"/>
              </a:rPr>
              <a:t> </a:t>
            </a:r>
            <a:r>
              <a:rPr lang="zh-CN" altLang="en-US" sz="2800" b="1">
                <a:ea typeface="楷体_GB2312" pitchFamily="49" charset="-122"/>
              </a:rPr>
              <a:t>。 </a:t>
            </a:r>
          </a:p>
        </p:txBody>
      </p:sp>
      <p:sp>
        <p:nvSpPr>
          <p:cNvPr id="568325" name="Rectangle 5">
            <a:extLst>
              <a:ext uri="{FF2B5EF4-FFF2-40B4-BE49-F238E27FC236}">
                <a16:creationId xmlns:a16="http://schemas.microsoft.com/office/drawing/2014/main" id="{D6F62064-8FB7-42AC-B1A3-63DB84756102}"/>
              </a:ext>
            </a:extLst>
          </p:cNvPr>
          <p:cNvSpPr>
            <a:spLocks noChangeArrowheads="1"/>
          </p:cNvSpPr>
          <p:nvPr/>
        </p:nvSpPr>
        <p:spPr bwMode="auto">
          <a:xfrm>
            <a:off x="1919288" y="1484314"/>
            <a:ext cx="8424862" cy="1308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ea typeface="楷体_GB2312" pitchFamily="49" charset="-122"/>
              </a:rPr>
              <a:t>3.</a:t>
            </a:r>
            <a:r>
              <a:rPr lang="zh-CN" altLang="en-US" sz="2800" b="1">
                <a:ea typeface="楷体_GB2312" pitchFamily="49" charset="-122"/>
              </a:rPr>
              <a:t>当</a:t>
            </a:r>
            <a:r>
              <a:rPr lang="en-US" altLang="zh-CN" sz="2800" b="1" i="1">
                <a:ea typeface="楷体_GB2312" pitchFamily="49" charset="-122"/>
              </a:rPr>
              <a:t>r</a:t>
            </a:r>
            <a:r>
              <a:rPr lang="en-US" altLang="zh-CN" sz="2800" b="1">
                <a:ea typeface="楷体_GB2312" pitchFamily="49" charset="-122"/>
              </a:rPr>
              <a:t>  </a:t>
            </a:r>
            <a:r>
              <a:rPr lang="zh-CN" altLang="en-US" sz="2800" b="1">
                <a:ea typeface="楷体_GB2312" pitchFamily="49" charset="-122"/>
              </a:rPr>
              <a:t>接近１时，</a:t>
            </a:r>
            <a:r>
              <a:rPr lang="en-US" altLang="zh-CN" sz="2800" b="1" i="1">
                <a:ea typeface="楷体_GB2312" pitchFamily="49" charset="-122"/>
              </a:rPr>
              <a:t>x </a:t>
            </a:r>
            <a:r>
              <a:rPr lang="zh-CN" altLang="en-US" sz="2800" b="1">
                <a:ea typeface="楷体_GB2312" pitchFamily="49" charset="-122"/>
              </a:rPr>
              <a:t>与</a:t>
            </a:r>
            <a:r>
              <a:rPr lang="en-US" altLang="zh-CN" sz="2800" b="1" i="1">
                <a:ea typeface="楷体_GB2312" pitchFamily="49" charset="-122"/>
              </a:rPr>
              <a:t>y </a:t>
            </a:r>
            <a:r>
              <a:rPr lang="zh-CN" altLang="en-US" sz="2800" b="1">
                <a:ea typeface="楷体_GB2312" pitchFamily="49" charset="-122"/>
              </a:rPr>
              <a:t>线性相关关系密切，当</a:t>
            </a:r>
            <a:r>
              <a:rPr lang="en-US" altLang="zh-CN" sz="2800" b="1" i="1">
                <a:ea typeface="楷体_GB2312" pitchFamily="49" charset="-122"/>
              </a:rPr>
              <a:t>r</a:t>
            </a:r>
            <a:r>
              <a:rPr lang="en-US" altLang="zh-CN" sz="2800" b="1">
                <a:ea typeface="楷体_GB2312" pitchFamily="49" charset="-122"/>
              </a:rPr>
              <a:t> </a:t>
            </a:r>
            <a:r>
              <a:rPr lang="zh-CN" altLang="en-US" sz="2800" b="1">
                <a:ea typeface="楷体_GB2312" pitchFamily="49" charset="-122"/>
              </a:rPr>
              <a:t>接近零时，</a:t>
            </a:r>
            <a:r>
              <a:rPr lang="en-US" altLang="zh-CN" sz="2800" b="1" i="1">
                <a:ea typeface="楷体_GB2312" pitchFamily="49" charset="-122"/>
              </a:rPr>
              <a:t>x </a:t>
            </a:r>
            <a:r>
              <a:rPr lang="zh-CN" altLang="en-US" sz="2800" b="1">
                <a:ea typeface="楷体_GB2312" pitchFamily="49" charset="-122"/>
              </a:rPr>
              <a:t>与</a:t>
            </a:r>
            <a:r>
              <a:rPr lang="en-US" altLang="zh-CN" sz="2800" b="1" i="1">
                <a:ea typeface="楷体_GB2312" pitchFamily="49" charset="-122"/>
              </a:rPr>
              <a:t>y </a:t>
            </a:r>
            <a:r>
              <a:rPr lang="zh-CN" altLang="en-US" sz="2800" b="1">
                <a:ea typeface="楷体_GB2312" pitchFamily="49" charset="-122"/>
              </a:rPr>
              <a:t>线性相关关系微弱。通常规定：</a:t>
            </a:r>
          </a:p>
        </p:txBody>
      </p:sp>
      <p:sp>
        <p:nvSpPr>
          <p:cNvPr id="568326" name="Rectangle 6">
            <a:extLst>
              <a:ext uri="{FF2B5EF4-FFF2-40B4-BE49-F238E27FC236}">
                <a16:creationId xmlns:a16="http://schemas.microsoft.com/office/drawing/2014/main" id="{1416A16B-EBFC-43D2-ACE3-2E39A5B5BF09}"/>
              </a:ext>
            </a:extLst>
          </p:cNvPr>
          <p:cNvSpPr>
            <a:spLocks noChangeArrowheads="1"/>
          </p:cNvSpPr>
          <p:nvPr/>
        </p:nvSpPr>
        <p:spPr bwMode="auto">
          <a:xfrm>
            <a:off x="2135189" y="2852738"/>
            <a:ext cx="70564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a:latin typeface="楷体_GB2312" pitchFamily="49" charset="-122"/>
                <a:ea typeface="楷体_GB2312" pitchFamily="49" charset="-122"/>
              </a:rPr>
              <a:t>|</a:t>
            </a:r>
            <a:r>
              <a:rPr lang="en-US" altLang="zh-CN" sz="2800" b="1" i="1">
                <a:ea typeface="楷体_GB2312" pitchFamily="49" charset="-122"/>
              </a:rPr>
              <a:t>r</a:t>
            </a:r>
            <a:r>
              <a:rPr lang="en-US" altLang="zh-CN" sz="2800" b="1">
                <a:ea typeface="楷体_GB2312" pitchFamily="49" charset="-122"/>
              </a:rPr>
              <a:t> </a:t>
            </a:r>
            <a:r>
              <a:rPr lang="en-US" altLang="zh-CN" sz="2800" b="1">
                <a:latin typeface="楷体_GB2312" pitchFamily="49" charset="-122"/>
                <a:ea typeface="楷体_GB2312" pitchFamily="49" charset="-122"/>
              </a:rPr>
              <a:t>|</a:t>
            </a:r>
            <a:r>
              <a:rPr lang="en-US" altLang="zh-CN" sz="2800" b="1">
                <a:effectLst>
                  <a:outerShdw blurRad="38100" dist="38100" dir="2700000" algn="tl">
                    <a:srgbClr val="C0C0C0"/>
                  </a:outerShdw>
                </a:effectLst>
              </a:rPr>
              <a:t>≤</a:t>
            </a:r>
            <a:r>
              <a:rPr lang="en-US" altLang="zh-CN" b="1"/>
              <a:t>0.3</a:t>
            </a:r>
            <a:r>
              <a:rPr lang="zh-CN" altLang="en-US" sz="2800" b="1">
                <a:latin typeface="楷体_GB2312" pitchFamily="49" charset="-122"/>
                <a:ea typeface="楷体_GB2312" pitchFamily="49" charset="-122"/>
              </a:rPr>
              <a:t>时，认为是无线性相关关系。</a:t>
            </a:r>
          </a:p>
        </p:txBody>
      </p:sp>
      <p:sp>
        <p:nvSpPr>
          <p:cNvPr id="568327" name="Rectangle 7">
            <a:extLst>
              <a:ext uri="{FF2B5EF4-FFF2-40B4-BE49-F238E27FC236}">
                <a16:creationId xmlns:a16="http://schemas.microsoft.com/office/drawing/2014/main" id="{9944BDFC-CB23-4B83-ADB1-1E9039C705E2}"/>
              </a:ext>
            </a:extLst>
          </p:cNvPr>
          <p:cNvSpPr>
            <a:spLocks noChangeArrowheads="1"/>
          </p:cNvSpPr>
          <p:nvPr/>
        </p:nvSpPr>
        <p:spPr bwMode="auto">
          <a:xfrm>
            <a:off x="2135189" y="3429001"/>
            <a:ext cx="70564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t>0.3</a:t>
            </a:r>
            <a:r>
              <a:rPr lang="en-US" altLang="zh-CN" sz="2800" b="1">
                <a:latin typeface="楷体_GB2312" pitchFamily="49" charset="-122"/>
                <a:ea typeface="楷体_GB2312" pitchFamily="49" charset="-122"/>
              </a:rPr>
              <a:t>&lt;|</a:t>
            </a:r>
            <a:r>
              <a:rPr lang="en-US" altLang="zh-CN" sz="2800" b="1" i="1">
                <a:ea typeface="楷体_GB2312" pitchFamily="49" charset="-122"/>
              </a:rPr>
              <a:t>r</a:t>
            </a:r>
            <a:r>
              <a:rPr lang="en-US" altLang="zh-CN" sz="2800" b="1">
                <a:ea typeface="楷体_GB2312" pitchFamily="49" charset="-122"/>
              </a:rPr>
              <a:t> </a:t>
            </a:r>
            <a:r>
              <a:rPr lang="en-US" altLang="zh-CN" sz="2800" b="1">
                <a:latin typeface="楷体_GB2312" pitchFamily="49" charset="-122"/>
                <a:ea typeface="楷体_GB2312" pitchFamily="49" charset="-122"/>
              </a:rPr>
              <a:t>|</a:t>
            </a:r>
            <a:r>
              <a:rPr lang="en-US" altLang="zh-CN" sz="2800" b="1">
                <a:effectLst>
                  <a:outerShdw blurRad="38100" dist="38100" dir="2700000" algn="tl">
                    <a:srgbClr val="C0C0C0"/>
                  </a:outerShdw>
                </a:effectLst>
              </a:rPr>
              <a:t>≤</a:t>
            </a:r>
            <a:r>
              <a:rPr lang="en-US" altLang="zh-CN" b="1"/>
              <a:t>0.5</a:t>
            </a:r>
            <a:r>
              <a:rPr lang="zh-CN" altLang="en-US" sz="2800" b="1">
                <a:latin typeface="楷体_GB2312" pitchFamily="49" charset="-122"/>
                <a:ea typeface="楷体_GB2312" pitchFamily="49" charset="-122"/>
              </a:rPr>
              <a:t>时，称为是低度线性相关</a:t>
            </a:r>
            <a:r>
              <a:rPr lang="en-US" altLang="zh-CN" sz="2800" b="1">
                <a:latin typeface="楷体_GB2312" pitchFamily="49" charset="-122"/>
                <a:ea typeface="楷体_GB2312" pitchFamily="49" charset="-122"/>
              </a:rPr>
              <a:t>.</a:t>
            </a:r>
          </a:p>
        </p:txBody>
      </p:sp>
      <p:sp>
        <p:nvSpPr>
          <p:cNvPr id="568328" name="Rectangle 8">
            <a:extLst>
              <a:ext uri="{FF2B5EF4-FFF2-40B4-BE49-F238E27FC236}">
                <a16:creationId xmlns:a16="http://schemas.microsoft.com/office/drawing/2014/main" id="{B9D990A2-ED8C-4BF1-8C65-B24CE42A64B5}"/>
              </a:ext>
            </a:extLst>
          </p:cNvPr>
          <p:cNvSpPr>
            <a:spLocks noChangeArrowheads="1"/>
          </p:cNvSpPr>
          <p:nvPr/>
        </p:nvSpPr>
        <p:spPr bwMode="auto">
          <a:xfrm>
            <a:off x="2135188" y="4005263"/>
            <a:ext cx="7848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t>0.5</a:t>
            </a:r>
            <a:r>
              <a:rPr lang="en-US" altLang="zh-CN" sz="2800" b="1">
                <a:latin typeface="楷体_GB2312" pitchFamily="49" charset="-122"/>
                <a:ea typeface="楷体_GB2312" pitchFamily="49" charset="-122"/>
              </a:rPr>
              <a:t>&lt;|</a:t>
            </a:r>
            <a:r>
              <a:rPr lang="en-US" altLang="zh-CN" sz="2800" b="1" i="1">
                <a:ea typeface="楷体_GB2312" pitchFamily="49" charset="-122"/>
              </a:rPr>
              <a:t>r</a:t>
            </a:r>
            <a:r>
              <a:rPr lang="en-US" altLang="zh-CN" sz="2800" b="1">
                <a:ea typeface="楷体_GB2312" pitchFamily="49" charset="-122"/>
              </a:rPr>
              <a:t> </a:t>
            </a:r>
            <a:r>
              <a:rPr lang="en-US" altLang="zh-CN" sz="2800" b="1">
                <a:latin typeface="楷体_GB2312" pitchFamily="49" charset="-122"/>
                <a:ea typeface="楷体_GB2312" pitchFamily="49" charset="-122"/>
              </a:rPr>
              <a:t>|</a:t>
            </a:r>
            <a:r>
              <a:rPr lang="en-US" altLang="zh-CN" sz="2800" b="1">
                <a:effectLst>
                  <a:outerShdw blurRad="38100" dist="38100" dir="2700000" algn="tl">
                    <a:srgbClr val="C0C0C0"/>
                  </a:outerShdw>
                </a:effectLst>
              </a:rPr>
              <a:t>≤</a:t>
            </a:r>
            <a:r>
              <a:rPr lang="en-US" altLang="zh-CN" b="1"/>
              <a:t>0.8</a:t>
            </a:r>
            <a:r>
              <a:rPr lang="zh-CN" altLang="en-US" sz="2800" b="1">
                <a:latin typeface="楷体_GB2312" pitchFamily="49" charset="-122"/>
                <a:ea typeface="楷体_GB2312" pitchFamily="49" charset="-122"/>
              </a:rPr>
              <a:t>时，称为是显著线性相关。</a:t>
            </a:r>
            <a:endParaRPr lang="zh-CN" altLang="en-US" sz="2800" b="1" i="1">
              <a:ea typeface="楷体_GB2312" pitchFamily="49" charset="-122"/>
            </a:endParaRPr>
          </a:p>
        </p:txBody>
      </p:sp>
      <p:sp>
        <p:nvSpPr>
          <p:cNvPr id="568329" name="Rectangle 9">
            <a:extLst>
              <a:ext uri="{FF2B5EF4-FFF2-40B4-BE49-F238E27FC236}">
                <a16:creationId xmlns:a16="http://schemas.microsoft.com/office/drawing/2014/main" id="{A9E0747C-9A14-4599-9E9F-3178618D7B2C}"/>
              </a:ext>
            </a:extLst>
          </p:cNvPr>
          <p:cNvSpPr>
            <a:spLocks noChangeArrowheads="1"/>
          </p:cNvSpPr>
          <p:nvPr/>
        </p:nvSpPr>
        <p:spPr bwMode="auto">
          <a:xfrm>
            <a:off x="2063750" y="4579938"/>
            <a:ext cx="80645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a:latin typeface="楷体_GB2312" pitchFamily="49" charset="-122"/>
                <a:ea typeface="楷体_GB2312" pitchFamily="49" charset="-122"/>
              </a:rPr>
              <a:t>|</a:t>
            </a:r>
            <a:r>
              <a:rPr lang="en-US" altLang="zh-CN" sz="2800" b="1" i="1">
                <a:ea typeface="楷体_GB2312" pitchFamily="49" charset="-122"/>
              </a:rPr>
              <a:t>r</a:t>
            </a:r>
            <a:r>
              <a:rPr lang="en-US" altLang="zh-CN" sz="2800" b="1">
                <a:ea typeface="楷体_GB2312" pitchFamily="49" charset="-122"/>
              </a:rPr>
              <a:t> </a:t>
            </a:r>
            <a:r>
              <a:rPr lang="en-US" altLang="zh-CN" sz="2800" b="1">
                <a:latin typeface="楷体_GB2312" pitchFamily="49" charset="-122"/>
                <a:ea typeface="楷体_GB2312" pitchFamily="49" charset="-122"/>
              </a:rPr>
              <a:t>|</a:t>
            </a:r>
            <a:r>
              <a:rPr lang="en-US" altLang="zh-CN" sz="2800" b="1">
                <a:effectLst>
                  <a:outerShdw blurRad="38100" dist="38100" dir="2700000" algn="tl">
                    <a:srgbClr val="C0C0C0"/>
                  </a:outerShdw>
                </a:effectLst>
              </a:rPr>
              <a:t>&gt;</a:t>
            </a:r>
            <a:r>
              <a:rPr lang="en-US" altLang="zh-CN" b="1"/>
              <a:t>0.8</a:t>
            </a:r>
            <a:r>
              <a:rPr lang="zh-CN" altLang="en-US" sz="2800" b="1">
                <a:latin typeface="楷体_GB2312" pitchFamily="49" charset="-122"/>
                <a:ea typeface="楷体_GB2312" pitchFamily="49" charset="-122"/>
              </a:rPr>
              <a:t>时，称为是高度线性相关。</a:t>
            </a:r>
          </a:p>
        </p:txBody>
      </p:sp>
      <p:sp>
        <p:nvSpPr>
          <p:cNvPr id="568330" name="Rectangle 10">
            <a:extLst>
              <a:ext uri="{FF2B5EF4-FFF2-40B4-BE49-F238E27FC236}">
                <a16:creationId xmlns:a16="http://schemas.microsoft.com/office/drawing/2014/main" id="{5FEBB544-217A-445A-91D3-A3D405DA5236}"/>
              </a:ext>
            </a:extLst>
          </p:cNvPr>
          <p:cNvSpPr>
            <a:spLocks noChangeArrowheads="1"/>
          </p:cNvSpPr>
          <p:nvPr/>
        </p:nvSpPr>
        <p:spPr bwMode="auto">
          <a:xfrm>
            <a:off x="2063750" y="5156201"/>
            <a:ext cx="80645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a:latin typeface="楷体_GB2312" pitchFamily="49" charset="-122"/>
                <a:ea typeface="楷体_GB2312" pitchFamily="49" charset="-122"/>
              </a:rPr>
              <a:t>|</a:t>
            </a:r>
            <a:r>
              <a:rPr lang="en-US" altLang="zh-CN" sz="2800" b="1" i="1">
                <a:ea typeface="楷体_GB2312" pitchFamily="49" charset="-122"/>
              </a:rPr>
              <a:t>r</a:t>
            </a:r>
            <a:r>
              <a:rPr lang="en-US" altLang="zh-CN" sz="2800" b="1">
                <a:ea typeface="楷体_GB2312" pitchFamily="49" charset="-122"/>
              </a:rPr>
              <a:t> </a:t>
            </a:r>
            <a:r>
              <a:rPr lang="en-US" altLang="zh-CN" sz="2800" b="1">
                <a:latin typeface="楷体_GB2312" pitchFamily="49" charset="-122"/>
                <a:ea typeface="楷体_GB2312" pitchFamily="49" charset="-122"/>
              </a:rPr>
              <a:t>|</a:t>
            </a:r>
            <a:r>
              <a:rPr lang="en-US" altLang="zh-CN" sz="2800" b="1">
                <a:effectLst>
                  <a:outerShdw blurRad="38100" dist="38100" dir="2700000" algn="tl">
                    <a:srgbClr val="C0C0C0"/>
                  </a:outerShdw>
                </a:effectLst>
              </a:rPr>
              <a:t>=1</a:t>
            </a:r>
            <a:r>
              <a:rPr lang="zh-CN" altLang="en-US" sz="2800" b="1">
                <a:latin typeface="楷体_GB2312" pitchFamily="49" charset="-122"/>
                <a:ea typeface="楷体_GB2312" pitchFamily="49" charset="-122"/>
              </a:rPr>
              <a:t>时，称为是完全线性相关。</a:t>
            </a:r>
          </a:p>
        </p:txBody>
      </p:sp>
      <p:sp>
        <p:nvSpPr>
          <p:cNvPr id="568331" name="Rectangle 11">
            <a:extLst>
              <a:ext uri="{FF2B5EF4-FFF2-40B4-BE49-F238E27FC236}">
                <a16:creationId xmlns:a16="http://schemas.microsoft.com/office/drawing/2014/main" id="{7DA09066-C2FE-4E19-9213-1F7B4CB1708B}"/>
              </a:ext>
            </a:extLst>
          </p:cNvPr>
          <p:cNvSpPr>
            <a:spLocks noChangeArrowheads="1"/>
          </p:cNvSpPr>
          <p:nvPr/>
        </p:nvSpPr>
        <p:spPr bwMode="auto">
          <a:xfrm>
            <a:off x="2135188" y="5734051"/>
            <a:ext cx="85328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a:ea typeface="楷体_GB2312" pitchFamily="49" charset="-122"/>
              </a:rPr>
              <a:t>4.</a:t>
            </a:r>
            <a:r>
              <a:rPr lang="zh-CN" altLang="en-US" sz="2800" b="1">
                <a:ea typeface="楷体_GB2312" pitchFamily="49" charset="-122"/>
              </a:rPr>
              <a:t>当 </a:t>
            </a:r>
            <a:r>
              <a:rPr lang="en-US" altLang="zh-CN" sz="2800" b="1" i="1">
                <a:ea typeface="楷体_GB2312" pitchFamily="49" charset="-122"/>
              </a:rPr>
              <a:t>r </a:t>
            </a:r>
            <a:r>
              <a:rPr lang="en-US" altLang="zh-CN" sz="2800" b="1">
                <a:ea typeface="楷体_GB2312" pitchFamily="49" charset="-122"/>
              </a:rPr>
              <a:t>&gt; 0</a:t>
            </a:r>
            <a:r>
              <a:rPr lang="zh-CN" altLang="en-US" sz="2800" b="1">
                <a:ea typeface="楷体_GB2312" pitchFamily="49" charset="-122"/>
              </a:rPr>
              <a:t>时 </a:t>
            </a:r>
            <a:r>
              <a:rPr lang="en-US" altLang="zh-CN" sz="2800" b="1" i="1">
                <a:ea typeface="楷体_GB2312" pitchFamily="49" charset="-122"/>
              </a:rPr>
              <a:t>x </a:t>
            </a:r>
            <a:r>
              <a:rPr lang="zh-CN" altLang="en-US" sz="2800" b="1">
                <a:ea typeface="楷体_GB2312" pitchFamily="49" charset="-122"/>
              </a:rPr>
              <a:t>与 </a:t>
            </a:r>
            <a:r>
              <a:rPr lang="en-US" altLang="zh-CN" sz="2800" b="1" i="1">
                <a:ea typeface="楷体_GB2312" pitchFamily="49" charset="-122"/>
              </a:rPr>
              <a:t>y </a:t>
            </a:r>
            <a:r>
              <a:rPr lang="zh-CN" altLang="en-US" sz="2800" b="1">
                <a:ea typeface="楷体_GB2312" pitchFamily="49" charset="-122"/>
              </a:rPr>
              <a:t>正相关，当 </a:t>
            </a:r>
            <a:r>
              <a:rPr lang="en-US" altLang="zh-CN" sz="2800" b="1" i="1">
                <a:ea typeface="楷体_GB2312" pitchFamily="49" charset="-122"/>
              </a:rPr>
              <a:t>r </a:t>
            </a:r>
            <a:r>
              <a:rPr lang="en-US" altLang="zh-CN" sz="2800" b="1">
                <a:ea typeface="楷体_GB2312" pitchFamily="49" charset="-122"/>
              </a:rPr>
              <a:t>&lt; 0</a:t>
            </a:r>
            <a:r>
              <a:rPr lang="zh-CN" altLang="en-US" sz="2800" b="1">
                <a:ea typeface="楷体_GB2312" pitchFamily="49" charset="-122"/>
              </a:rPr>
              <a:t>时 </a:t>
            </a:r>
            <a:r>
              <a:rPr lang="en-US" altLang="zh-CN" sz="2800" b="1" i="1">
                <a:ea typeface="楷体_GB2312" pitchFamily="49" charset="-122"/>
              </a:rPr>
              <a:t>x </a:t>
            </a:r>
            <a:r>
              <a:rPr lang="zh-CN" altLang="en-US" sz="2800" b="1">
                <a:ea typeface="楷体_GB2312" pitchFamily="49" charset="-122"/>
              </a:rPr>
              <a:t>与 </a:t>
            </a:r>
            <a:r>
              <a:rPr lang="en-US" altLang="zh-CN" sz="2800" b="1" i="1">
                <a:ea typeface="楷体_GB2312" pitchFamily="49" charset="-122"/>
              </a:rPr>
              <a:t>y </a:t>
            </a:r>
            <a:r>
              <a:rPr lang="zh-CN" altLang="en-US" sz="2800" b="1">
                <a:ea typeface="楷体_GB2312" pitchFamily="49" charset="-122"/>
              </a:rPr>
              <a:t>负相关。</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568324"/>
                                        </p:tgtEl>
                                        <p:attrNameLst>
                                          <p:attrName>style.visibility</p:attrName>
                                        </p:attrNameLst>
                                      </p:cBhvr>
                                      <p:to>
                                        <p:strVal val="visible"/>
                                      </p:to>
                                    </p:set>
                                    <p:anim calcmode="discrete" valueType="clr">
                                      <p:cBhvr override="childStyle">
                                        <p:cTn id="7" dur="80"/>
                                        <p:tgtEl>
                                          <p:spTgt spid="56832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568324"/>
                                        </p:tgtEl>
                                        <p:attrNameLst>
                                          <p:attrName>fillcolor</p:attrName>
                                        </p:attrNameLst>
                                      </p:cBhvr>
                                      <p:tavLst>
                                        <p:tav tm="0">
                                          <p:val>
                                            <p:clrVal>
                                              <a:schemeClr val="accent2"/>
                                            </p:clrVal>
                                          </p:val>
                                        </p:tav>
                                        <p:tav tm="50000">
                                          <p:val>
                                            <p:clrVal>
                                              <a:schemeClr val="hlink"/>
                                            </p:clrVal>
                                          </p:val>
                                        </p:tav>
                                      </p:tavLst>
                                    </p:anim>
                                    <p:set>
                                      <p:cBhvr>
                                        <p:cTn id="9" dur="80"/>
                                        <p:tgtEl>
                                          <p:spTgt spid="568324"/>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568325"/>
                                        </p:tgtEl>
                                        <p:attrNameLst>
                                          <p:attrName>style.visibility</p:attrName>
                                        </p:attrNameLst>
                                      </p:cBhvr>
                                      <p:to>
                                        <p:strVal val="visible"/>
                                      </p:to>
                                    </p:set>
                                    <p:anim calcmode="discrete" valueType="clr">
                                      <p:cBhvr override="childStyle">
                                        <p:cTn id="14" dur="80"/>
                                        <p:tgtEl>
                                          <p:spTgt spid="568325"/>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568325"/>
                                        </p:tgtEl>
                                        <p:attrNameLst>
                                          <p:attrName>fillcolor</p:attrName>
                                        </p:attrNameLst>
                                      </p:cBhvr>
                                      <p:tavLst>
                                        <p:tav tm="0">
                                          <p:val>
                                            <p:clrVal>
                                              <a:schemeClr val="accent2"/>
                                            </p:clrVal>
                                          </p:val>
                                        </p:tav>
                                        <p:tav tm="50000">
                                          <p:val>
                                            <p:clrVal>
                                              <a:schemeClr val="hlink"/>
                                            </p:clrVal>
                                          </p:val>
                                        </p:tav>
                                      </p:tavLst>
                                    </p:anim>
                                    <p:set>
                                      <p:cBhvr>
                                        <p:cTn id="16" dur="80"/>
                                        <p:tgtEl>
                                          <p:spTgt spid="568325"/>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68326"/>
                                        </p:tgtEl>
                                        <p:attrNameLst>
                                          <p:attrName>style.visibility</p:attrName>
                                        </p:attrNameLst>
                                      </p:cBhvr>
                                      <p:to>
                                        <p:strVal val="visible"/>
                                      </p:to>
                                    </p:set>
                                    <p:animEffect transition="in" filter="wipe(left)">
                                      <p:cBhvr>
                                        <p:cTn id="21" dur="1000"/>
                                        <p:tgtEl>
                                          <p:spTgt spid="568326"/>
                                        </p:tgtEl>
                                      </p:cBhvr>
                                    </p:animEffect>
                                  </p:childTnLst>
                                </p:cTn>
                              </p:par>
                            </p:childTnLst>
                          </p:cTn>
                        </p:par>
                        <p:par>
                          <p:cTn id="22" fill="hold" nodeType="afterGroup">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568327"/>
                                        </p:tgtEl>
                                        <p:attrNameLst>
                                          <p:attrName>style.visibility</p:attrName>
                                        </p:attrNameLst>
                                      </p:cBhvr>
                                      <p:to>
                                        <p:strVal val="visible"/>
                                      </p:to>
                                    </p:set>
                                    <p:animEffect transition="in" filter="wipe(left)">
                                      <p:cBhvr>
                                        <p:cTn id="25" dur="1000"/>
                                        <p:tgtEl>
                                          <p:spTgt spid="568327"/>
                                        </p:tgtEl>
                                      </p:cBhvr>
                                    </p:animEffect>
                                  </p:childTnLst>
                                </p:cTn>
                              </p:par>
                            </p:childTnLst>
                          </p:cTn>
                        </p:par>
                        <p:par>
                          <p:cTn id="26" fill="hold" nodeType="afterGroup">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568328"/>
                                        </p:tgtEl>
                                        <p:attrNameLst>
                                          <p:attrName>style.visibility</p:attrName>
                                        </p:attrNameLst>
                                      </p:cBhvr>
                                      <p:to>
                                        <p:strVal val="visible"/>
                                      </p:to>
                                    </p:set>
                                    <p:animEffect transition="in" filter="wipe(left)">
                                      <p:cBhvr>
                                        <p:cTn id="29" dur="1000"/>
                                        <p:tgtEl>
                                          <p:spTgt spid="568328"/>
                                        </p:tgtEl>
                                      </p:cBhvr>
                                    </p:animEffect>
                                  </p:childTnLst>
                                </p:cTn>
                              </p:par>
                            </p:childTnLst>
                          </p:cTn>
                        </p:par>
                        <p:par>
                          <p:cTn id="30" fill="hold" nodeType="afterGroup">
                            <p:stCondLst>
                              <p:cond delay="3000"/>
                            </p:stCondLst>
                            <p:childTnLst>
                              <p:par>
                                <p:cTn id="31" presetID="22" presetClass="entr" presetSubtype="8" fill="hold" grpId="0" nodeType="afterEffect">
                                  <p:stCondLst>
                                    <p:cond delay="0"/>
                                  </p:stCondLst>
                                  <p:childTnLst>
                                    <p:set>
                                      <p:cBhvr>
                                        <p:cTn id="32" dur="1" fill="hold">
                                          <p:stCondLst>
                                            <p:cond delay="0"/>
                                          </p:stCondLst>
                                        </p:cTn>
                                        <p:tgtEl>
                                          <p:spTgt spid="568329"/>
                                        </p:tgtEl>
                                        <p:attrNameLst>
                                          <p:attrName>style.visibility</p:attrName>
                                        </p:attrNameLst>
                                      </p:cBhvr>
                                      <p:to>
                                        <p:strVal val="visible"/>
                                      </p:to>
                                    </p:set>
                                    <p:animEffect transition="in" filter="wipe(left)">
                                      <p:cBhvr>
                                        <p:cTn id="33" dur="1000"/>
                                        <p:tgtEl>
                                          <p:spTgt spid="568329"/>
                                        </p:tgtEl>
                                      </p:cBhvr>
                                    </p:animEffect>
                                  </p:childTnLst>
                                </p:cTn>
                              </p:par>
                            </p:childTnLst>
                          </p:cTn>
                        </p:par>
                        <p:par>
                          <p:cTn id="34" fill="hold" nodeType="afterGroup">
                            <p:stCondLst>
                              <p:cond delay="4000"/>
                            </p:stCondLst>
                            <p:childTnLst>
                              <p:par>
                                <p:cTn id="35" presetID="22" presetClass="entr" presetSubtype="8" fill="hold" grpId="0" nodeType="afterEffect">
                                  <p:stCondLst>
                                    <p:cond delay="0"/>
                                  </p:stCondLst>
                                  <p:childTnLst>
                                    <p:set>
                                      <p:cBhvr>
                                        <p:cTn id="36" dur="1" fill="hold">
                                          <p:stCondLst>
                                            <p:cond delay="0"/>
                                          </p:stCondLst>
                                        </p:cTn>
                                        <p:tgtEl>
                                          <p:spTgt spid="568330"/>
                                        </p:tgtEl>
                                        <p:attrNameLst>
                                          <p:attrName>style.visibility</p:attrName>
                                        </p:attrNameLst>
                                      </p:cBhvr>
                                      <p:to>
                                        <p:strVal val="visible"/>
                                      </p:to>
                                    </p:set>
                                    <p:animEffect transition="in" filter="wipe(left)">
                                      <p:cBhvr>
                                        <p:cTn id="37" dur="1000"/>
                                        <p:tgtEl>
                                          <p:spTgt spid="56833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68331"/>
                                        </p:tgtEl>
                                        <p:attrNameLst>
                                          <p:attrName>style.visibility</p:attrName>
                                        </p:attrNameLst>
                                      </p:cBhvr>
                                      <p:to>
                                        <p:strVal val="visible"/>
                                      </p:to>
                                    </p:set>
                                    <p:animEffect transition="in" filter="wipe(left)">
                                      <p:cBhvr>
                                        <p:cTn id="42" dur="1000"/>
                                        <p:tgtEl>
                                          <p:spTgt spid="568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8324" grpId="0"/>
      <p:bldP spid="568325" grpId="0"/>
      <p:bldP spid="568326" grpId="0"/>
      <p:bldP spid="568327" grpId="0"/>
      <p:bldP spid="568328" grpId="0"/>
      <p:bldP spid="568329" grpId="0"/>
      <p:bldP spid="568330" grpId="0"/>
      <p:bldP spid="56833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9346" name="Group 2">
            <a:extLst>
              <a:ext uri="{FF2B5EF4-FFF2-40B4-BE49-F238E27FC236}">
                <a16:creationId xmlns:a16="http://schemas.microsoft.com/office/drawing/2014/main" id="{AD307A60-9D30-4C7E-90A1-F430039485D7}"/>
              </a:ext>
            </a:extLst>
          </p:cNvPr>
          <p:cNvGraphicFramePr>
            <a:graphicFrameLocks noGrp="1"/>
          </p:cNvGraphicFramePr>
          <p:nvPr/>
        </p:nvGraphicFramePr>
        <p:xfrm>
          <a:off x="1703389" y="3860800"/>
          <a:ext cx="8785225" cy="1796544"/>
        </p:xfrm>
        <a:graphic>
          <a:graphicData uri="http://schemas.openxmlformats.org/drawingml/2006/table">
            <a:tbl>
              <a:tblPr/>
              <a:tblGrid>
                <a:gridCol w="1223962">
                  <a:extLst>
                    <a:ext uri="{9D8B030D-6E8A-4147-A177-3AD203B41FA5}">
                      <a16:colId xmlns:a16="http://schemas.microsoft.com/office/drawing/2014/main" val="3492176821"/>
                    </a:ext>
                  </a:extLst>
                </a:gridCol>
                <a:gridCol w="7561263">
                  <a:extLst>
                    <a:ext uri="{9D8B030D-6E8A-4147-A177-3AD203B41FA5}">
                      <a16:colId xmlns:a16="http://schemas.microsoft.com/office/drawing/2014/main" val="4018583290"/>
                    </a:ext>
                  </a:extLst>
                </a:gridCol>
              </a:tblGrid>
              <a:tr h="431800">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楷体_GB2312" pitchFamily="49" charset="-122"/>
                        </a:rPr>
                        <a:t>广告费</a:t>
                      </a:r>
                    </a:p>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楷体_GB2312" pitchFamily="49" charset="-122"/>
                        </a:rPr>
                        <a:t>用  </a:t>
                      </a:r>
                      <a:r>
                        <a:rPr kumimoji="0" lang="en-US" altLang="zh-CN" sz="2400" b="1" i="1" u="none" strike="noStrike" cap="none" normalizeH="0" baseline="0">
                          <a:ln>
                            <a:noFill/>
                          </a:ln>
                          <a:solidFill>
                            <a:schemeClr val="tx1"/>
                          </a:solidFill>
                          <a:effectLst/>
                          <a:latin typeface="Arial" panose="020B0604020202020204" pitchFamily="34" charset="0"/>
                          <a:ea typeface="楷体_GB2312" pitchFamily="49" charset="-122"/>
                        </a:rPr>
                        <a:t>x</a:t>
                      </a:r>
                    </a:p>
                  </a:txBody>
                  <a:tcPr marL="90000" marR="90000" marT="46800" marB="46800" anchor="ctr" anchorCtr="1"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Arial" panose="020B0604020202020204" pitchFamily="34" charset="0"/>
                          <a:ea typeface="楷体_GB2312" pitchFamily="49" charset="-122"/>
                        </a:rPr>
                        <a:t>40    25    20    30    40    40    25    20    50    20    50    50</a:t>
                      </a: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  </a:t>
                      </a:r>
                    </a:p>
                  </a:txBody>
                  <a:tcPr marL="90000" marR="90000" marT="46800" marB="46800" anchor="ctr" anchorCtr="1"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3074047943"/>
                  </a:ext>
                </a:extLst>
              </a:tr>
              <a:tr h="431800">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楷体_GB2312" pitchFamily="49" charset="-122"/>
                        </a:rPr>
                        <a:t>销售</a:t>
                      </a:r>
                    </a:p>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楷体_GB2312" pitchFamily="49" charset="-122"/>
                        </a:rPr>
                        <a:t>额  </a:t>
                      </a:r>
                      <a:r>
                        <a:rPr kumimoji="0" lang="en-US" altLang="zh-CN" sz="2400" b="1" i="1" u="none" strike="noStrike" cap="none" normalizeH="0" baseline="0">
                          <a:ln>
                            <a:noFill/>
                          </a:ln>
                          <a:solidFill>
                            <a:schemeClr val="tx1"/>
                          </a:solidFill>
                          <a:effectLst/>
                          <a:latin typeface="Arial" panose="020B0604020202020204" pitchFamily="34" charset="0"/>
                          <a:ea typeface="楷体_GB2312" pitchFamily="49" charset="-122"/>
                        </a:rPr>
                        <a:t>y</a:t>
                      </a:r>
                    </a:p>
                  </a:txBody>
                  <a:tcPr marL="90000" marR="90000" marT="46800" marB="46800" anchor="ctr" anchorCtr="1"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Arial" panose="020B0604020202020204" pitchFamily="34" charset="0"/>
                          <a:ea typeface="楷体_GB2312" pitchFamily="49" charset="-122"/>
                        </a:rPr>
                        <a:t>490   395  420  475  385  525  480  400  560  365  510  540</a:t>
                      </a:r>
                    </a:p>
                  </a:txBody>
                  <a:tcPr marL="90000" marR="90000" marT="46800" marB="46800" anchor="ctr" anchorCtr="1"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556642746"/>
                  </a:ext>
                </a:extLst>
              </a:tr>
            </a:tbl>
          </a:graphicData>
        </a:graphic>
      </p:graphicFrame>
      <p:sp>
        <p:nvSpPr>
          <p:cNvPr id="569357" name="Rectangle 13">
            <a:extLst>
              <a:ext uri="{FF2B5EF4-FFF2-40B4-BE49-F238E27FC236}">
                <a16:creationId xmlns:a16="http://schemas.microsoft.com/office/drawing/2014/main" id="{42B2A749-B514-4E05-BDD7-1F19BB7D7494}"/>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569358" name="Group 14">
            <a:extLst>
              <a:ext uri="{FF2B5EF4-FFF2-40B4-BE49-F238E27FC236}">
                <a16:creationId xmlns:a16="http://schemas.microsoft.com/office/drawing/2014/main" id="{52360862-2C6A-42F4-B707-A97067788F1E}"/>
              </a:ext>
            </a:extLst>
          </p:cNvPr>
          <p:cNvGrpSpPr>
            <a:grpSpLocks/>
          </p:cNvGrpSpPr>
          <p:nvPr/>
        </p:nvGrpSpPr>
        <p:grpSpPr bwMode="auto">
          <a:xfrm>
            <a:off x="1774825" y="333376"/>
            <a:ext cx="8243888" cy="3389313"/>
            <a:chOff x="158" y="391"/>
            <a:chExt cx="5193" cy="2135"/>
          </a:xfrm>
        </p:grpSpPr>
        <p:sp>
          <p:nvSpPr>
            <p:cNvPr id="569359" name="Rectangle 15">
              <a:extLst>
                <a:ext uri="{FF2B5EF4-FFF2-40B4-BE49-F238E27FC236}">
                  <a16:creationId xmlns:a16="http://schemas.microsoft.com/office/drawing/2014/main" id="{D5985113-396E-4A2C-8F12-CCA2BEE2CBDB}"/>
                </a:ext>
              </a:extLst>
            </p:cNvPr>
            <p:cNvSpPr>
              <a:spLocks noChangeArrowheads="1"/>
            </p:cNvSpPr>
            <p:nvPr/>
          </p:nvSpPr>
          <p:spPr bwMode="auto">
            <a:xfrm>
              <a:off x="158" y="391"/>
              <a:ext cx="5193" cy="2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3200" b="1">
                  <a:solidFill>
                    <a:srgbClr val="0000FF"/>
                  </a:solidFill>
                  <a:ea typeface="楷体_GB2312" pitchFamily="49" charset="-122"/>
                </a:rPr>
                <a:t>例</a:t>
              </a:r>
              <a:r>
                <a:rPr lang="en-US" altLang="zh-CN" sz="3200" b="1">
                  <a:solidFill>
                    <a:srgbClr val="0000FF"/>
                  </a:solidFill>
                  <a:ea typeface="楷体_GB2312" pitchFamily="49" charset="-122"/>
                </a:rPr>
                <a:t>1.</a:t>
              </a:r>
              <a:r>
                <a:rPr lang="en-US" altLang="zh-CN" sz="2800" b="1">
                  <a:solidFill>
                    <a:schemeClr val="accent2"/>
                  </a:solidFill>
                  <a:ea typeface="楷体_GB2312" pitchFamily="49" charset="-122"/>
                </a:rPr>
                <a:t> </a:t>
              </a:r>
              <a:r>
                <a:rPr lang="zh-CN" altLang="en-US" sz="2800" b="1">
                  <a:ea typeface="楷体_GB2312" pitchFamily="49" charset="-122"/>
                </a:rPr>
                <a:t>某饮料公司销售科要制定新的一年销售计划，为确定广告费用 </a:t>
              </a:r>
              <a:r>
                <a:rPr lang="en-US" altLang="zh-CN" sz="2800" b="1" i="1">
                  <a:ea typeface="楷体_GB2312" pitchFamily="49" charset="-122"/>
                </a:rPr>
                <a:t>x</a:t>
              </a:r>
              <a:r>
                <a:rPr lang="zh-CN" altLang="en-US" sz="2800" b="1">
                  <a:ea typeface="楷体_GB2312" pitchFamily="49" charset="-122"/>
                </a:rPr>
                <a:t>（万元）和销售额 </a:t>
              </a:r>
              <a:r>
                <a:rPr lang="en-US" altLang="zh-CN" sz="2800" b="1" i="1">
                  <a:ea typeface="楷体_GB2312" pitchFamily="49" charset="-122"/>
                </a:rPr>
                <a:t>y</a:t>
              </a:r>
              <a:r>
                <a:rPr lang="zh-CN" altLang="en-US" sz="2800" b="1">
                  <a:ea typeface="楷体_GB2312" pitchFamily="49" charset="-122"/>
                </a:rPr>
                <a:t>（万元）的关系，试根据如下统计资料计算                     和样本相关系数，并说明广告费和销售额之间相关的方向和相关的密切程度。</a:t>
              </a:r>
            </a:p>
          </p:txBody>
        </p:sp>
        <p:graphicFrame>
          <p:nvGraphicFramePr>
            <p:cNvPr id="569360" name="Object 16">
              <a:extLst>
                <a:ext uri="{FF2B5EF4-FFF2-40B4-BE49-F238E27FC236}">
                  <a16:creationId xmlns:a16="http://schemas.microsoft.com/office/drawing/2014/main" id="{6994DBD4-65B2-4605-B7DC-98E162A26212}"/>
                </a:ext>
              </a:extLst>
            </p:cNvPr>
            <p:cNvGraphicFramePr>
              <a:graphicFrameLocks noChangeAspect="1"/>
            </p:cNvGraphicFramePr>
            <p:nvPr/>
          </p:nvGraphicFramePr>
          <p:xfrm>
            <a:off x="3198" y="1389"/>
            <a:ext cx="1089" cy="339"/>
          </p:xfrm>
          <a:graphic>
            <a:graphicData uri="http://schemas.openxmlformats.org/presentationml/2006/ole">
              <mc:AlternateContent xmlns:mc="http://schemas.openxmlformats.org/markup-compatibility/2006">
                <mc:Choice xmlns:v="urn:schemas-microsoft-com:vml" Requires="v">
                  <p:oleObj spid="_x0000_s29698" name="公式" r:id="rId3" imgW="787320" imgH="241200" progId="Equation.3">
                    <p:embed/>
                  </p:oleObj>
                </mc:Choice>
                <mc:Fallback>
                  <p:oleObj name="公式" r:id="rId3" imgW="787320" imgH="241200" progId="Equation.3">
                    <p:embed/>
                    <p:pic>
                      <p:nvPicPr>
                        <p:cNvPr id="569360" name="Object 16">
                          <a:extLst>
                            <a:ext uri="{FF2B5EF4-FFF2-40B4-BE49-F238E27FC236}">
                              <a16:creationId xmlns:a16="http://schemas.microsoft.com/office/drawing/2014/main" id="{6994DBD4-65B2-4605-B7DC-98E162A262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8" y="1389"/>
                          <a:ext cx="1089" cy="3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0"/>
                                  </p:stCondLst>
                                  <p:childTnLst>
                                    <p:set>
                                      <p:cBhvr>
                                        <p:cTn id="6" dur="1" fill="hold">
                                          <p:stCondLst>
                                            <p:cond delay="0"/>
                                          </p:stCondLst>
                                        </p:cTn>
                                        <p:tgtEl>
                                          <p:spTgt spid="569358"/>
                                        </p:tgtEl>
                                        <p:attrNameLst>
                                          <p:attrName>style.visibility</p:attrName>
                                        </p:attrNameLst>
                                      </p:cBhvr>
                                      <p:to>
                                        <p:strVal val="visible"/>
                                      </p:to>
                                    </p:set>
                                    <p:anim calcmode="lin" valueType="num">
                                      <p:cBhvr>
                                        <p:cTn id="7" dur="1000" fill="hold"/>
                                        <p:tgtEl>
                                          <p:spTgt spid="569358"/>
                                        </p:tgtEl>
                                        <p:attrNameLst>
                                          <p:attrName>ppt_w</p:attrName>
                                        </p:attrNameLst>
                                      </p:cBhvr>
                                      <p:tavLst>
                                        <p:tav tm="0">
                                          <p:val>
                                            <p:strVal val="2/3*#ppt_w"/>
                                          </p:val>
                                        </p:tav>
                                        <p:tav tm="100000">
                                          <p:val>
                                            <p:strVal val="#ppt_w"/>
                                          </p:val>
                                        </p:tav>
                                      </p:tavLst>
                                    </p:anim>
                                    <p:anim calcmode="lin" valueType="num">
                                      <p:cBhvr>
                                        <p:cTn id="8" dur="1000" fill="hold"/>
                                        <p:tgtEl>
                                          <p:spTgt spid="569358"/>
                                        </p:tgtEl>
                                        <p:attrNameLst>
                                          <p:attrName>ppt_h</p:attrName>
                                        </p:attrNameLst>
                                      </p:cBhvr>
                                      <p:tavLst>
                                        <p:tav tm="0">
                                          <p:val>
                                            <p:strVal val="2/3*#ppt_h"/>
                                          </p:val>
                                        </p:tav>
                                        <p:tav tm="100000">
                                          <p:val>
                                            <p:strVal val="#ppt_h"/>
                                          </p:val>
                                        </p:tav>
                                      </p:tavLst>
                                    </p:anim>
                                  </p:childTnLst>
                                </p:cTn>
                              </p:par>
                            </p:childTnLst>
                          </p:cTn>
                        </p:par>
                        <p:par>
                          <p:cTn id="9" fill="hold" nodeType="afterGroup">
                            <p:stCondLst>
                              <p:cond delay="1000"/>
                            </p:stCondLst>
                            <p:childTnLst>
                              <p:par>
                                <p:cTn id="10" presetID="12" presetClass="entr" presetSubtype="4" fill="hold" nodeType="afterEffect">
                                  <p:stCondLst>
                                    <p:cond delay="0"/>
                                  </p:stCondLst>
                                  <p:childTnLst>
                                    <p:set>
                                      <p:cBhvr>
                                        <p:cTn id="11" dur="1" fill="hold">
                                          <p:stCondLst>
                                            <p:cond delay="0"/>
                                          </p:stCondLst>
                                        </p:cTn>
                                        <p:tgtEl>
                                          <p:spTgt spid="569346"/>
                                        </p:tgtEl>
                                        <p:attrNameLst>
                                          <p:attrName>style.visibility</p:attrName>
                                        </p:attrNameLst>
                                      </p:cBhvr>
                                      <p:to>
                                        <p:strVal val="visible"/>
                                      </p:to>
                                    </p:set>
                                    <p:animEffect transition="in" filter="slide(fromBottom)">
                                      <p:cBhvr>
                                        <p:cTn id="12" dur="1000"/>
                                        <p:tgtEl>
                                          <p:spTgt spid="569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a:extLst>
              <a:ext uri="{FF2B5EF4-FFF2-40B4-BE49-F238E27FC236}">
                <a16:creationId xmlns:a16="http://schemas.microsoft.com/office/drawing/2014/main" id="{1566CDB0-2ED8-467A-A0CB-3970C59300C1}"/>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70371" name="Object 3">
            <a:extLst>
              <a:ext uri="{FF2B5EF4-FFF2-40B4-BE49-F238E27FC236}">
                <a16:creationId xmlns:a16="http://schemas.microsoft.com/office/drawing/2014/main" id="{EE90B099-E3E2-4782-850C-E1488BB51F81}"/>
              </a:ext>
            </a:extLst>
          </p:cNvPr>
          <p:cNvGraphicFramePr>
            <a:graphicFrameLocks noChangeAspect="1"/>
          </p:cNvGraphicFramePr>
          <p:nvPr/>
        </p:nvGraphicFramePr>
        <p:xfrm>
          <a:off x="2640013" y="188913"/>
          <a:ext cx="1968500" cy="1027112"/>
        </p:xfrm>
        <a:graphic>
          <a:graphicData uri="http://schemas.openxmlformats.org/presentationml/2006/ole">
            <mc:AlternateContent xmlns:mc="http://schemas.openxmlformats.org/markup-compatibility/2006">
              <mc:Choice xmlns:v="urn:schemas-microsoft-com:vml" Requires="v">
                <p:oleObj spid="_x0000_s30722" name="公式" r:id="rId3" imgW="825480" imgH="431640" progId="Equation.3">
                  <p:embed/>
                </p:oleObj>
              </mc:Choice>
              <mc:Fallback>
                <p:oleObj name="公式" r:id="rId3" imgW="825480" imgH="431640" progId="Equation.3">
                  <p:embed/>
                  <p:pic>
                    <p:nvPicPr>
                      <p:cNvPr id="570371" name="Object 3">
                        <a:extLst>
                          <a:ext uri="{FF2B5EF4-FFF2-40B4-BE49-F238E27FC236}">
                            <a16:creationId xmlns:a16="http://schemas.microsoft.com/office/drawing/2014/main" id="{EE90B099-E3E2-4782-850C-E1488BB51F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0013" y="188913"/>
                        <a:ext cx="1968500" cy="1027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0372" name="Object 4">
            <a:extLst>
              <a:ext uri="{FF2B5EF4-FFF2-40B4-BE49-F238E27FC236}">
                <a16:creationId xmlns:a16="http://schemas.microsoft.com/office/drawing/2014/main" id="{3BAD00F1-E4C1-4D17-9F58-28267CD33A18}"/>
              </a:ext>
            </a:extLst>
          </p:cNvPr>
          <p:cNvGraphicFramePr>
            <a:graphicFrameLocks noChangeAspect="1"/>
          </p:cNvGraphicFramePr>
          <p:nvPr/>
        </p:nvGraphicFramePr>
        <p:xfrm>
          <a:off x="4943476" y="188914"/>
          <a:ext cx="2227263" cy="1019175"/>
        </p:xfrm>
        <a:graphic>
          <a:graphicData uri="http://schemas.openxmlformats.org/presentationml/2006/ole">
            <mc:AlternateContent xmlns:mc="http://schemas.openxmlformats.org/markup-compatibility/2006">
              <mc:Choice xmlns:v="urn:schemas-microsoft-com:vml" Requires="v">
                <p:oleObj spid="_x0000_s30723" name="公式" r:id="rId5" imgW="939600" imgH="431640" progId="Equation.3">
                  <p:embed/>
                </p:oleObj>
              </mc:Choice>
              <mc:Fallback>
                <p:oleObj name="公式" r:id="rId5" imgW="939600" imgH="431640" progId="Equation.3">
                  <p:embed/>
                  <p:pic>
                    <p:nvPicPr>
                      <p:cNvPr id="570372" name="Object 4">
                        <a:extLst>
                          <a:ext uri="{FF2B5EF4-FFF2-40B4-BE49-F238E27FC236}">
                            <a16:creationId xmlns:a16="http://schemas.microsoft.com/office/drawing/2014/main" id="{3BAD00F1-E4C1-4D17-9F58-28267CD33A1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43476" y="188914"/>
                        <a:ext cx="2227263"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0373" name="Object 5">
            <a:extLst>
              <a:ext uri="{FF2B5EF4-FFF2-40B4-BE49-F238E27FC236}">
                <a16:creationId xmlns:a16="http://schemas.microsoft.com/office/drawing/2014/main" id="{F45913B3-658C-4A54-8375-F9F052FCDFFA}"/>
              </a:ext>
            </a:extLst>
          </p:cNvPr>
          <p:cNvGraphicFramePr>
            <a:graphicFrameLocks noChangeAspect="1"/>
          </p:cNvGraphicFramePr>
          <p:nvPr/>
        </p:nvGraphicFramePr>
        <p:xfrm>
          <a:off x="1524001" y="1230313"/>
          <a:ext cx="3960813" cy="1077912"/>
        </p:xfrm>
        <a:graphic>
          <a:graphicData uri="http://schemas.openxmlformats.org/presentationml/2006/ole">
            <mc:AlternateContent xmlns:mc="http://schemas.openxmlformats.org/markup-compatibility/2006">
              <mc:Choice xmlns:v="urn:schemas-microsoft-com:vml" Requires="v">
                <p:oleObj spid="_x0000_s30724" name="公式" r:id="rId7" imgW="1574640" imgH="431640" progId="Equation.3">
                  <p:embed/>
                </p:oleObj>
              </mc:Choice>
              <mc:Fallback>
                <p:oleObj name="公式" r:id="rId7" imgW="1574640" imgH="431640" progId="Equation.3">
                  <p:embed/>
                  <p:pic>
                    <p:nvPicPr>
                      <p:cNvPr id="570373" name="Object 5">
                        <a:extLst>
                          <a:ext uri="{FF2B5EF4-FFF2-40B4-BE49-F238E27FC236}">
                            <a16:creationId xmlns:a16="http://schemas.microsoft.com/office/drawing/2014/main" id="{F45913B3-658C-4A54-8375-F9F052FCDFF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1" y="1230313"/>
                        <a:ext cx="3960813" cy="1077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0374" name="Object 6">
            <a:extLst>
              <a:ext uri="{FF2B5EF4-FFF2-40B4-BE49-F238E27FC236}">
                <a16:creationId xmlns:a16="http://schemas.microsoft.com/office/drawing/2014/main" id="{384FC5F0-F341-479B-B756-8F0F95281BC2}"/>
              </a:ext>
            </a:extLst>
          </p:cNvPr>
          <p:cNvGraphicFramePr>
            <a:graphicFrameLocks noChangeAspect="1"/>
          </p:cNvGraphicFramePr>
          <p:nvPr/>
        </p:nvGraphicFramePr>
        <p:xfrm>
          <a:off x="1704975" y="2360614"/>
          <a:ext cx="2071688" cy="987425"/>
        </p:xfrm>
        <a:graphic>
          <a:graphicData uri="http://schemas.openxmlformats.org/presentationml/2006/ole">
            <mc:AlternateContent xmlns:mc="http://schemas.openxmlformats.org/markup-compatibility/2006">
              <mc:Choice xmlns:v="urn:schemas-microsoft-com:vml" Requires="v">
                <p:oleObj spid="_x0000_s30725" name="公式" r:id="rId9" imgW="901440" imgH="431640" progId="Equation.3">
                  <p:embed/>
                </p:oleObj>
              </mc:Choice>
              <mc:Fallback>
                <p:oleObj name="公式" r:id="rId9" imgW="901440" imgH="431640" progId="Equation.3">
                  <p:embed/>
                  <p:pic>
                    <p:nvPicPr>
                      <p:cNvPr id="570374" name="Object 6">
                        <a:extLst>
                          <a:ext uri="{FF2B5EF4-FFF2-40B4-BE49-F238E27FC236}">
                            <a16:creationId xmlns:a16="http://schemas.microsoft.com/office/drawing/2014/main" id="{384FC5F0-F341-479B-B756-8F0F95281BC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04975" y="2360614"/>
                        <a:ext cx="2071688" cy="987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0375" name="Object 7">
            <a:extLst>
              <a:ext uri="{FF2B5EF4-FFF2-40B4-BE49-F238E27FC236}">
                <a16:creationId xmlns:a16="http://schemas.microsoft.com/office/drawing/2014/main" id="{112AAC49-07CB-419B-947F-0F4EDD2C2995}"/>
              </a:ext>
            </a:extLst>
          </p:cNvPr>
          <p:cNvGraphicFramePr>
            <a:graphicFrameLocks noChangeAspect="1"/>
          </p:cNvGraphicFramePr>
          <p:nvPr/>
        </p:nvGraphicFramePr>
        <p:xfrm>
          <a:off x="4224339" y="2276475"/>
          <a:ext cx="2592387" cy="1004888"/>
        </p:xfrm>
        <a:graphic>
          <a:graphicData uri="http://schemas.openxmlformats.org/presentationml/2006/ole">
            <mc:AlternateContent xmlns:mc="http://schemas.openxmlformats.org/markup-compatibility/2006">
              <mc:Choice xmlns:v="urn:schemas-microsoft-com:vml" Requires="v">
                <p:oleObj spid="_x0000_s30726" name="公式" r:id="rId11" imgW="1104840" imgH="431640" progId="Equation.3">
                  <p:embed/>
                </p:oleObj>
              </mc:Choice>
              <mc:Fallback>
                <p:oleObj name="公式" r:id="rId11" imgW="1104840" imgH="431640" progId="Equation.3">
                  <p:embed/>
                  <p:pic>
                    <p:nvPicPr>
                      <p:cNvPr id="570375" name="Object 7">
                        <a:extLst>
                          <a:ext uri="{FF2B5EF4-FFF2-40B4-BE49-F238E27FC236}">
                            <a16:creationId xmlns:a16="http://schemas.microsoft.com/office/drawing/2014/main" id="{112AAC49-07CB-419B-947F-0F4EDD2C299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24339" y="2276475"/>
                        <a:ext cx="2592387" cy="1004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0376" name="Object 8">
            <a:extLst>
              <a:ext uri="{FF2B5EF4-FFF2-40B4-BE49-F238E27FC236}">
                <a16:creationId xmlns:a16="http://schemas.microsoft.com/office/drawing/2014/main" id="{8C271F89-9CAF-4A52-AE95-F0FC3F971CE9}"/>
              </a:ext>
            </a:extLst>
          </p:cNvPr>
          <p:cNvGraphicFramePr>
            <a:graphicFrameLocks noChangeAspect="1"/>
          </p:cNvGraphicFramePr>
          <p:nvPr/>
        </p:nvGraphicFramePr>
        <p:xfrm>
          <a:off x="1524001" y="3357563"/>
          <a:ext cx="3744913" cy="1028700"/>
        </p:xfrm>
        <a:graphic>
          <a:graphicData uri="http://schemas.openxmlformats.org/presentationml/2006/ole">
            <mc:AlternateContent xmlns:mc="http://schemas.openxmlformats.org/markup-compatibility/2006">
              <mc:Choice xmlns:v="urn:schemas-microsoft-com:vml" Requires="v">
                <p:oleObj spid="_x0000_s30727" name="公式" r:id="rId13" imgW="1562040" imgH="431640" progId="Equation.3">
                  <p:embed/>
                </p:oleObj>
              </mc:Choice>
              <mc:Fallback>
                <p:oleObj name="公式" r:id="rId13" imgW="1562040" imgH="431640" progId="Equation.3">
                  <p:embed/>
                  <p:pic>
                    <p:nvPicPr>
                      <p:cNvPr id="570376" name="Object 8">
                        <a:extLst>
                          <a:ext uri="{FF2B5EF4-FFF2-40B4-BE49-F238E27FC236}">
                            <a16:creationId xmlns:a16="http://schemas.microsoft.com/office/drawing/2014/main" id="{8C271F89-9CAF-4A52-AE95-F0FC3F971CE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4001" y="3357563"/>
                        <a:ext cx="3744913" cy="1028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0377" name="Object 9">
            <a:extLst>
              <a:ext uri="{FF2B5EF4-FFF2-40B4-BE49-F238E27FC236}">
                <a16:creationId xmlns:a16="http://schemas.microsoft.com/office/drawing/2014/main" id="{4BD17178-1F58-4DAA-8A89-DD42B64A1D84}"/>
              </a:ext>
            </a:extLst>
          </p:cNvPr>
          <p:cNvGraphicFramePr>
            <a:graphicFrameLocks noChangeAspect="1"/>
          </p:cNvGraphicFramePr>
          <p:nvPr/>
        </p:nvGraphicFramePr>
        <p:xfrm>
          <a:off x="1992313" y="4365626"/>
          <a:ext cx="2590800" cy="982663"/>
        </p:xfrm>
        <a:graphic>
          <a:graphicData uri="http://schemas.openxmlformats.org/presentationml/2006/ole">
            <mc:AlternateContent xmlns:mc="http://schemas.openxmlformats.org/markup-compatibility/2006">
              <mc:Choice xmlns:v="urn:schemas-microsoft-com:vml" Requires="v">
                <p:oleObj spid="_x0000_s30728" name="公式" r:id="rId15" imgW="1130040" imgH="431640" progId="Equation.3">
                  <p:embed/>
                </p:oleObj>
              </mc:Choice>
              <mc:Fallback>
                <p:oleObj name="公式" r:id="rId15" imgW="1130040" imgH="431640" progId="Equation.3">
                  <p:embed/>
                  <p:pic>
                    <p:nvPicPr>
                      <p:cNvPr id="570377" name="Object 9">
                        <a:extLst>
                          <a:ext uri="{FF2B5EF4-FFF2-40B4-BE49-F238E27FC236}">
                            <a16:creationId xmlns:a16="http://schemas.microsoft.com/office/drawing/2014/main" id="{4BD17178-1F58-4DAA-8A89-DD42B64A1D8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92313" y="4365626"/>
                        <a:ext cx="2590800" cy="982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0378" name="Object 10">
            <a:extLst>
              <a:ext uri="{FF2B5EF4-FFF2-40B4-BE49-F238E27FC236}">
                <a16:creationId xmlns:a16="http://schemas.microsoft.com/office/drawing/2014/main" id="{BC17634B-44D9-4236-9DC1-97C23E7C4FF7}"/>
              </a:ext>
            </a:extLst>
          </p:cNvPr>
          <p:cNvGraphicFramePr>
            <a:graphicFrameLocks noChangeAspect="1"/>
          </p:cNvGraphicFramePr>
          <p:nvPr/>
        </p:nvGraphicFramePr>
        <p:xfrm>
          <a:off x="2135188" y="5084764"/>
          <a:ext cx="4608512" cy="954087"/>
        </p:xfrm>
        <a:graphic>
          <a:graphicData uri="http://schemas.openxmlformats.org/presentationml/2006/ole">
            <mc:AlternateContent xmlns:mc="http://schemas.openxmlformats.org/markup-compatibility/2006">
              <mc:Choice xmlns:v="urn:schemas-microsoft-com:vml" Requires="v">
                <p:oleObj spid="_x0000_s30729" name="公式" r:id="rId17" imgW="2070000" imgH="431640" progId="Equation.3">
                  <p:embed/>
                </p:oleObj>
              </mc:Choice>
              <mc:Fallback>
                <p:oleObj name="公式" r:id="rId17" imgW="2070000" imgH="431640" progId="Equation.3">
                  <p:embed/>
                  <p:pic>
                    <p:nvPicPr>
                      <p:cNvPr id="570378" name="Object 10">
                        <a:extLst>
                          <a:ext uri="{FF2B5EF4-FFF2-40B4-BE49-F238E27FC236}">
                            <a16:creationId xmlns:a16="http://schemas.microsoft.com/office/drawing/2014/main" id="{BC17634B-44D9-4236-9DC1-97C23E7C4FF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35188" y="5084764"/>
                        <a:ext cx="4608512" cy="954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0379" name="Rectangle 11">
            <a:extLst>
              <a:ext uri="{FF2B5EF4-FFF2-40B4-BE49-F238E27FC236}">
                <a16:creationId xmlns:a16="http://schemas.microsoft.com/office/drawing/2014/main" id="{72C0D17C-EAD9-4778-832B-DBC09249272F}"/>
              </a:ext>
            </a:extLst>
          </p:cNvPr>
          <p:cNvSpPr>
            <a:spLocks noChangeArrowheads="1"/>
          </p:cNvSpPr>
          <p:nvPr/>
        </p:nvSpPr>
        <p:spPr bwMode="auto">
          <a:xfrm>
            <a:off x="1524001" y="-27991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70380" name="Object 12">
            <a:extLst>
              <a:ext uri="{FF2B5EF4-FFF2-40B4-BE49-F238E27FC236}">
                <a16:creationId xmlns:a16="http://schemas.microsoft.com/office/drawing/2014/main" id="{703A5204-50B2-484B-A4AF-7F6E528D9843}"/>
              </a:ext>
            </a:extLst>
          </p:cNvPr>
          <p:cNvGraphicFramePr>
            <a:graphicFrameLocks noChangeAspect="1"/>
          </p:cNvGraphicFramePr>
          <p:nvPr/>
        </p:nvGraphicFramePr>
        <p:xfrm>
          <a:off x="5448301" y="1301751"/>
          <a:ext cx="2727325" cy="893763"/>
        </p:xfrm>
        <a:graphic>
          <a:graphicData uri="http://schemas.openxmlformats.org/presentationml/2006/ole">
            <mc:AlternateContent xmlns:mc="http://schemas.openxmlformats.org/markup-compatibility/2006">
              <mc:Choice xmlns:v="urn:schemas-microsoft-com:vml" Requires="v">
                <p:oleObj spid="_x0000_s30730" name="公式" r:id="rId19" imgW="1231560" imgH="406080" progId="Equation.3">
                  <p:embed/>
                </p:oleObj>
              </mc:Choice>
              <mc:Fallback>
                <p:oleObj name="公式" r:id="rId19" imgW="1231560" imgH="406080" progId="Equation.3">
                  <p:embed/>
                  <p:pic>
                    <p:nvPicPr>
                      <p:cNvPr id="570380" name="Object 12">
                        <a:extLst>
                          <a:ext uri="{FF2B5EF4-FFF2-40B4-BE49-F238E27FC236}">
                            <a16:creationId xmlns:a16="http://schemas.microsoft.com/office/drawing/2014/main" id="{703A5204-50B2-484B-A4AF-7F6E528D9843}"/>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448301" y="1301751"/>
                        <a:ext cx="2727325" cy="893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0381" name="Object 13">
            <a:extLst>
              <a:ext uri="{FF2B5EF4-FFF2-40B4-BE49-F238E27FC236}">
                <a16:creationId xmlns:a16="http://schemas.microsoft.com/office/drawing/2014/main" id="{457BAF77-6CA6-4CEE-B439-B6F46897C426}"/>
              </a:ext>
            </a:extLst>
          </p:cNvPr>
          <p:cNvGraphicFramePr>
            <a:graphicFrameLocks noChangeAspect="1"/>
          </p:cNvGraphicFramePr>
          <p:nvPr/>
        </p:nvGraphicFramePr>
        <p:xfrm>
          <a:off x="6383338" y="6046788"/>
          <a:ext cx="2017712" cy="430212"/>
        </p:xfrm>
        <a:graphic>
          <a:graphicData uri="http://schemas.openxmlformats.org/presentationml/2006/ole">
            <mc:AlternateContent xmlns:mc="http://schemas.openxmlformats.org/markup-compatibility/2006">
              <mc:Choice xmlns:v="urn:schemas-microsoft-com:vml" Requires="v">
                <p:oleObj spid="_x0000_s30731" name="公式" r:id="rId21" imgW="825480" imgH="177480" progId="Equation.3">
                  <p:embed/>
                </p:oleObj>
              </mc:Choice>
              <mc:Fallback>
                <p:oleObj name="公式" r:id="rId21" imgW="825480" imgH="177480" progId="Equation.3">
                  <p:embed/>
                  <p:pic>
                    <p:nvPicPr>
                      <p:cNvPr id="570381" name="Object 13">
                        <a:extLst>
                          <a:ext uri="{FF2B5EF4-FFF2-40B4-BE49-F238E27FC236}">
                            <a16:creationId xmlns:a16="http://schemas.microsoft.com/office/drawing/2014/main" id="{457BAF77-6CA6-4CEE-B439-B6F46897C426}"/>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383338" y="6046788"/>
                        <a:ext cx="2017712" cy="430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0382" name="Object 14">
            <a:extLst>
              <a:ext uri="{FF2B5EF4-FFF2-40B4-BE49-F238E27FC236}">
                <a16:creationId xmlns:a16="http://schemas.microsoft.com/office/drawing/2014/main" id="{335FE724-FF66-4E22-871F-415EA472DB96}"/>
              </a:ext>
            </a:extLst>
          </p:cNvPr>
          <p:cNvGraphicFramePr>
            <a:graphicFrameLocks noChangeAspect="1"/>
          </p:cNvGraphicFramePr>
          <p:nvPr/>
        </p:nvGraphicFramePr>
        <p:xfrm>
          <a:off x="8256588" y="1557339"/>
          <a:ext cx="1943100" cy="422275"/>
        </p:xfrm>
        <a:graphic>
          <a:graphicData uri="http://schemas.openxmlformats.org/presentationml/2006/ole">
            <mc:AlternateContent xmlns:mc="http://schemas.openxmlformats.org/markup-compatibility/2006">
              <mc:Choice xmlns:v="urn:schemas-microsoft-com:vml" Requires="v">
                <p:oleObj spid="_x0000_s30732" name="公式" r:id="rId23" imgW="812520" imgH="177480" progId="Equation.3">
                  <p:embed/>
                </p:oleObj>
              </mc:Choice>
              <mc:Fallback>
                <p:oleObj name="公式" r:id="rId23" imgW="812520" imgH="177480" progId="Equation.3">
                  <p:embed/>
                  <p:pic>
                    <p:nvPicPr>
                      <p:cNvPr id="570382" name="Object 14">
                        <a:extLst>
                          <a:ext uri="{FF2B5EF4-FFF2-40B4-BE49-F238E27FC236}">
                            <a16:creationId xmlns:a16="http://schemas.microsoft.com/office/drawing/2014/main" id="{335FE724-FF66-4E22-871F-415EA472DB96}"/>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256588" y="1557339"/>
                        <a:ext cx="1943100"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0383" name="Object 15">
            <a:extLst>
              <a:ext uri="{FF2B5EF4-FFF2-40B4-BE49-F238E27FC236}">
                <a16:creationId xmlns:a16="http://schemas.microsoft.com/office/drawing/2014/main" id="{9C678DD7-B99E-41B1-922B-AEE0D3FF6E10}"/>
              </a:ext>
            </a:extLst>
          </p:cNvPr>
          <p:cNvGraphicFramePr>
            <a:graphicFrameLocks noChangeAspect="1"/>
          </p:cNvGraphicFramePr>
          <p:nvPr/>
        </p:nvGraphicFramePr>
        <p:xfrm>
          <a:off x="8401051" y="3789364"/>
          <a:ext cx="2024063" cy="396875"/>
        </p:xfrm>
        <a:graphic>
          <a:graphicData uri="http://schemas.openxmlformats.org/presentationml/2006/ole">
            <mc:AlternateContent xmlns:mc="http://schemas.openxmlformats.org/markup-compatibility/2006">
              <mc:Choice xmlns:v="urn:schemas-microsoft-com:vml" Requires="v">
                <p:oleObj spid="_x0000_s30733" name="公式" r:id="rId25" imgW="901440" imgH="177480" progId="Equation.3">
                  <p:embed/>
                </p:oleObj>
              </mc:Choice>
              <mc:Fallback>
                <p:oleObj name="公式" r:id="rId25" imgW="901440" imgH="177480" progId="Equation.3">
                  <p:embed/>
                  <p:pic>
                    <p:nvPicPr>
                      <p:cNvPr id="570383" name="Object 15">
                        <a:extLst>
                          <a:ext uri="{FF2B5EF4-FFF2-40B4-BE49-F238E27FC236}">
                            <a16:creationId xmlns:a16="http://schemas.microsoft.com/office/drawing/2014/main" id="{9C678DD7-B99E-41B1-922B-AEE0D3FF6E10}"/>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401051" y="3789364"/>
                        <a:ext cx="2024063" cy="396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0384" name="Object 16">
            <a:extLst>
              <a:ext uri="{FF2B5EF4-FFF2-40B4-BE49-F238E27FC236}">
                <a16:creationId xmlns:a16="http://schemas.microsoft.com/office/drawing/2014/main" id="{1881A1C0-4224-4789-B4CE-FCE62579A804}"/>
              </a:ext>
            </a:extLst>
          </p:cNvPr>
          <p:cNvGraphicFramePr>
            <a:graphicFrameLocks noChangeAspect="1"/>
          </p:cNvGraphicFramePr>
          <p:nvPr/>
        </p:nvGraphicFramePr>
        <p:xfrm>
          <a:off x="5232401" y="3429001"/>
          <a:ext cx="3097213" cy="849313"/>
        </p:xfrm>
        <a:graphic>
          <a:graphicData uri="http://schemas.openxmlformats.org/presentationml/2006/ole">
            <mc:AlternateContent xmlns:mc="http://schemas.openxmlformats.org/markup-compatibility/2006">
              <mc:Choice xmlns:v="urn:schemas-microsoft-com:vml" Requires="v">
                <p:oleObj spid="_x0000_s30734" name="公式" r:id="rId27" imgW="1473120" imgH="406080" progId="Equation.3">
                  <p:embed/>
                </p:oleObj>
              </mc:Choice>
              <mc:Fallback>
                <p:oleObj name="公式" r:id="rId27" imgW="1473120" imgH="406080" progId="Equation.3">
                  <p:embed/>
                  <p:pic>
                    <p:nvPicPr>
                      <p:cNvPr id="570384" name="Object 16">
                        <a:extLst>
                          <a:ext uri="{FF2B5EF4-FFF2-40B4-BE49-F238E27FC236}">
                            <a16:creationId xmlns:a16="http://schemas.microsoft.com/office/drawing/2014/main" id="{1881A1C0-4224-4789-B4CE-FCE62579A804}"/>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232401" y="3429001"/>
                        <a:ext cx="3097213" cy="849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0385" name="Object 17">
            <a:extLst>
              <a:ext uri="{FF2B5EF4-FFF2-40B4-BE49-F238E27FC236}">
                <a16:creationId xmlns:a16="http://schemas.microsoft.com/office/drawing/2014/main" id="{F70C0678-0941-4998-BB7B-66ACF7613826}"/>
              </a:ext>
            </a:extLst>
          </p:cNvPr>
          <p:cNvGraphicFramePr>
            <a:graphicFrameLocks noChangeAspect="1"/>
          </p:cNvGraphicFramePr>
          <p:nvPr/>
        </p:nvGraphicFramePr>
        <p:xfrm>
          <a:off x="6600826" y="5084764"/>
          <a:ext cx="3851275" cy="949325"/>
        </p:xfrm>
        <a:graphic>
          <a:graphicData uri="http://schemas.openxmlformats.org/presentationml/2006/ole">
            <mc:AlternateContent xmlns:mc="http://schemas.openxmlformats.org/markup-compatibility/2006">
              <mc:Choice xmlns:v="urn:schemas-microsoft-com:vml" Requires="v">
                <p:oleObj spid="_x0000_s30735" name="公式" r:id="rId29" imgW="1638000" imgH="406080" progId="Equation.3">
                  <p:embed/>
                </p:oleObj>
              </mc:Choice>
              <mc:Fallback>
                <p:oleObj name="公式" r:id="rId29" imgW="1638000" imgH="406080" progId="Equation.3">
                  <p:embed/>
                  <p:pic>
                    <p:nvPicPr>
                      <p:cNvPr id="570385" name="Object 17">
                        <a:extLst>
                          <a:ext uri="{FF2B5EF4-FFF2-40B4-BE49-F238E27FC236}">
                            <a16:creationId xmlns:a16="http://schemas.microsoft.com/office/drawing/2014/main" id="{F70C0678-0941-4998-BB7B-66ACF7613826}"/>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600826" y="5084764"/>
                        <a:ext cx="3851275" cy="949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0386" name="Rectangle 18">
            <a:extLst>
              <a:ext uri="{FF2B5EF4-FFF2-40B4-BE49-F238E27FC236}">
                <a16:creationId xmlns:a16="http://schemas.microsoft.com/office/drawing/2014/main" id="{73F1BCFF-49CB-4899-BA21-8BDCC89BFD6E}"/>
              </a:ext>
            </a:extLst>
          </p:cNvPr>
          <p:cNvSpPr>
            <a:spLocks noChangeArrowheads="1"/>
          </p:cNvSpPr>
          <p:nvPr/>
        </p:nvSpPr>
        <p:spPr bwMode="auto">
          <a:xfrm>
            <a:off x="1774826" y="333375"/>
            <a:ext cx="10001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a:solidFill>
                  <a:srgbClr val="0000FF"/>
                </a:solidFill>
                <a:ea typeface="楷体_GB2312" pitchFamily="49" charset="-122"/>
              </a:rPr>
              <a:t>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70386"/>
                                        </p:tgtEl>
                                        <p:attrNameLst>
                                          <p:attrName>style.visibility</p:attrName>
                                        </p:attrNameLst>
                                      </p:cBhvr>
                                      <p:to>
                                        <p:strVal val="visible"/>
                                      </p:to>
                                    </p:set>
                                    <p:animEffect transition="in" filter="wipe(left)">
                                      <p:cBhvr>
                                        <p:cTn id="7" dur="500"/>
                                        <p:tgtEl>
                                          <p:spTgt spid="570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70371"/>
                                        </p:tgtEl>
                                        <p:attrNameLst>
                                          <p:attrName>style.visibility</p:attrName>
                                        </p:attrNameLst>
                                      </p:cBhvr>
                                      <p:to>
                                        <p:strVal val="visible"/>
                                      </p:to>
                                    </p:set>
                                    <p:animEffect transition="in" filter="wipe(left)">
                                      <p:cBhvr>
                                        <p:cTn id="12" dur="1000"/>
                                        <p:tgtEl>
                                          <p:spTgt spid="5703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70372"/>
                                        </p:tgtEl>
                                        <p:attrNameLst>
                                          <p:attrName>style.visibility</p:attrName>
                                        </p:attrNameLst>
                                      </p:cBhvr>
                                      <p:to>
                                        <p:strVal val="visible"/>
                                      </p:to>
                                    </p:set>
                                    <p:animEffect transition="in" filter="wipe(left)">
                                      <p:cBhvr>
                                        <p:cTn id="17" dur="1000"/>
                                        <p:tgtEl>
                                          <p:spTgt spid="57037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70373"/>
                                        </p:tgtEl>
                                        <p:attrNameLst>
                                          <p:attrName>style.visibility</p:attrName>
                                        </p:attrNameLst>
                                      </p:cBhvr>
                                      <p:to>
                                        <p:strVal val="visible"/>
                                      </p:to>
                                    </p:set>
                                    <p:animEffect transition="in" filter="wipe(left)">
                                      <p:cBhvr>
                                        <p:cTn id="22" dur="1000"/>
                                        <p:tgtEl>
                                          <p:spTgt spid="57037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70380"/>
                                        </p:tgtEl>
                                        <p:attrNameLst>
                                          <p:attrName>style.visibility</p:attrName>
                                        </p:attrNameLst>
                                      </p:cBhvr>
                                      <p:to>
                                        <p:strVal val="visible"/>
                                      </p:to>
                                    </p:set>
                                    <p:animEffect transition="in" filter="wipe(left)">
                                      <p:cBhvr>
                                        <p:cTn id="27" dur="1000"/>
                                        <p:tgtEl>
                                          <p:spTgt spid="57038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70382"/>
                                        </p:tgtEl>
                                        <p:attrNameLst>
                                          <p:attrName>style.visibility</p:attrName>
                                        </p:attrNameLst>
                                      </p:cBhvr>
                                      <p:to>
                                        <p:strVal val="visible"/>
                                      </p:to>
                                    </p:set>
                                    <p:animEffect transition="in" filter="wipe(left)">
                                      <p:cBhvr>
                                        <p:cTn id="32" dur="1000"/>
                                        <p:tgtEl>
                                          <p:spTgt spid="57038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70374"/>
                                        </p:tgtEl>
                                        <p:attrNameLst>
                                          <p:attrName>style.visibility</p:attrName>
                                        </p:attrNameLst>
                                      </p:cBhvr>
                                      <p:to>
                                        <p:strVal val="visible"/>
                                      </p:to>
                                    </p:set>
                                    <p:animEffect transition="in" filter="wipe(left)">
                                      <p:cBhvr>
                                        <p:cTn id="37" dur="1000"/>
                                        <p:tgtEl>
                                          <p:spTgt spid="57037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70375"/>
                                        </p:tgtEl>
                                        <p:attrNameLst>
                                          <p:attrName>style.visibility</p:attrName>
                                        </p:attrNameLst>
                                      </p:cBhvr>
                                      <p:to>
                                        <p:strVal val="visible"/>
                                      </p:to>
                                    </p:set>
                                    <p:animEffect transition="in" filter="wipe(left)">
                                      <p:cBhvr>
                                        <p:cTn id="42" dur="1000"/>
                                        <p:tgtEl>
                                          <p:spTgt spid="57037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70376"/>
                                        </p:tgtEl>
                                        <p:attrNameLst>
                                          <p:attrName>style.visibility</p:attrName>
                                        </p:attrNameLst>
                                      </p:cBhvr>
                                      <p:to>
                                        <p:strVal val="visible"/>
                                      </p:to>
                                    </p:set>
                                    <p:animEffect transition="in" filter="wipe(left)">
                                      <p:cBhvr>
                                        <p:cTn id="47" dur="1000"/>
                                        <p:tgtEl>
                                          <p:spTgt spid="57037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70384"/>
                                        </p:tgtEl>
                                        <p:attrNameLst>
                                          <p:attrName>style.visibility</p:attrName>
                                        </p:attrNameLst>
                                      </p:cBhvr>
                                      <p:to>
                                        <p:strVal val="visible"/>
                                      </p:to>
                                    </p:set>
                                    <p:animEffect transition="in" filter="wipe(left)">
                                      <p:cBhvr>
                                        <p:cTn id="52" dur="1000"/>
                                        <p:tgtEl>
                                          <p:spTgt spid="57038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570383"/>
                                        </p:tgtEl>
                                        <p:attrNameLst>
                                          <p:attrName>style.visibility</p:attrName>
                                        </p:attrNameLst>
                                      </p:cBhvr>
                                      <p:to>
                                        <p:strVal val="visible"/>
                                      </p:to>
                                    </p:set>
                                    <p:animEffect transition="in" filter="wipe(left)">
                                      <p:cBhvr>
                                        <p:cTn id="57" dur="1000"/>
                                        <p:tgtEl>
                                          <p:spTgt spid="57038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570377"/>
                                        </p:tgtEl>
                                        <p:attrNameLst>
                                          <p:attrName>style.visibility</p:attrName>
                                        </p:attrNameLst>
                                      </p:cBhvr>
                                      <p:to>
                                        <p:strVal val="visible"/>
                                      </p:to>
                                    </p:set>
                                    <p:animEffect transition="in" filter="wipe(left)">
                                      <p:cBhvr>
                                        <p:cTn id="62" dur="1000"/>
                                        <p:tgtEl>
                                          <p:spTgt spid="57037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570378"/>
                                        </p:tgtEl>
                                        <p:attrNameLst>
                                          <p:attrName>style.visibility</p:attrName>
                                        </p:attrNameLst>
                                      </p:cBhvr>
                                      <p:to>
                                        <p:strVal val="visible"/>
                                      </p:to>
                                    </p:set>
                                    <p:animEffect transition="in" filter="wipe(left)">
                                      <p:cBhvr>
                                        <p:cTn id="67" dur="1000"/>
                                        <p:tgtEl>
                                          <p:spTgt spid="57037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570385"/>
                                        </p:tgtEl>
                                        <p:attrNameLst>
                                          <p:attrName>style.visibility</p:attrName>
                                        </p:attrNameLst>
                                      </p:cBhvr>
                                      <p:to>
                                        <p:strVal val="visible"/>
                                      </p:to>
                                    </p:set>
                                    <p:animEffect transition="in" filter="wipe(left)">
                                      <p:cBhvr>
                                        <p:cTn id="72" dur="1000"/>
                                        <p:tgtEl>
                                          <p:spTgt spid="570385"/>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570381"/>
                                        </p:tgtEl>
                                        <p:attrNameLst>
                                          <p:attrName>style.visibility</p:attrName>
                                        </p:attrNameLst>
                                      </p:cBhvr>
                                      <p:to>
                                        <p:strVal val="visible"/>
                                      </p:to>
                                    </p:set>
                                    <p:animEffect transition="in" filter="wipe(left)">
                                      <p:cBhvr>
                                        <p:cTn id="77" dur="1000"/>
                                        <p:tgtEl>
                                          <p:spTgt spid="570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8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4" name="Rectangle 2">
            <a:extLst>
              <a:ext uri="{FF2B5EF4-FFF2-40B4-BE49-F238E27FC236}">
                <a16:creationId xmlns:a16="http://schemas.microsoft.com/office/drawing/2014/main" id="{6EA196B4-0A7C-40DD-A8CF-92476DD29820}"/>
              </a:ext>
            </a:extLst>
          </p:cNvPr>
          <p:cNvSpPr>
            <a:spLocks noChangeArrowheads="1"/>
          </p:cNvSpPr>
          <p:nvPr/>
        </p:nvSpPr>
        <p:spPr bwMode="auto">
          <a:xfrm>
            <a:off x="1524001" y="31728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71395" name="Rectangle 3">
            <a:extLst>
              <a:ext uri="{FF2B5EF4-FFF2-40B4-BE49-F238E27FC236}">
                <a16:creationId xmlns:a16="http://schemas.microsoft.com/office/drawing/2014/main" id="{1D9047E1-26AB-48FB-88F9-57489DA0C488}"/>
              </a:ext>
            </a:extLst>
          </p:cNvPr>
          <p:cNvSpPr>
            <a:spLocks noChangeArrowheads="1"/>
          </p:cNvSpPr>
          <p:nvPr/>
        </p:nvSpPr>
        <p:spPr bwMode="auto">
          <a:xfrm>
            <a:off x="1524001" y="3163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71396" name="Rectangle 4">
            <a:extLst>
              <a:ext uri="{FF2B5EF4-FFF2-40B4-BE49-F238E27FC236}">
                <a16:creationId xmlns:a16="http://schemas.microsoft.com/office/drawing/2014/main" id="{B62759D6-C30F-40B8-B40A-F5096B13D79D}"/>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71397" name="Rectangle 5">
            <a:extLst>
              <a:ext uri="{FF2B5EF4-FFF2-40B4-BE49-F238E27FC236}">
                <a16:creationId xmlns:a16="http://schemas.microsoft.com/office/drawing/2014/main" id="{1522CF76-6AEA-4F12-B63B-5B2E88E61CC2}"/>
              </a:ext>
            </a:extLst>
          </p:cNvPr>
          <p:cNvSpPr>
            <a:spLocks noChangeArrowheads="1"/>
          </p:cNvSpPr>
          <p:nvPr/>
        </p:nvSpPr>
        <p:spPr bwMode="auto">
          <a:xfrm>
            <a:off x="1524001" y="31300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71398" name="Rectangle 6">
            <a:extLst>
              <a:ext uri="{FF2B5EF4-FFF2-40B4-BE49-F238E27FC236}">
                <a16:creationId xmlns:a16="http://schemas.microsoft.com/office/drawing/2014/main" id="{696EF663-196F-4742-8C88-0FC4EDEEA944}"/>
              </a:ext>
            </a:extLst>
          </p:cNvPr>
          <p:cNvSpPr>
            <a:spLocks noChangeArrowheads="1"/>
          </p:cNvSpPr>
          <p:nvPr/>
        </p:nvSpPr>
        <p:spPr bwMode="auto">
          <a:xfrm>
            <a:off x="1524001" y="3163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71399" name="Object 7">
            <a:extLst>
              <a:ext uri="{FF2B5EF4-FFF2-40B4-BE49-F238E27FC236}">
                <a16:creationId xmlns:a16="http://schemas.microsoft.com/office/drawing/2014/main" id="{7AD3E76C-B9B7-4742-9078-EA6DA3415374}"/>
              </a:ext>
            </a:extLst>
          </p:cNvPr>
          <p:cNvGraphicFramePr>
            <a:graphicFrameLocks noChangeAspect="1"/>
          </p:cNvGraphicFramePr>
          <p:nvPr/>
        </p:nvGraphicFramePr>
        <p:xfrm>
          <a:off x="1992314" y="908051"/>
          <a:ext cx="2078037" cy="1235075"/>
        </p:xfrm>
        <a:graphic>
          <a:graphicData uri="http://schemas.openxmlformats.org/presentationml/2006/ole">
            <mc:AlternateContent xmlns:mc="http://schemas.openxmlformats.org/markup-compatibility/2006">
              <mc:Choice xmlns:v="urn:schemas-microsoft-com:vml" Requires="v">
                <p:oleObj spid="_x0000_s31746" name="公式" r:id="rId3" imgW="850680" imgH="507960" progId="Equation.3">
                  <p:embed/>
                </p:oleObj>
              </mc:Choice>
              <mc:Fallback>
                <p:oleObj name="公式" r:id="rId3" imgW="850680" imgH="507960" progId="Equation.3">
                  <p:embed/>
                  <p:pic>
                    <p:nvPicPr>
                      <p:cNvPr id="571399" name="Object 7">
                        <a:extLst>
                          <a:ext uri="{FF2B5EF4-FFF2-40B4-BE49-F238E27FC236}">
                            <a16:creationId xmlns:a16="http://schemas.microsoft.com/office/drawing/2014/main" id="{7AD3E76C-B9B7-4742-9078-EA6DA34153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2314" y="908051"/>
                        <a:ext cx="2078037" cy="1235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1400" name="Object 8">
            <a:extLst>
              <a:ext uri="{FF2B5EF4-FFF2-40B4-BE49-F238E27FC236}">
                <a16:creationId xmlns:a16="http://schemas.microsoft.com/office/drawing/2014/main" id="{B6EA98F7-68FB-4D3F-A957-C61E0CE1D137}"/>
              </a:ext>
            </a:extLst>
          </p:cNvPr>
          <p:cNvGraphicFramePr>
            <a:graphicFrameLocks noChangeAspect="1"/>
          </p:cNvGraphicFramePr>
          <p:nvPr/>
        </p:nvGraphicFramePr>
        <p:xfrm>
          <a:off x="4162426" y="1052513"/>
          <a:ext cx="3960813" cy="931862"/>
        </p:xfrm>
        <a:graphic>
          <a:graphicData uri="http://schemas.openxmlformats.org/presentationml/2006/ole">
            <mc:AlternateContent xmlns:mc="http://schemas.openxmlformats.org/markup-compatibility/2006">
              <mc:Choice xmlns:v="urn:schemas-microsoft-com:vml" Requires="v">
                <p:oleObj spid="_x0000_s31747" name="公式" r:id="rId5" imgW="1815840" imgH="431640" progId="Equation.3">
                  <p:embed/>
                </p:oleObj>
              </mc:Choice>
              <mc:Fallback>
                <p:oleObj name="公式" r:id="rId5" imgW="1815840" imgH="431640" progId="Equation.3">
                  <p:embed/>
                  <p:pic>
                    <p:nvPicPr>
                      <p:cNvPr id="571400" name="Object 8">
                        <a:extLst>
                          <a:ext uri="{FF2B5EF4-FFF2-40B4-BE49-F238E27FC236}">
                            <a16:creationId xmlns:a16="http://schemas.microsoft.com/office/drawing/2014/main" id="{B6EA98F7-68FB-4D3F-A957-C61E0CE1D13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62426" y="1052513"/>
                        <a:ext cx="3960813" cy="931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1401" name="Object 9">
            <a:extLst>
              <a:ext uri="{FF2B5EF4-FFF2-40B4-BE49-F238E27FC236}">
                <a16:creationId xmlns:a16="http://schemas.microsoft.com/office/drawing/2014/main" id="{799C9F64-B508-49DE-B4E6-49D6B7850200}"/>
              </a:ext>
            </a:extLst>
          </p:cNvPr>
          <p:cNvGraphicFramePr>
            <a:graphicFrameLocks noChangeAspect="1"/>
          </p:cNvGraphicFramePr>
          <p:nvPr/>
        </p:nvGraphicFramePr>
        <p:xfrm>
          <a:off x="8328025" y="1341439"/>
          <a:ext cx="1301750" cy="384175"/>
        </p:xfrm>
        <a:graphic>
          <a:graphicData uri="http://schemas.openxmlformats.org/presentationml/2006/ole">
            <mc:AlternateContent xmlns:mc="http://schemas.openxmlformats.org/markup-compatibility/2006">
              <mc:Choice xmlns:v="urn:schemas-microsoft-com:vml" Requires="v">
                <p:oleObj spid="_x0000_s31748" name="公式" r:id="rId7" imgW="596880" imgH="177480" progId="Equation.3">
                  <p:embed/>
                </p:oleObj>
              </mc:Choice>
              <mc:Fallback>
                <p:oleObj name="公式" r:id="rId7" imgW="596880" imgH="177480" progId="Equation.3">
                  <p:embed/>
                  <p:pic>
                    <p:nvPicPr>
                      <p:cNvPr id="571401" name="Object 9">
                        <a:extLst>
                          <a:ext uri="{FF2B5EF4-FFF2-40B4-BE49-F238E27FC236}">
                            <a16:creationId xmlns:a16="http://schemas.microsoft.com/office/drawing/2014/main" id="{799C9F64-B508-49DE-B4E6-49D6B785020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28025" y="1341439"/>
                        <a:ext cx="1301750" cy="38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1402" name="Rectangle 10">
            <a:extLst>
              <a:ext uri="{FF2B5EF4-FFF2-40B4-BE49-F238E27FC236}">
                <a16:creationId xmlns:a16="http://schemas.microsoft.com/office/drawing/2014/main" id="{91C982BA-0487-49AA-990D-9F72D660F3F9}"/>
              </a:ext>
            </a:extLst>
          </p:cNvPr>
          <p:cNvSpPr>
            <a:spLocks noChangeArrowheads="1"/>
          </p:cNvSpPr>
          <p:nvPr/>
        </p:nvSpPr>
        <p:spPr bwMode="auto">
          <a:xfrm>
            <a:off x="1847851" y="2924176"/>
            <a:ext cx="35274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ea typeface="楷体_GB2312" pitchFamily="49" charset="-122"/>
              </a:rPr>
              <a:t>因为    </a:t>
            </a:r>
            <a:r>
              <a:rPr lang="en-US" altLang="zh-CN" sz="2800" b="1">
                <a:ea typeface="楷体_GB2312" pitchFamily="49" charset="-122"/>
              </a:rPr>
              <a:t>0.5&lt;</a:t>
            </a:r>
            <a:r>
              <a:rPr lang="en-US" altLang="zh-CN" sz="2800" b="1" i="1">
                <a:ea typeface="楷体_GB2312" pitchFamily="49" charset="-122"/>
              </a:rPr>
              <a:t>r</a:t>
            </a:r>
            <a:r>
              <a:rPr lang="en-US" altLang="zh-CN" sz="2800" b="1">
                <a:ea typeface="楷体_GB2312" pitchFamily="49" charset="-122"/>
              </a:rPr>
              <a:t> </a:t>
            </a:r>
            <a:r>
              <a:rPr lang="en-US" altLang="zh-CN" sz="2800" b="1">
                <a:effectLst>
                  <a:outerShdw blurRad="38100" dist="38100" dir="2700000" algn="tl">
                    <a:srgbClr val="C0C0C0"/>
                  </a:outerShdw>
                </a:effectLst>
              </a:rPr>
              <a:t>≤</a:t>
            </a:r>
            <a:r>
              <a:rPr lang="en-US" altLang="zh-CN" sz="2800" b="1">
                <a:ea typeface="楷体_GB2312" pitchFamily="49" charset="-122"/>
              </a:rPr>
              <a:t>0.8</a:t>
            </a:r>
            <a:r>
              <a:rPr lang="zh-CN" altLang="en-US" sz="2800" b="1">
                <a:ea typeface="楷体_GB2312" pitchFamily="49" charset="-122"/>
              </a:rPr>
              <a:t>，</a:t>
            </a:r>
          </a:p>
        </p:txBody>
      </p:sp>
      <p:sp>
        <p:nvSpPr>
          <p:cNvPr id="571403" name="Rectangle 11">
            <a:extLst>
              <a:ext uri="{FF2B5EF4-FFF2-40B4-BE49-F238E27FC236}">
                <a16:creationId xmlns:a16="http://schemas.microsoft.com/office/drawing/2014/main" id="{DF5B62C4-DC73-4628-83A8-33AF7D030D7F}"/>
              </a:ext>
            </a:extLst>
          </p:cNvPr>
          <p:cNvSpPr>
            <a:spLocks noChangeArrowheads="1"/>
          </p:cNvSpPr>
          <p:nvPr/>
        </p:nvSpPr>
        <p:spPr bwMode="auto">
          <a:xfrm>
            <a:off x="1919289" y="4005263"/>
            <a:ext cx="7366119"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pPr>
            <a:r>
              <a:rPr lang="zh-CN" altLang="en-US" sz="2800" b="1">
                <a:ea typeface="楷体_GB2312" pitchFamily="49" charset="-122"/>
              </a:rPr>
              <a:t>所以广告费和销售额之间是正显著线性相关。</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71399"/>
                                        </p:tgtEl>
                                        <p:attrNameLst>
                                          <p:attrName>style.visibility</p:attrName>
                                        </p:attrNameLst>
                                      </p:cBhvr>
                                      <p:to>
                                        <p:strVal val="visible"/>
                                      </p:to>
                                    </p:set>
                                    <p:animEffect transition="in" filter="wipe(left)">
                                      <p:cBhvr>
                                        <p:cTn id="7" dur="1000"/>
                                        <p:tgtEl>
                                          <p:spTgt spid="5713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71400"/>
                                        </p:tgtEl>
                                        <p:attrNameLst>
                                          <p:attrName>style.visibility</p:attrName>
                                        </p:attrNameLst>
                                      </p:cBhvr>
                                      <p:to>
                                        <p:strVal val="visible"/>
                                      </p:to>
                                    </p:set>
                                    <p:animEffect transition="in" filter="wipe(left)">
                                      <p:cBhvr>
                                        <p:cTn id="12" dur="1000"/>
                                        <p:tgtEl>
                                          <p:spTgt spid="5714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71401"/>
                                        </p:tgtEl>
                                        <p:attrNameLst>
                                          <p:attrName>style.visibility</p:attrName>
                                        </p:attrNameLst>
                                      </p:cBhvr>
                                      <p:to>
                                        <p:strVal val="visible"/>
                                      </p:to>
                                    </p:set>
                                    <p:animEffect transition="in" filter="wipe(left)">
                                      <p:cBhvr>
                                        <p:cTn id="17" dur="1000"/>
                                        <p:tgtEl>
                                          <p:spTgt spid="5714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71402"/>
                                        </p:tgtEl>
                                        <p:attrNameLst>
                                          <p:attrName>style.visibility</p:attrName>
                                        </p:attrNameLst>
                                      </p:cBhvr>
                                      <p:to>
                                        <p:strVal val="visible"/>
                                      </p:to>
                                    </p:set>
                                    <p:animEffect transition="in" filter="wipe(left)">
                                      <p:cBhvr>
                                        <p:cTn id="22" dur="1000"/>
                                        <p:tgtEl>
                                          <p:spTgt spid="571402"/>
                                        </p:tgtEl>
                                      </p:cBhvr>
                                    </p:animEffect>
                                  </p:childTnLst>
                                </p:cTn>
                              </p:par>
                            </p:childTnLst>
                          </p:cTn>
                        </p:par>
                        <p:par>
                          <p:cTn id="23" fill="hold" nodeType="afterGroup">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571403"/>
                                        </p:tgtEl>
                                        <p:attrNameLst>
                                          <p:attrName>style.visibility</p:attrName>
                                        </p:attrNameLst>
                                      </p:cBhvr>
                                      <p:to>
                                        <p:strVal val="visible"/>
                                      </p:to>
                                    </p:set>
                                    <p:animEffect transition="in" filter="wipe(left)">
                                      <p:cBhvr>
                                        <p:cTn id="26" dur="1000"/>
                                        <p:tgtEl>
                                          <p:spTgt spid="571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402" grpId="0"/>
      <p:bldP spid="57140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a:extLst>
              <a:ext uri="{FF2B5EF4-FFF2-40B4-BE49-F238E27FC236}">
                <a16:creationId xmlns:a16="http://schemas.microsoft.com/office/drawing/2014/main" id="{0F34E9EA-924A-4644-9A57-7F401C210A5E}"/>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72419" name="Rectangle 3">
            <a:extLst>
              <a:ext uri="{FF2B5EF4-FFF2-40B4-BE49-F238E27FC236}">
                <a16:creationId xmlns:a16="http://schemas.microsoft.com/office/drawing/2014/main" id="{29446339-F52A-487F-8B96-F9C547FE456F}"/>
              </a:ext>
            </a:extLst>
          </p:cNvPr>
          <p:cNvSpPr>
            <a:spLocks noChangeArrowheads="1"/>
          </p:cNvSpPr>
          <p:nvPr/>
        </p:nvSpPr>
        <p:spPr bwMode="auto">
          <a:xfrm>
            <a:off x="1774825" y="260350"/>
            <a:ext cx="61483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3600" b="1">
                <a:solidFill>
                  <a:srgbClr val="FF33CC"/>
                </a:solidFill>
                <a:effectLst>
                  <a:outerShdw blurRad="38100" dist="38100" dir="2700000" algn="tl">
                    <a:srgbClr val="C0C0C0"/>
                  </a:outerShdw>
                </a:effectLst>
                <a:latin typeface="宋体" panose="02010600030101010101" pitchFamily="2" charset="-122"/>
              </a:rPr>
              <a:t>四、总体相关系数的假设检验</a:t>
            </a:r>
          </a:p>
        </p:txBody>
      </p:sp>
      <p:sp>
        <p:nvSpPr>
          <p:cNvPr id="572420" name="Rectangle 4">
            <a:extLst>
              <a:ext uri="{FF2B5EF4-FFF2-40B4-BE49-F238E27FC236}">
                <a16:creationId xmlns:a16="http://schemas.microsoft.com/office/drawing/2014/main" id="{6DEB89B5-2B1E-4EA0-87F9-0346D275C07C}"/>
              </a:ext>
            </a:extLst>
          </p:cNvPr>
          <p:cNvSpPr>
            <a:spLocks noChangeArrowheads="1"/>
          </p:cNvSpPr>
          <p:nvPr/>
        </p:nvSpPr>
        <p:spPr bwMode="auto">
          <a:xfrm>
            <a:off x="1919289" y="1196976"/>
            <a:ext cx="8569325"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20000"/>
              </a:spcBef>
            </a:pPr>
            <a:r>
              <a:rPr lang="en-US" altLang="zh-CN" sz="2800" b="1">
                <a:ea typeface="楷体_GB2312" pitchFamily="49" charset="-122"/>
              </a:rPr>
              <a:t>        </a:t>
            </a:r>
            <a:r>
              <a:rPr lang="zh-CN" altLang="en-US" sz="2800" b="1">
                <a:ea typeface="楷体_GB2312" pitchFamily="49" charset="-122"/>
              </a:rPr>
              <a:t>前面我们已说明：样本相关系数 </a:t>
            </a:r>
            <a:r>
              <a:rPr lang="en-US" altLang="zh-CN" sz="2800" b="1" i="1">
                <a:ea typeface="楷体_GB2312" pitchFamily="49" charset="-122"/>
              </a:rPr>
              <a:t>r </a:t>
            </a:r>
            <a:r>
              <a:rPr lang="zh-CN" altLang="en-US" sz="2800" b="1">
                <a:ea typeface="楷体_GB2312" pitchFamily="49" charset="-122"/>
              </a:rPr>
              <a:t>是总体相关系数</a:t>
            </a:r>
            <a:r>
              <a:rPr lang="el-GR" altLang="zh-CN" sz="2800" b="1" i="1">
                <a:ea typeface="楷体_GB2312" pitchFamily="49" charset="-122"/>
                <a:cs typeface="Times New Roman" panose="02020603050405020304" pitchFamily="18" charset="0"/>
              </a:rPr>
              <a:t>ρ</a:t>
            </a:r>
            <a:r>
              <a:rPr lang="zh-CN" altLang="en-US" sz="2800" b="1">
                <a:ea typeface="楷体_GB2312" pitchFamily="49" charset="-122"/>
              </a:rPr>
              <a:t>的矩估计量，所以，当总体相关系数未知时，可用样本相关系数来对总体相关系数进行点估计。</a:t>
            </a:r>
          </a:p>
        </p:txBody>
      </p:sp>
      <p:sp>
        <p:nvSpPr>
          <p:cNvPr id="572421" name="Rectangle 5">
            <a:extLst>
              <a:ext uri="{FF2B5EF4-FFF2-40B4-BE49-F238E27FC236}">
                <a16:creationId xmlns:a16="http://schemas.microsoft.com/office/drawing/2014/main" id="{A4535217-B12D-41FC-8D25-C911951F8C30}"/>
              </a:ext>
            </a:extLst>
          </p:cNvPr>
          <p:cNvSpPr>
            <a:spLocks noChangeArrowheads="1"/>
          </p:cNvSpPr>
          <p:nvPr/>
        </p:nvSpPr>
        <p:spPr bwMode="auto">
          <a:xfrm>
            <a:off x="1992313" y="3357564"/>
            <a:ext cx="8424862"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20000"/>
              </a:spcBef>
            </a:pPr>
            <a:r>
              <a:rPr lang="en-US" altLang="zh-CN" sz="2800" b="1">
                <a:ea typeface="楷体_GB2312" pitchFamily="49" charset="-122"/>
              </a:rPr>
              <a:t>        </a:t>
            </a:r>
            <a:r>
              <a:rPr lang="zh-CN" altLang="en-US" sz="2800" b="1">
                <a:ea typeface="楷体_GB2312" pitchFamily="49" charset="-122"/>
              </a:rPr>
              <a:t>在实际统计工作中还会遇到需要对总体相关系数进行假设检验的问题。下面我们介绍对总体相关系数进行假设检验的理论依据和步骤。</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572419"/>
                                        </p:tgtEl>
                                        <p:attrNameLst>
                                          <p:attrName>style.visibility</p:attrName>
                                        </p:attrNameLst>
                                      </p:cBhvr>
                                      <p:to>
                                        <p:strVal val="visible"/>
                                      </p:to>
                                    </p:set>
                                    <p:animEffect transition="in" filter="slide(fromRight)">
                                      <p:cBhvr>
                                        <p:cTn id="7" dur="1000"/>
                                        <p:tgtEl>
                                          <p:spTgt spid="5724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572420"/>
                                        </p:tgtEl>
                                        <p:attrNameLst>
                                          <p:attrName>style.visibility</p:attrName>
                                        </p:attrNameLst>
                                      </p:cBhvr>
                                      <p:to>
                                        <p:strVal val="visible"/>
                                      </p:to>
                                    </p:set>
                                    <p:animEffect transition="in" filter="slide(fromBottom)">
                                      <p:cBhvr>
                                        <p:cTn id="12" dur="500"/>
                                        <p:tgtEl>
                                          <p:spTgt spid="5724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572421">
                                            <p:txEl>
                                              <p:pRg st="0" end="0"/>
                                            </p:txEl>
                                          </p:spTgt>
                                        </p:tgtEl>
                                        <p:attrNameLst>
                                          <p:attrName>style.visibility</p:attrName>
                                        </p:attrNameLst>
                                      </p:cBhvr>
                                      <p:to>
                                        <p:strVal val="visible"/>
                                      </p:to>
                                    </p:set>
                                    <p:animEffect transition="in" filter="slide(fromBottom)">
                                      <p:cBhvr>
                                        <p:cTn id="17" dur="1000"/>
                                        <p:tgtEl>
                                          <p:spTgt spid="5724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419" grpId="0"/>
      <p:bldP spid="57242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2">
            <a:extLst>
              <a:ext uri="{FF2B5EF4-FFF2-40B4-BE49-F238E27FC236}">
                <a16:creationId xmlns:a16="http://schemas.microsoft.com/office/drawing/2014/main" id="{2D6B32E9-412D-48C5-B3AA-503D918D9DBF}"/>
              </a:ext>
            </a:extLst>
          </p:cNvPr>
          <p:cNvSpPr>
            <a:spLocks noChangeArrowheads="1"/>
          </p:cNvSpPr>
          <p:nvPr/>
        </p:nvSpPr>
        <p:spPr bwMode="auto">
          <a:xfrm>
            <a:off x="1524001" y="31728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73443" name="Rectangle 3">
            <a:extLst>
              <a:ext uri="{FF2B5EF4-FFF2-40B4-BE49-F238E27FC236}">
                <a16:creationId xmlns:a16="http://schemas.microsoft.com/office/drawing/2014/main" id="{D43F9155-9F01-457F-A23B-AC782B7A514C}"/>
              </a:ext>
            </a:extLst>
          </p:cNvPr>
          <p:cNvSpPr>
            <a:spLocks noChangeArrowheads="1"/>
          </p:cNvSpPr>
          <p:nvPr/>
        </p:nvSpPr>
        <p:spPr bwMode="auto">
          <a:xfrm>
            <a:off x="1524001" y="3163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73444" name="Rectangle 4">
            <a:extLst>
              <a:ext uri="{FF2B5EF4-FFF2-40B4-BE49-F238E27FC236}">
                <a16:creationId xmlns:a16="http://schemas.microsoft.com/office/drawing/2014/main" id="{E4309EE4-CB9B-4B67-8428-13D2D182CF35}"/>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73445" name="Rectangle 5">
            <a:extLst>
              <a:ext uri="{FF2B5EF4-FFF2-40B4-BE49-F238E27FC236}">
                <a16:creationId xmlns:a16="http://schemas.microsoft.com/office/drawing/2014/main" id="{75EED63E-4978-4C94-B03D-B02A6022915A}"/>
              </a:ext>
            </a:extLst>
          </p:cNvPr>
          <p:cNvSpPr>
            <a:spLocks noChangeArrowheads="1"/>
          </p:cNvSpPr>
          <p:nvPr/>
        </p:nvSpPr>
        <p:spPr bwMode="auto">
          <a:xfrm>
            <a:off x="1524001" y="31300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73446" name="Rectangle 6">
            <a:extLst>
              <a:ext uri="{FF2B5EF4-FFF2-40B4-BE49-F238E27FC236}">
                <a16:creationId xmlns:a16="http://schemas.microsoft.com/office/drawing/2014/main" id="{28F1F130-877F-45C3-ADB3-CBF479C57C56}"/>
              </a:ext>
            </a:extLst>
          </p:cNvPr>
          <p:cNvSpPr>
            <a:spLocks noChangeArrowheads="1"/>
          </p:cNvSpPr>
          <p:nvPr/>
        </p:nvSpPr>
        <p:spPr bwMode="auto">
          <a:xfrm>
            <a:off x="1524001" y="3163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73447" name="Rectangle 7">
            <a:extLst>
              <a:ext uri="{FF2B5EF4-FFF2-40B4-BE49-F238E27FC236}">
                <a16:creationId xmlns:a16="http://schemas.microsoft.com/office/drawing/2014/main" id="{AC6FC459-E091-4F69-95B8-62FB5B46E485}"/>
              </a:ext>
            </a:extLst>
          </p:cNvPr>
          <p:cNvSpPr>
            <a:spLocks noChangeArrowheads="1"/>
          </p:cNvSpPr>
          <p:nvPr/>
        </p:nvSpPr>
        <p:spPr bwMode="auto">
          <a:xfrm>
            <a:off x="1774826" y="188913"/>
            <a:ext cx="22336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理论依据：</a:t>
            </a:r>
          </a:p>
        </p:txBody>
      </p:sp>
      <p:sp>
        <p:nvSpPr>
          <p:cNvPr id="573448" name="Rectangle 8">
            <a:extLst>
              <a:ext uri="{FF2B5EF4-FFF2-40B4-BE49-F238E27FC236}">
                <a16:creationId xmlns:a16="http://schemas.microsoft.com/office/drawing/2014/main" id="{5577FCEC-C33D-42AC-8A61-F746D69CC89A}"/>
              </a:ext>
            </a:extLst>
          </p:cNvPr>
          <p:cNvSpPr>
            <a:spLocks noChangeArrowheads="1"/>
          </p:cNvSpPr>
          <p:nvPr/>
        </p:nvSpPr>
        <p:spPr bwMode="auto">
          <a:xfrm>
            <a:off x="1776413" y="763589"/>
            <a:ext cx="14081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a:solidFill>
                  <a:srgbClr val="0000FF"/>
                </a:solidFill>
                <a:ea typeface="楷体_GB2312" pitchFamily="49" charset="-122"/>
              </a:rPr>
              <a:t>定理：</a:t>
            </a:r>
          </a:p>
        </p:txBody>
      </p:sp>
      <p:sp>
        <p:nvSpPr>
          <p:cNvPr id="573449" name="Rectangle 9">
            <a:extLst>
              <a:ext uri="{FF2B5EF4-FFF2-40B4-BE49-F238E27FC236}">
                <a16:creationId xmlns:a16="http://schemas.microsoft.com/office/drawing/2014/main" id="{B71B3AD4-9735-4DD1-AD24-0C875AFCF5EB}"/>
              </a:ext>
            </a:extLst>
          </p:cNvPr>
          <p:cNvSpPr>
            <a:spLocks noChangeArrowheads="1"/>
          </p:cNvSpPr>
          <p:nvPr/>
        </p:nvSpPr>
        <p:spPr bwMode="auto">
          <a:xfrm>
            <a:off x="1919289" y="3860801"/>
            <a:ext cx="61928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ea typeface="楷体_GB2312" pitchFamily="49" charset="-122"/>
              </a:rPr>
              <a:t>英国统计学家费歇耳证明了此结论。</a:t>
            </a:r>
          </a:p>
        </p:txBody>
      </p:sp>
      <p:grpSp>
        <p:nvGrpSpPr>
          <p:cNvPr id="573450" name="Group 10">
            <a:extLst>
              <a:ext uri="{FF2B5EF4-FFF2-40B4-BE49-F238E27FC236}">
                <a16:creationId xmlns:a16="http://schemas.microsoft.com/office/drawing/2014/main" id="{1AD4483F-59A3-46BB-95DF-F083098F4986}"/>
              </a:ext>
            </a:extLst>
          </p:cNvPr>
          <p:cNvGrpSpPr>
            <a:grpSpLocks/>
          </p:cNvGrpSpPr>
          <p:nvPr/>
        </p:nvGrpSpPr>
        <p:grpSpPr bwMode="auto">
          <a:xfrm>
            <a:off x="1703388" y="1484314"/>
            <a:ext cx="8642350" cy="592137"/>
            <a:chOff x="113" y="935"/>
            <a:chExt cx="5444" cy="373"/>
          </a:xfrm>
        </p:grpSpPr>
        <p:graphicFrame>
          <p:nvGraphicFramePr>
            <p:cNvPr id="573451" name="Object 11">
              <a:extLst>
                <a:ext uri="{FF2B5EF4-FFF2-40B4-BE49-F238E27FC236}">
                  <a16:creationId xmlns:a16="http://schemas.microsoft.com/office/drawing/2014/main" id="{0C20574B-A7E2-4653-89A4-26498124643D}"/>
                </a:ext>
              </a:extLst>
            </p:cNvPr>
            <p:cNvGraphicFramePr>
              <a:graphicFrameLocks noChangeAspect="1"/>
            </p:cNvGraphicFramePr>
            <p:nvPr/>
          </p:nvGraphicFramePr>
          <p:xfrm>
            <a:off x="113" y="935"/>
            <a:ext cx="2055" cy="343"/>
          </p:xfrm>
          <a:graphic>
            <a:graphicData uri="http://schemas.openxmlformats.org/presentationml/2006/ole">
              <mc:AlternateContent xmlns:mc="http://schemas.openxmlformats.org/markup-compatibility/2006">
                <mc:Choice xmlns:v="urn:schemas-microsoft-com:vml" Requires="v">
                  <p:oleObj spid="_x0000_s32770" name="公式" r:id="rId3" imgW="1384200" imgH="228600" progId="Equation.3">
                    <p:embed/>
                  </p:oleObj>
                </mc:Choice>
                <mc:Fallback>
                  <p:oleObj name="公式" r:id="rId3" imgW="1384200" imgH="228600" progId="Equation.3">
                    <p:embed/>
                    <p:pic>
                      <p:nvPicPr>
                        <p:cNvPr id="573451" name="Object 11">
                          <a:extLst>
                            <a:ext uri="{FF2B5EF4-FFF2-40B4-BE49-F238E27FC236}">
                              <a16:creationId xmlns:a16="http://schemas.microsoft.com/office/drawing/2014/main" id="{0C20574B-A7E2-4653-89A4-2649812464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 y="935"/>
                          <a:ext cx="2055" cy="3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3452" name="Rectangle 12">
              <a:extLst>
                <a:ext uri="{FF2B5EF4-FFF2-40B4-BE49-F238E27FC236}">
                  <a16:creationId xmlns:a16="http://schemas.microsoft.com/office/drawing/2014/main" id="{FC69262B-49C0-4B9C-8F6E-1112561925EA}"/>
                </a:ext>
              </a:extLst>
            </p:cNvPr>
            <p:cNvSpPr>
              <a:spLocks noChangeArrowheads="1"/>
            </p:cNvSpPr>
            <p:nvPr/>
          </p:nvSpPr>
          <p:spPr bwMode="auto">
            <a:xfrm>
              <a:off x="2200" y="981"/>
              <a:ext cx="335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ea typeface="楷体_GB2312" pitchFamily="49" charset="-122"/>
                </a:rPr>
                <a:t>是取自总体</a:t>
              </a:r>
              <a:r>
                <a:rPr lang="en-US" altLang="zh-CN" sz="2800" b="1">
                  <a:ea typeface="楷体_GB2312" pitchFamily="49" charset="-122"/>
                </a:rPr>
                <a:t>(X,Y)</a:t>
              </a:r>
              <a:r>
                <a:rPr lang="zh-CN" altLang="en-US" sz="2800" b="1">
                  <a:ea typeface="楷体_GB2312" pitchFamily="49" charset="-122"/>
                </a:rPr>
                <a:t>的样本， </a:t>
              </a:r>
              <a:r>
                <a:rPr lang="en-US" altLang="zh-CN" sz="2800" b="1" i="1">
                  <a:ea typeface="楷体_GB2312" pitchFamily="49" charset="-122"/>
                </a:rPr>
                <a:t>r </a:t>
              </a:r>
              <a:r>
                <a:rPr lang="zh-CN" altLang="en-US" sz="2800" b="1">
                  <a:ea typeface="楷体_GB2312" pitchFamily="49" charset="-122"/>
                </a:rPr>
                <a:t>是</a:t>
              </a:r>
            </a:p>
          </p:txBody>
        </p:sp>
      </p:grpSp>
      <p:grpSp>
        <p:nvGrpSpPr>
          <p:cNvPr id="573453" name="Group 13">
            <a:extLst>
              <a:ext uri="{FF2B5EF4-FFF2-40B4-BE49-F238E27FC236}">
                <a16:creationId xmlns:a16="http://schemas.microsoft.com/office/drawing/2014/main" id="{F435578A-235C-4840-91E9-888AF59EF39A}"/>
              </a:ext>
            </a:extLst>
          </p:cNvPr>
          <p:cNvGrpSpPr>
            <a:grpSpLocks/>
          </p:cNvGrpSpPr>
          <p:nvPr/>
        </p:nvGrpSpPr>
        <p:grpSpPr bwMode="auto">
          <a:xfrm>
            <a:off x="3000375" y="836614"/>
            <a:ext cx="7272338" cy="523875"/>
            <a:chOff x="930" y="527"/>
            <a:chExt cx="4581" cy="330"/>
          </a:xfrm>
        </p:grpSpPr>
        <p:sp>
          <p:nvSpPr>
            <p:cNvPr id="573454" name="Rectangle 14">
              <a:extLst>
                <a:ext uri="{FF2B5EF4-FFF2-40B4-BE49-F238E27FC236}">
                  <a16:creationId xmlns:a16="http://schemas.microsoft.com/office/drawing/2014/main" id="{FCAEB962-E638-4466-A450-847820274EF4}"/>
                </a:ext>
              </a:extLst>
            </p:cNvPr>
            <p:cNvSpPr>
              <a:spLocks noChangeArrowheads="1"/>
            </p:cNvSpPr>
            <p:nvPr/>
          </p:nvSpPr>
          <p:spPr bwMode="auto">
            <a:xfrm>
              <a:off x="930" y="527"/>
              <a:ext cx="458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ea typeface="楷体_GB2312" pitchFamily="49" charset="-122"/>
                </a:rPr>
                <a:t>设总体</a:t>
              </a:r>
              <a:r>
                <a:rPr lang="en-US" altLang="zh-CN" sz="2800" b="1">
                  <a:ea typeface="楷体_GB2312" pitchFamily="49" charset="-122"/>
                </a:rPr>
                <a:t>(X,Y)</a:t>
              </a:r>
              <a:r>
                <a:rPr lang="zh-CN" altLang="en-US" sz="2800" b="1">
                  <a:ea typeface="楷体_GB2312" pitchFamily="49" charset="-122"/>
                </a:rPr>
                <a:t>存在总体相关系数</a:t>
              </a:r>
              <a:r>
                <a:rPr lang="el-GR" altLang="zh-CN" sz="2800" b="1" i="1">
                  <a:ea typeface="楷体_GB2312" pitchFamily="49" charset="-122"/>
                  <a:cs typeface="Times New Roman" panose="02020603050405020304" pitchFamily="18" charset="0"/>
                </a:rPr>
                <a:t>ρ</a:t>
              </a:r>
              <a:r>
                <a:rPr lang="en-US" altLang="zh-CN" sz="2800" b="1" baseline="-25000">
                  <a:ea typeface="楷体_GB2312" pitchFamily="49" charset="-122"/>
                </a:rPr>
                <a:t>XY</a:t>
              </a:r>
              <a:r>
                <a:rPr lang="el-GR" altLang="zh-CN" sz="2800" b="1" i="1">
                  <a:ea typeface="楷体_GB2312" pitchFamily="49" charset="-122"/>
                </a:rPr>
                <a:t> </a:t>
              </a:r>
              <a:r>
                <a:rPr lang="zh-CN" altLang="en-US" sz="2800" b="1">
                  <a:ea typeface="楷体_GB2312" pitchFamily="49" charset="-122"/>
                </a:rPr>
                <a:t>。</a:t>
              </a:r>
            </a:p>
          </p:txBody>
        </p:sp>
        <p:graphicFrame>
          <p:nvGraphicFramePr>
            <p:cNvPr id="573455" name="Object 15">
              <a:extLst>
                <a:ext uri="{FF2B5EF4-FFF2-40B4-BE49-F238E27FC236}">
                  <a16:creationId xmlns:a16="http://schemas.microsoft.com/office/drawing/2014/main" id="{76DAD123-F24F-48A5-B7BB-EFA80473BEF4}"/>
                </a:ext>
              </a:extLst>
            </p:cNvPr>
            <p:cNvGraphicFramePr>
              <a:graphicFrameLocks noChangeAspect="1"/>
            </p:cNvGraphicFramePr>
            <p:nvPr/>
          </p:nvGraphicFramePr>
          <p:xfrm>
            <a:off x="4649" y="572"/>
            <a:ext cx="826" cy="285"/>
          </p:xfrm>
          <a:graphic>
            <a:graphicData uri="http://schemas.openxmlformats.org/presentationml/2006/ole">
              <mc:AlternateContent xmlns:mc="http://schemas.openxmlformats.org/markup-compatibility/2006">
                <mc:Choice xmlns:v="urn:schemas-microsoft-com:vml" Requires="v">
                  <p:oleObj spid="_x0000_s32771" name="公式" r:id="rId5" imgW="634680" imgH="215640" progId="Equation.3">
                    <p:embed/>
                  </p:oleObj>
                </mc:Choice>
                <mc:Fallback>
                  <p:oleObj name="公式" r:id="rId5" imgW="634680" imgH="215640" progId="Equation.3">
                    <p:embed/>
                    <p:pic>
                      <p:nvPicPr>
                        <p:cNvPr id="573455" name="Object 15">
                          <a:extLst>
                            <a:ext uri="{FF2B5EF4-FFF2-40B4-BE49-F238E27FC236}">
                              <a16:creationId xmlns:a16="http://schemas.microsoft.com/office/drawing/2014/main" id="{76DAD123-F24F-48A5-B7BB-EFA80473BEF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9" y="572"/>
                          <a:ext cx="826" cy="2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73456" name="Rectangle 16">
            <a:extLst>
              <a:ext uri="{FF2B5EF4-FFF2-40B4-BE49-F238E27FC236}">
                <a16:creationId xmlns:a16="http://schemas.microsoft.com/office/drawing/2014/main" id="{09F0334F-D3D0-4167-B50C-E358C2066C20}"/>
              </a:ext>
            </a:extLst>
          </p:cNvPr>
          <p:cNvSpPr>
            <a:spLocks noChangeArrowheads="1"/>
          </p:cNvSpPr>
          <p:nvPr/>
        </p:nvSpPr>
        <p:spPr bwMode="auto">
          <a:xfrm>
            <a:off x="1774826" y="2205038"/>
            <a:ext cx="49688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ea typeface="楷体_GB2312" pitchFamily="49" charset="-122"/>
              </a:rPr>
              <a:t>样本相关系数 </a:t>
            </a:r>
            <a:r>
              <a:rPr lang="zh-CN" altLang="en-US" sz="2800" b="1" i="1">
                <a:ea typeface="楷体_GB2312" pitchFamily="49" charset="-122"/>
              </a:rPr>
              <a:t>，</a:t>
            </a:r>
            <a:r>
              <a:rPr lang="zh-CN" altLang="en-US" sz="2800" b="1">
                <a:ea typeface="楷体_GB2312" pitchFamily="49" charset="-122"/>
              </a:rPr>
              <a:t>则统计量</a:t>
            </a:r>
          </a:p>
        </p:txBody>
      </p:sp>
      <p:graphicFrame>
        <p:nvGraphicFramePr>
          <p:cNvPr id="573457" name="Object 17">
            <a:extLst>
              <a:ext uri="{FF2B5EF4-FFF2-40B4-BE49-F238E27FC236}">
                <a16:creationId xmlns:a16="http://schemas.microsoft.com/office/drawing/2014/main" id="{6104E65E-8510-4072-9C8F-8F29EB175679}"/>
              </a:ext>
            </a:extLst>
          </p:cNvPr>
          <p:cNvGraphicFramePr>
            <a:graphicFrameLocks noChangeAspect="1"/>
          </p:cNvGraphicFramePr>
          <p:nvPr/>
        </p:nvGraphicFramePr>
        <p:xfrm>
          <a:off x="2711450" y="2781301"/>
          <a:ext cx="2127250" cy="862013"/>
        </p:xfrm>
        <a:graphic>
          <a:graphicData uri="http://schemas.openxmlformats.org/presentationml/2006/ole">
            <mc:AlternateContent xmlns:mc="http://schemas.openxmlformats.org/markup-compatibility/2006">
              <mc:Choice xmlns:v="urn:schemas-microsoft-com:vml" Requires="v">
                <p:oleObj spid="_x0000_s32772" name="公式" r:id="rId7" imgW="990360" imgH="406080" progId="Equation.3">
                  <p:embed/>
                </p:oleObj>
              </mc:Choice>
              <mc:Fallback>
                <p:oleObj name="公式" r:id="rId7" imgW="990360" imgH="406080" progId="Equation.3">
                  <p:embed/>
                  <p:pic>
                    <p:nvPicPr>
                      <p:cNvPr id="573457" name="Object 17">
                        <a:extLst>
                          <a:ext uri="{FF2B5EF4-FFF2-40B4-BE49-F238E27FC236}">
                            <a16:creationId xmlns:a16="http://schemas.microsoft.com/office/drawing/2014/main" id="{6104E65E-8510-4072-9C8F-8F29EB17567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11450" y="2781301"/>
                        <a:ext cx="2127250" cy="862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3458" name="Object 18">
            <a:extLst>
              <a:ext uri="{FF2B5EF4-FFF2-40B4-BE49-F238E27FC236}">
                <a16:creationId xmlns:a16="http://schemas.microsoft.com/office/drawing/2014/main" id="{9C03F5EE-AD9C-4E52-8044-8A7B63684E9D}"/>
              </a:ext>
            </a:extLst>
          </p:cNvPr>
          <p:cNvGraphicFramePr>
            <a:graphicFrameLocks noChangeAspect="1"/>
          </p:cNvGraphicFramePr>
          <p:nvPr/>
        </p:nvGraphicFramePr>
        <p:xfrm>
          <a:off x="4943475" y="2781300"/>
          <a:ext cx="3087688" cy="941388"/>
        </p:xfrm>
        <a:graphic>
          <a:graphicData uri="http://schemas.openxmlformats.org/presentationml/2006/ole">
            <mc:AlternateContent xmlns:mc="http://schemas.openxmlformats.org/markup-compatibility/2006">
              <mc:Choice xmlns:v="urn:schemas-microsoft-com:vml" Requires="v">
                <p:oleObj spid="_x0000_s32773" name="公式" r:id="rId9" imgW="1587240" imgH="444240" progId="Equation.3">
                  <p:embed/>
                </p:oleObj>
              </mc:Choice>
              <mc:Fallback>
                <p:oleObj name="公式" r:id="rId9" imgW="1587240" imgH="444240" progId="Equation.3">
                  <p:embed/>
                  <p:pic>
                    <p:nvPicPr>
                      <p:cNvPr id="573458" name="Object 18">
                        <a:extLst>
                          <a:ext uri="{FF2B5EF4-FFF2-40B4-BE49-F238E27FC236}">
                            <a16:creationId xmlns:a16="http://schemas.microsoft.com/office/drawing/2014/main" id="{9C03F5EE-AD9C-4E52-8044-8A7B63684E9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43475" y="2781300"/>
                        <a:ext cx="3087688" cy="941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3459" name="Object 19">
            <a:extLst>
              <a:ext uri="{FF2B5EF4-FFF2-40B4-BE49-F238E27FC236}">
                <a16:creationId xmlns:a16="http://schemas.microsoft.com/office/drawing/2014/main" id="{D9813E5C-2EBB-4698-9297-1ABC8C86D3C6}"/>
              </a:ext>
            </a:extLst>
          </p:cNvPr>
          <p:cNvGraphicFramePr>
            <a:graphicFrameLocks noChangeAspect="1"/>
          </p:cNvGraphicFramePr>
          <p:nvPr/>
        </p:nvGraphicFramePr>
        <p:xfrm>
          <a:off x="5303838" y="4508501"/>
          <a:ext cx="4787900" cy="1712913"/>
        </p:xfrm>
        <a:graphic>
          <a:graphicData uri="http://schemas.openxmlformats.org/presentationml/2006/ole">
            <mc:AlternateContent xmlns:mc="http://schemas.openxmlformats.org/markup-compatibility/2006">
              <mc:Choice xmlns:v="urn:schemas-microsoft-com:vml" Requires="v">
                <p:oleObj spid="_x0000_s32774" name="公式" r:id="rId11" imgW="2425680" imgH="863280" progId="Equation.3">
                  <p:embed/>
                </p:oleObj>
              </mc:Choice>
              <mc:Fallback>
                <p:oleObj name="公式" r:id="rId11" imgW="2425680" imgH="863280" progId="Equation.3">
                  <p:embed/>
                  <p:pic>
                    <p:nvPicPr>
                      <p:cNvPr id="573459" name="Object 19">
                        <a:extLst>
                          <a:ext uri="{FF2B5EF4-FFF2-40B4-BE49-F238E27FC236}">
                            <a16:creationId xmlns:a16="http://schemas.microsoft.com/office/drawing/2014/main" id="{D9813E5C-2EBB-4698-9297-1ABC8C86D3C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03838" y="4508501"/>
                        <a:ext cx="4787900" cy="171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3460" name="Rectangle 20">
            <a:extLst>
              <a:ext uri="{FF2B5EF4-FFF2-40B4-BE49-F238E27FC236}">
                <a16:creationId xmlns:a16="http://schemas.microsoft.com/office/drawing/2014/main" id="{F2E048D0-6AC2-48D8-A941-EE21961FEC40}"/>
              </a:ext>
            </a:extLst>
          </p:cNvPr>
          <p:cNvSpPr>
            <a:spLocks noChangeArrowheads="1"/>
          </p:cNvSpPr>
          <p:nvPr/>
        </p:nvSpPr>
        <p:spPr bwMode="auto">
          <a:xfrm>
            <a:off x="1919289" y="4581526"/>
            <a:ext cx="37560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lang="zh-CN" altLang="en-US" sz="2800" b="1">
                <a:ea typeface="楷体_GB2312" pitchFamily="49" charset="-122"/>
              </a:rPr>
              <a:t>将此统计量标准化，则</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73447"/>
                                        </p:tgtEl>
                                        <p:attrNameLst>
                                          <p:attrName>style.visibility</p:attrName>
                                        </p:attrNameLst>
                                      </p:cBhvr>
                                      <p:to>
                                        <p:strVal val="visible"/>
                                      </p:to>
                                    </p:set>
                                    <p:animEffect transition="in" filter="wipe(left)">
                                      <p:cBhvr>
                                        <p:cTn id="7" dur="1000"/>
                                        <p:tgtEl>
                                          <p:spTgt spid="5734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3448"/>
                                        </p:tgtEl>
                                        <p:attrNameLst>
                                          <p:attrName>style.visibility</p:attrName>
                                        </p:attrNameLst>
                                      </p:cBhvr>
                                      <p:to>
                                        <p:strVal val="visible"/>
                                      </p:to>
                                    </p:set>
                                    <p:animEffect transition="in" filter="wipe(left)">
                                      <p:cBhvr>
                                        <p:cTn id="12" dur="1000"/>
                                        <p:tgtEl>
                                          <p:spTgt spid="573448"/>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573453"/>
                                        </p:tgtEl>
                                        <p:attrNameLst>
                                          <p:attrName>style.visibility</p:attrName>
                                        </p:attrNameLst>
                                      </p:cBhvr>
                                      <p:to>
                                        <p:strVal val="visible"/>
                                      </p:to>
                                    </p:set>
                                    <p:animEffect transition="in" filter="wipe(left)">
                                      <p:cBhvr>
                                        <p:cTn id="16" dur="1000"/>
                                        <p:tgtEl>
                                          <p:spTgt spid="573453"/>
                                        </p:tgtEl>
                                      </p:cBhvr>
                                    </p:animEffect>
                                  </p:childTnLst>
                                </p:cTn>
                              </p:par>
                            </p:childTnLst>
                          </p:cTn>
                        </p:par>
                        <p:par>
                          <p:cTn id="17" fill="hold" nodeType="afterGroup">
                            <p:stCondLst>
                              <p:cond delay="2000"/>
                            </p:stCondLst>
                            <p:childTnLst>
                              <p:par>
                                <p:cTn id="18" presetID="22" presetClass="entr" presetSubtype="8" fill="hold" nodeType="afterEffect">
                                  <p:stCondLst>
                                    <p:cond delay="0"/>
                                  </p:stCondLst>
                                  <p:childTnLst>
                                    <p:set>
                                      <p:cBhvr>
                                        <p:cTn id="19" dur="1" fill="hold">
                                          <p:stCondLst>
                                            <p:cond delay="0"/>
                                          </p:stCondLst>
                                        </p:cTn>
                                        <p:tgtEl>
                                          <p:spTgt spid="573450"/>
                                        </p:tgtEl>
                                        <p:attrNameLst>
                                          <p:attrName>style.visibility</p:attrName>
                                        </p:attrNameLst>
                                      </p:cBhvr>
                                      <p:to>
                                        <p:strVal val="visible"/>
                                      </p:to>
                                    </p:set>
                                    <p:animEffect transition="in" filter="wipe(left)">
                                      <p:cBhvr>
                                        <p:cTn id="20" dur="1000"/>
                                        <p:tgtEl>
                                          <p:spTgt spid="573450"/>
                                        </p:tgtEl>
                                      </p:cBhvr>
                                    </p:animEffect>
                                  </p:childTnLst>
                                </p:cTn>
                              </p:par>
                            </p:childTnLst>
                          </p:cTn>
                        </p:par>
                        <p:par>
                          <p:cTn id="21" fill="hold" nodeType="afterGroup">
                            <p:stCondLst>
                              <p:cond delay="3000"/>
                            </p:stCondLst>
                            <p:childTnLst>
                              <p:par>
                                <p:cTn id="22" presetID="22" presetClass="entr" presetSubtype="8" fill="hold" grpId="0" nodeType="afterEffect">
                                  <p:stCondLst>
                                    <p:cond delay="0"/>
                                  </p:stCondLst>
                                  <p:childTnLst>
                                    <p:set>
                                      <p:cBhvr>
                                        <p:cTn id="23" dur="1" fill="hold">
                                          <p:stCondLst>
                                            <p:cond delay="0"/>
                                          </p:stCondLst>
                                        </p:cTn>
                                        <p:tgtEl>
                                          <p:spTgt spid="573456"/>
                                        </p:tgtEl>
                                        <p:attrNameLst>
                                          <p:attrName>style.visibility</p:attrName>
                                        </p:attrNameLst>
                                      </p:cBhvr>
                                      <p:to>
                                        <p:strVal val="visible"/>
                                      </p:to>
                                    </p:set>
                                    <p:animEffect transition="in" filter="wipe(left)">
                                      <p:cBhvr>
                                        <p:cTn id="24" dur="1000"/>
                                        <p:tgtEl>
                                          <p:spTgt spid="573456"/>
                                        </p:tgtEl>
                                      </p:cBhvr>
                                    </p:animEffect>
                                  </p:childTnLst>
                                </p:cTn>
                              </p:par>
                            </p:childTnLst>
                          </p:cTn>
                        </p:par>
                        <p:par>
                          <p:cTn id="25" fill="hold" nodeType="afterGroup">
                            <p:stCondLst>
                              <p:cond delay="4000"/>
                            </p:stCondLst>
                            <p:childTnLst>
                              <p:par>
                                <p:cTn id="26" presetID="12" presetClass="entr" presetSubtype="8" fill="hold" nodeType="afterEffect">
                                  <p:stCondLst>
                                    <p:cond delay="0"/>
                                  </p:stCondLst>
                                  <p:childTnLst>
                                    <p:set>
                                      <p:cBhvr>
                                        <p:cTn id="27" dur="1" fill="hold">
                                          <p:stCondLst>
                                            <p:cond delay="0"/>
                                          </p:stCondLst>
                                        </p:cTn>
                                        <p:tgtEl>
                                          <p:spTgt spid="573457"/>
                                        </p:tgtEl>
                                        <p:attrNameLst>
                                          <p:attrName>style.visibility</p:attrName>
                                        </p:attrNameLst>
                                      </p:cBhvr>
                                      <p:to>
                                        <p:strVal val="visible"/>
                                      </p:to>
                                    </p:set>
                                    <p:animEffect transition="in" filter="slide(fromLeft)">
                                      <p:cBhvr>
                                        <p:cTn id="28" dur="1000"/>
                                        <p:tgtEl>
                                          <p:spTgt spid="573457"/>
                                        </p:tgtEl>
                                      </p:cBhvr>
                                    </p:animEffect>
                                  </p:childTnLst>
                                </p:cTn>
                              </p:par>
                            </p:childTnLst>
                          </p:cTn>
                        </p:par>
                        <p:par>
                          <p:cTn id="29" fill="hold" nodeType="afterGroup">
                            <p:stCondLst>
                              <p:cond delay="5000"/>
                            </p:stCondLst>
                            <p:childTnLst>
                              <p:par>
                                <p:cTn id="30" presetID="12" presetClass="entr" presetSubtype="2" fill="hold" nodeType="afterEffect">
                                  <p:stCondLst>
                                    <p:cond delay="0"/>
                                  </p:stCondLst>
                                  <p:childTnLst>
                                    <p:set>
                                      <p:cBhvr>
                                        <p:cTn id="31" dur="1" fill="hold">
                                          <p:stCondLst>
                                            <p:cond delay="0"/>
                                          </p:stCondLst>
                                        </p:cTn>
                                        <p:tgtEl>
                                          <p:spTgt spid="573458"/>
                                        </p:tgtEl>
                                        <p:attrNameLst>
                                          <p:attrName>style.visibility</p:attrName>
                                        </p:attrNameLst>
                                      </p:cBhvr>
                                      <p:to>
                                        <p:strVal val="visible"/>
                                      </p:to>
                                    </p:set>
                                    <p:animEffect transition="in" filter="slide(fromRight)">
                                      <p:cBhvr>
                                        <p:cTn id="32" dur="1000"/>
                                        <p:tgtEl>
                                          <p:spTgt spid="57345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73449"/>
                                        </p:tgtEl>
                                        <p:attrNameLst>
                                          <p:attrName>style.visibility</p:attrName>
                                        </p:attrNameLst>
                                      </p:cBhvr>
                                      <p:to>
                                        <p:strVal val="visible"/>
                                      </p:to>
                                    </p:set>
                                    <p:animEffect transition="in" filter="wipe(left)">
                                      <p:cBhvr>
                                        <p:cTn id="37" dur="1000"/>
                                        <p:tgtEl>
                                          <p:spTgt spid="57344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73460"/>
                                        </p:tgtEl>
                                        <p:attrNameLst>
                                          <p:attrName>style.visibility</p:attrName>
                                        </p:attrNameLst>
                                      </p:cBhvr>
                                      <p:to>
                                        <p:strVal val="visible"/>
                                      </p:to>
                                    </p:set>
                                    <p:animEffect transition="in" filter="wipe(left)">
                                      <p:cBhvr>
                                        <p:cTn id="42" dur="1000"/>
                                        <p:tgtEl>
                                          <p:spTgt spid="573460"/>
                                        </p:tgtEl>
                                      </p:cBhvr>
                                    </p:animEffect>
                                  </p:childTnLst>
                                </p:cTn>
                              </p:par>
                            </p:childTnLst>
                          </p:cTn>
                        </p:par>
                        <p:par>
                          <p:cTn id="43" fill="hold" nodeType="afterGroup">
                            <p:stCondLst>
                              <p:cond delay="1000"/>
                            </p:stCondLst>
                            <p:childTnLst>
                              <p:par>
                                <p:cTn id="44" presetID="12" presetClass="entr" presetSubtype="2" fill="hold" nodeType="afterEffect">
                                  <p:stCondLst>
                                    <p:cond delay="0"/>
                                  </p:stCondLst>
                                  <p:childTnLst>
                                    <p:set>
                                      <p:cBhvr>
                                        <p:cTn id="45" dur="1" fill="hold">
                                          <p:stCondLst>
                                            <p:cond delay="0"/>
                                          </p:stCondLst>
                                        </p:cTn>
                                        <p:tgtEl>
                                          <p:spTgt spid="573459"/>
                                        </p:tgtEl>
                                        <p:attrNameLst>
                                          <p:attrName>style.visibility</p:attrName>
                                        </p:attrNameLst>
                                      </p:cBhvr>
                                      <p:to>
                                        <p:strVal val="visible"/>
                                      </p:to>
                                    </p:set>
                                    <p:animEffect transition="in" filter="slide(fromRight)">
                                      <p:cBhvr>
                                        <p:cTn id="46" dur="1000"/>
                                        <p:tgtEl>
                                          <p:spTgt spid="573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47" grpId="0"/>
      <p:bldP spid="573448" grpId="0"/>
      <p:bldP spid="573449" grpId="0"/>
      <p:bldP spid="573456" grpId="0"/>
      <p:bldP spid="57346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Rectangle 2">
            <a:extLst>
              <a:ext uri="{FF2B5EF4-FFF2-40B4-BE49-F238E27FC236}">
                <a16:creationId xmlns:a16="http://schemas.microsoft.com/office/drawing/2014/main" id="{6FB38BB2-4CF3-4FC4-ABC7-BA5334046FF9}"/>
              </a:ext>
            </a:extLst>
          </p:cNvPr>
          <p:cNvSpPr>
            <a:spLocks noChangeArrowheads="1"/>
          </p:cNvSpPr>
          <p:nvPr/>
        </p:nvSpPr>
        <p:spPr bwMode="auto">
          <a:xfrm>
            <a:off x="1524001" y="30204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74467" name="Object 3">
            <a:extLst>
              <a:ext uri="{FF2B5EF4-FFF2-40B4-BE49-F238E27FC236}">
                <a16:creationId xmlns:a16="http://schemas.microsoft.com/office/drawing/2014/main" id="{411A0BE8-C79D-4E48-87A8-F028B22F83F2}"/>
              </a:ext>
            </a:extLst>
          </p:cNvPr>
          <p:cNvGraphicFramePr>
            <a:graphicFrameLocks noChangeAspect="1"/>
          </p:cNvGraphicFramePr>
          <p:nvPr/>
        </p:nvGraphicFramePr>
        <p:xfrm>
          <a:off x="4727575" y="1773238"/>
          <a:ext cx="4787900" cy="1712912"/>
        </p:xfrm>
        <a:graphic>
          <a:graphicData uri="http://schemas.openxmlformats.org/presentationml/2006/ole">
            <mc:AlternateContent xmlns:mc="http://schemas.openxmlformats.org/markup-compatibility/2006">
              <mc:Choice xmlns:v="urn:schemas-microsoft-com:vml" Requires="v">
                <p:oleObj spid="_x0000_s33794" name="公式" r:id="rId3" imgW="2425680" imgH="863280" progId="Equation.3">
                  <p:embed/>
                </p:oleObj>
              </mc:Choice>
              <mc:Fallback>
                <p:oleObj name="公式" r:id="rId3" imgW="2425680" imgH="863280" progId="Equation.3">
                  <p:embed/>
                  <p:pic>
                    <p:nvPicPr>
                      <p:cNvPr id="574467" name="Object 3">
                        <a:extLst>
                          <a:ext uri="{FF2B5EF4-FFF2-40B4-BE49-F238E27FC236}">
                            <a16:creationId xmlns:a16="http://schemas.microsoft.com/office/drawing/2014/main" id="{411A0BE8-C79D-4E48-87A8-F028B22F83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7575" y="1773238"/>
                        <a:ext cx="4787900" cy="1712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4468" name="Rectangle 4">
            <a:extLst>
              <a:ext uri="{FF2B5EF4-FFF2-40B4-BE49-F238E27FC236}">
                <a16:creationId xmlns:a16="http://schemas.microsoft.com/office/drawing/2014/main" id="{3AC57570-E5CB-4EBB-8DB0-67702FCF873F}"/>
              </a:ext>
            </a:extLst>
          </p:cNvPr>
          <p:cNvSpPr>
            <a:spLocks noChangeArrowheads="1"/>
          </p:cNvSpPr>
          <p:nvPr/>
        </p:nvSpPr>
        <p:spPr bwMode="auto">
          <a:xfrm>
            <a:off x="1524001" y="3644901"/>
            <a:ext cx="84248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en-US" altLang="zh-CN" sz="2800" b="1">
                <a:ea typeface="楷体_GB2312" pitchFamily="49" charset="-122"/>
              </a:rPr>
              <a:t>(3)</a:t>
            </a:r>
            <a:r>
              <a:rPr lang="zh-CN" altLang="en-US" sz="2800" b="1">
                <a:ea typeface="楷体_GB2312" pitchFamily="49" charset="-122"/>
              </a:rPr>
              <a:t>对于给定的显著性水平</a:t>
            </a:r>
            <a:r>
              <a:rPr lang="el-GR" altLang="zh-CN" sz="2800" b="1" i="1">
                <a:ea typeface="楷体_GB2312" pitchFamily="49" charset="-122"/>
                <a:cs typeface="Times New Roman" panose="02020603050405020304" pitchFamily="18" charset="0"/>
              </a:rPr>
              <a:t>α</a:t>
            </a:r>
            <a:r>
              <a:rPr lang="zh-CN" altLang="en-US" sz="2800" b="1">
                <a:ea typeface="楷体_GB2312" pitchFamily="49" charset="-122"/>
              </a:rPr>
              <a:t>，拒绝域为：</a:t>
            </a:r>
          </a:p>
        </p:txBody>
      </p:sp>
      <p:sp>
        <p:nvSpPr>
          <p:cNvPr id="574469" name="Rectangle 5">
            <a:extLst>
              <a:ext uri="{FF2B5EF4-FFF2-40B4-BE49-F238E27FC236}">
                <a16:creationId xmlns:a16="http://schemas.microsoft.com/office/drawing/2014/main" id="{134BC95C-7E41-44FE-903A-5482DD620FC3}"/>
              </a:ext>
            </a:extLst>
          </p:cNvPr>
          <p:cNvSpPr>
            <a:spLocks noChangeArrowheads="1"/>
          </p:cNvSpPr>
          <p:nvPr/>
        </p:nvSpPr>
        <p:spPr bwMode="auto">
          <a:xfrm>
            <a:off x="1847851" y="188913"/>
            <a:ext cx="55419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对总体相关系数假设检验的步骤：</a:t>
            </a:r>
          </a:p>
        </p:txBody>
      </p:sp>
      <p:sp>
        <p:nvSpPr>
          <p:cNvPr id="574470" name="Rectangle 6">
            <a:extLst>
              <a:ext uri="{FF2B5EF4-FFF2-40B4-BE49-F238E27FC236}">
                <a16:creationId xmlns:a16="http://schemas.microsoft.com/office/drawing/2014/main" id="{C317CB3A-0FC0-4639-8D8A-32DD2D294905}"/>
              </a:ext>
            </a:extLst>
          </p:cNvPr>
          <p:cNvSpPr>
            <a:spLocks noChangeArrowheads="1"/>
          </p:cNvSpPr>
          <p:nvPr/>
        </p:nvSpPr>
        <p:spPr bwMode="auto">
          <a:xfrm>
            <a:off x="1524001" y="2133601"/>
            <a:ext cx="45370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en-US" altLang="zh-CN" sz="2800" b="1">
                <a:ea typeface="楷体_GB2312" pitchFamily="49" charset="-122"/>
              </a:rPr>
              <a:t>(2)</a:t>
            </a:r>
            <a:r>
              <a:rPr lang="zh-CN" altLang="en-US" sz="2800" b="1">
                <a:ea typeface="楷体_GB2312" pitchFamily="49" charset="-122"/>
              </a:rPr>
              <a:t>取检验统计量：</a:t>
            </a:r>
          </a:p>
        </p:txBody>
      </p:sp>
      <p:grpSp>
        <p:nvGrpSpPr>
          <p:cNvPr id="574471" name="Group 7">
            <a:extLst>
              <a:ext uri="{FF2B5EF4-FFF2-40B4-BE49-F238E27FC236}">
                <a16:creationId xmlns:a16="http://schemas.microsoft.com/office/drawing/2014/main" id="{1D87CD49-33B3-483C-823F-119851A56265}"/>
              </a:ext>
            </a:extLst>
          </p:cNvPr>
          <p:cNvGrpSpPr>
            <a:grpSpLocks/>
          </p:cNvGrpSpPr>
          <p:nvPr/>
        </p:nvGrpSpPr>
        <p:grpSpPr bwMode="auto">
          <a:xfrm>
            <a:off x="1524001" y="1052514"/>
            <a:ext cx="8755063" cy="530225"/>
            <a:chOff x="0" y="663"/>
            <a:chExt cx="5515" cy="334"/>
          </a:xfrm>
        </p:grpSpPr>
        <p:graphicFrame>
          <p:nvGraphicFramePr>
            <p:cNvPr id="574472" name="Object 8">
              <a:extLst>
                <a:ext uri="{FF2B5EF4-FFF2-40B4-BE49-F238E27FC236}">
                  <a16:creationId xmlns:a16="http://schemas.microsoft.com/office/drawing/2014/main" id="{640D1833-17CA-436F-88DE-C2B09E268F15}"/>
                </a:ext>
              </a:extLst>
            </p:cNvPr>
            <p:cNvGraphicFramePr>
              <a:graphicFrameLocks noChangeAspect="1"/>
            </p:cNvGraphicFramePr>
            <p:nvPr/>
          </p:nvGraphicFramePr>
          <p:xfrm>
            <a:off x="1497" y="663"/>
            <a:ext cx="1361" cy="334"/>
          </p:xfrm>
          <a:graphic>
            <a:graphicData uri="http://schemas.openxmlformats.org/presentationml/2006/ole">
              <mc:AlternateContent xmlns:mc="http://schemas.openxmlformats.org/markup-compatibility/2006">
                <mc:Choice xmlns:v="urn:schemas-microsoft-com:vml" Requires="v">
                  <p:oleObj spid="_x0000_s33795" name="公式" r:id="rId5" imgW="927000" imgH="228600" progId="Equation.3">
                    <p:embed/>
                  </p:oleObj>
                </mc:Choice>
                <mc:Fallback>
                  <p:oleObj name="公式" r:id="rId5" imgW="927000" imgH="228600" progId="Equation.3">
                    <p:embed/>
                    <p:pic>
                      <p:nvPicPr>
                        <p:cNvPr id="574472" name="Object 8">
                          <a:extLst>
                            <a:ext uri="{FF2B5EF4-FFF2-40B4-BE49-F238E27FC236}">
                              <a16:creationId xmlns:a16="http://schemas.microsoft.com/office/drawing/2014/main" id="{640D1833-17CA-436F-88DE-C2B09E268F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7" y="663"/>
                          <a:ext cx="1361" cy="3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4473" name="Rectangle 9">
              <a:extLst>
                <a:ext uri="{FF2B5EF4-FFF2-40B4-BE49-F238E27FC236}">
                  <a16:creationId xmlns:a16="http://schemas.microsoft.com/office/drawing/2014/main" id="{EEB58BDF-F020-412D-B95B-A1BC7D4BC996}"/>
                </a:ext>
              </a:extLst>
            </p:cNvPr>
            <p:cNvSpPr>
              <a:spLocks noChangeArrowheads="1"/>
            </p:cNvSpPr>
            <p:nvPr/>
          </p:nvSpPr>
          <p:spPr bwMode="auto">
            <a:xfrm>
              <a:off x="0" y="663"/>
              <a:ext cx="242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en-US" altLang="zh-CN" sz="2800" b="1">
                  <a:ea typeface="楷体_GB2312" pitchFamily="49" charset="-122"/>
                </a:rPr>
                <a:t>(1)</a:t>
              </a:r>
              <a:r>
                <a:rPr lang="zh-CN" altLang="en-US" sz="2800" b="1">
                  <a:ea typeface="楷体_GB2312" pitchFamily="49" charset="-122"/>
                </a:rPr>
                <a:t>提出原假设</a:t>
              </a:r>
            </a:p>
          </p:txBody>
        </p:sp>
        <p:sp>
          <p:nvSpPr>
            <p:cNvPr id="574474" name="Rectangle 10">
              <a:extLst>
                <a:ext uri="{FF2B5EF4-FFF2-40B4-BE49-F238E27FC236}">
                  <a16:creationId xmlns:a16="http://schemas.microsoft.com/office/drawing/2014/main" id="{9149D6AC-7F19-4CA1-9BB9-7368420CDC6C}"/>
                </a:ext>
              </a:extLst>
            </p:cNvPr>
            <p:cNvSpPr>
              <a:spLocks noChangeArrowheads="1"/>
            </p:cNvSpPr>
            <p:nvPr/>
          </p:nvSpPr>
          <p:spPr bwMode="auto">
            <a:xfrm>
              <a:off x="2903" y="663"/>
              <a:ext cx="208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zh-CN" altLang="en-US" sz="2800" b="1">
                  <a:ea typeface="楷体_GB2312" pitchFamily="49" charset="-122"/>
                </a:rPr>
                <a:t>和备择假设</a:t>
              </a:r>
            </a:p>
          </p:txBody>
        </p:sp>
        <p:graphicFrame>
          <p:nvGraphicFramePr>
            <p:cNvPr id="574475" name="Object 11">
              <a:extLst>
                <a:ext uri="{FF2B5EF4-FFF2-40B4-BE49-F238E27FC236}">
                  <a16:creationId xmlns:a16="http://schemas.microsoft.com/office/drawing/2014/main" id="{21DAE799-1E02-4E03-8B3B-B4BA763588A0}"/>
                </a:ext>
              </a:extLst>
            </p:cNvPr>
            <p:cNvGraphicFramePr>
              <a:graphicFrameLocks noChangeAspect="1"/>
            </p:cNvGraphicFramePr>
            <p:nvPr/>
          </p:nvGraphicFramePr>
          <p:xfrm>
            <a:off x="4173" y="663"/>
            <a:ext cx="1342" cy="334"/>
          </p:xfrm>
          <a:graphic>
            <a:graphicData uri="http://schemas.openxmlformats.org/presentationml/2006/ole">
              <mc:AlternateContent xmlns:mc="http://schemas.openxmlformats.org/markup-compatibility/2006">
                <mc:Choice xmlns:v="urn:schemas-microsoft-com:vml" Requires="v">
                  <p:oleObj spid="_x0000_s33796" name="公式" r:id="rId7" imgW="914400" imgH="228600" progId="Equation.3">
                    <p:embed/>
                  </p:oleObj>
                </mc:Choice>
                <mc:Fallback>
                  <p:oleObj name="公式" r:id="rId7" imgW="914400" imgH="228600" progId="Equation.3">
                    <p:embed/>
                    <p:pic>
                      <p:nvPicPr>
                        <p:cNvPr id="574475" name="Object 11">
                          <a:extLst>
                            <a:ext uri="{FF2B5EF4-FFF2-40B4-BE49-F238E27FC236}">
                              <a16:creationId xmlns:a16="http://schemas.microsoft.com/office/drawing/2014/main" id="{21DAE799-1E02-4E03-8B3B-B4BA763588A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73" y="663"/>
                          <a:ext cx="1342" cy="3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574476" name="Object 12">
            <a:extLst>
              <a:ext uri="{FF2B5EF4-FFF2-40B4-BE49-F238E27FC236}">
                <a16:creationId xmlns:a16="http://schemas.microsoft.com/office/drawing/2014/main" id="{C15255AC-138A-4A5C-88A2-7BB0F30C0CE9}"/>
              </a:ext>
            </a:extLst>
          </p:cNvPr>
          <p:cNvGraphicFramePr>
            <a:graphicFrameLocks noChangeAspect="1"/>
          </p:cNvGraphicFramePr>
          <p:nvPr/>
        </p:nvGraphicFramePr>
        <p:xfrm>
          <a:off x="7967663" y="3644901"/>
          <a:ext cx="2455862" cy="512763"/>
        </p:xfrm>
        <a:graphic>
          <a:graphicData uri="http://schemas.openxmlformats.org/presentationml/2006/ole">
            <mc:AlternateContent xmlns:mc="http://schemas.openxmlformats.org/markup-compatibility/2006">
              <mc:Choice xmlns:v="urn:schemas-microsoft-com:vml" Requires="v">
                <p:oleObj spid="_x0000_s33797" name="公式" r:id="rId9" imgW="1091880" imgH="228600" progId="Equation.3">
                  <p:embed/>
                </p:oleObj>
              </mc:Choice>
              <mc:Fallback>
                <p:oleObj name="公式" r:id="rId9" imgW="1091880" imgH="228600" progId="Equation.3">
                  <p:embed/>
                  <p:pic>
                    <p:nvPicPr>
                      <p:cNvPr id="574476" name="Object 12">
                        <a:extLst>
                          <a:ext uri="{FF2B5EF4-FFF2-40B4-BE49-F238E27FC236}">
                            <a16:creationId xmlns:a16="http://schemas.microsoft.com/office/drawing/2014/main" id="{C15255AC-138A-4A5C-88A2-7BB0F30C0CE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67663" y="3644901"/>
                        <a:ext cx="2455862"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4477" name="Rectangle 13">
            <a:extLst>
              <a:ext uri="{FF2B5EF4-FFF2-40B4-BE49-F238E27FC236}">
                <a16:creationId xmlns:a16="http://schemas.microsoft.com/office/drawing/2014/main" id="{FA3EC366-C8E0-4D29-A96F-BB91ACFE5DAB}"/>
              </a:ext>
            </a:extLst>
          </p:cNvPr>
          <p:cNvSpPr>
            <a:spLocks noChangeArrowheads="1"/>
          </p:cNvSpPr>
          <p:nvPr/>
        </p:nvSpPr>
        <p:spPr bwMode="auto">
          <a:xfrm>
            <a:off x="1524001" y="4292601"/>
            <a:ext cx="8964613" cy="1308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ea typeface="楷体_GB2312" pitchFamily="49" charset="-122"/>
              </a:rPr>
              <a:t>(4)</a:t>
            </a:r>
            <a:r>
              <a:rPr lang="zh-CN" altLang="en-US" sz="2800" b="1">
                <a:ea typeface="楷体_GB2312" pitchFamily="49" charset="-122"/>
              </a:rPr>
              <a:t>计算检验统计量的观察值</a:t>
            </a:r>
            <a:r>
              <a:rPr lang="en-US" altLang="zh-CN" sz="2800" b="1" i="1">
                <a:ea typeface="楷体_GB2312" pitchFamily="49" charset="-122"/>
              </a:rPr>
              <a:t>z</a:t>
            </a:r>
            <a:r>
              <a:rPr lang="zh-CN" altLang="en-US" sz="2800" b="1">
                <a:ea typeface="楷体_GB2312" pitchFamily="49" charset="-122"/>
              </a:rPr>
              <a:t>，若</a:t>
            </a:r>
            <a:r>
              <a:rPr lang="en-US" altLang="zh-CN" sz="2800" b="1" i="1">
                <a:ea typeface="楷体_GB2312" pitchFamily="49" charset="-122"/>
              </a:rPr>
              <a:t>z</a:t>
            </a:r>
            <a:r>
              <a:rPr lang="en-US" altLang="zh-CN" sz="2800" b="1">
                <a:ea typeface="楷体_GB2312" pitchFamily="49" charset="-122"/>
              </a:rPr>
              <a:t> </a:t>
            </a:r>
            <a:r>
              <a:rPr lang="en-US" altLang="zh-CN" sz="2800" b="1">
                <a:effectLst>
                  <a:outerShdw blurRad="38100" dist="38100" dir="2700000" algn="tl">
                    <a:srgbClr val="C0C0C0"/>
                  </a:outerShdw>
                </a:effectLst>
              </a:rPr>
              <a:t>∈</a:t>
            </a:r>
            <a:r>
              <a:rPr lang="en-US" altLang="zh-CN" sz="2800" b="1" i="1">
                <a:ea typeface="楷体_GB2312" pitchFamily="49" charset="-122"/>
              </a:rPr>
              <a:t>W</a:t>
            </a:r>
            <a:r>
              <a:rPr lang="zh-CN" altLang="en-US" sz="2800" b="1">
                <a:effectLst>
                  <a:outerShdw blurRad="38100" dist="38100" dir="2700000" algn="tl">
                    <a:srgbClr val="C0C0C0"/>
                  </a:outerShdw>
                </a:effectLst>
                <a:ea typeface="楷体_GB2312" pitchFamily="49" charset="-122"/>
              </a:rPr>
              <a:t>，</a:t>
            </a:r>
            <a:r>
              <a:rPr lang="zh-CN" altLang="en-US" sz="2800" b="1">
                <a:ea typeface="楷体_GB2312" pitchFamily="49" charset="-122"/>
              </a:rPr>
              <a:t>则拒绝</a:t>
            </a:r>
            <a:r>
              <a:rPr lang="en-US" altLang="zh-CN" sz="2800" b="1">
                <a:ea typeface="楷体_GB2312" pitchFamily="49" charset="-122"/>
              </a:rPr>
              <a:t>H</a:t>
            </a:r>
            <a:r>
              <a:rPr lang="en-US" altLang="zh-CN" sz="2800" b="1" baseline="-25000">
                <a:ea typeface="楷体_GB2312" pitchFamily="49" charset="-122"/>
              </a:rPr>
              <a:t>0</a:t>
            </a:r>
            <a:r>
              <a:rPr lang="zh-CN" altLang="en-US" sz="2800" b="1">
                <a:ea typeface="楷体_GB2312" pitchFamily="49" charset="-122"/>
              </a:rPr>
              <a:t>，否则，接受</a:t>
            </a:r>
            <a:r>
              <a:rPr lang="en-US" altLang="zh-CN" sz="2800" b="1">
                <a:ea typeface="楷体_GB2312" pitchFamily="49" charset="-122"/>
              </a:rPr>
              <a:t>H</a:t>
            </a:r>
            <a:r>
              <a:rPr lang="en-US" altLang="zh-CN" sz="2800" b="1" baseline="-25000">
                <a:ea typeface="楷体_GB2312" pitchFamily="49" charset="-122"/>
              </a:rPr>
              <a:t>0 </a:t>
            </a:r>
            <a:r>
              <a:rPr lang="en-US" altLang="zh-CN" sz="2800" b="1">
                <a:ea typeface="楷体_GB2312" pitchFamily="49" charset="-122"/>
              </a:rPr>
              <a:t>.</a:t>
            </a:r>
            <a:endParaRPr lang="zh-CN" altLang="zh-CN" sz="2800" b="1">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74469"/>
                                        </p:tgtEl>
                                        <p:attrNameLst>
                                          <p:attrName>style.visibility</p:attrName>
                                        </p:attrNameLst>
                                      </p:cBhvr>
                                      <p:to>
                                        <p:strVal val="visible"/>
                                      </p:to>
                                    </p:set>
                                    <p:animEffect transition="in" filter="wipe(left)">
                                      <p:cBhvr>
                                        <p:cTn id="7" dur="1000"/>
                                        <p:tgtEl>
                                          <p:spTgt spid="5744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74471"/>
                                        </p:tgtEl>
                                        <p:attrNameLst>
                                          <p:attrName>style.visibility</p:attrName>
                                        </p:attrNameLst>
                                      </p:cBhvr>
                                      <p:to>
                                        <p:strVal val="visible"/>
                                      </p:to>
                                    </p:set>
                                    <p:animEffect transition="in" filter="wipe(left)">
                                      <p:cBhvr>
                                        <p:cTn id="12" dur="1000"/>
                                        <p:tgtEl>
                                          <p:spTgt spid="5744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4470"/>
                                        </p:tgtEl>
                                        <p:attrNameLst>
                                          <p:attrName>style.visibility</p:attrName>
                                        </p:attrNameLst>
                                      </p:cBhvr>
                                      <p:to>
                                        <p:strVal val="visible"/>
                                      </p:to>
                                    </p:set>
                                    <p:animEffect transition="in" filter="wipe(left)">
                                      <p:cBhvr>
                                        <p:cTn id="17" dur="1000"/>
                                        <p:tgtEl>
                                          <p:spTgt spid="574470"/>
                                        </p:tgtEl>
                                      </p:cBhvr>
                                    </p:animEffect>
                                  </p:childTnLst>
                                </p:cTn>
                              </p:par>
                            </p:childTnLst>
                          </p:cTn>
                        </p:par>
                        <p:par>
                          <p:cTn id="18" fill="hold" nodeType="afterGroup">
                            <p:stCondLst>
                              <p:cond delay="1000"/>
                            </p:stCondLst>
                            <p:childTnLst>
                              <p:par>
                                <p:cTn id="19" presetID="12" presetClass="entr" presetSubtype="2" fill="hold" nodeType="afterEffect">
                                  <p:stCondLst>
                                    <p:cond delay="0"/>
                                  </p:stCondLst>
                                  <p:childTnLst>
                                    <p:set>
                                      <p:cBhvr>
                                        <p:cTn id="20" dur="1" fill="hold">
                                          <p:stCondLst>
                                            <p:cond delay="0"/>
                                          </p:stCondLst>
                                        </p:cTn>
                                        <p:tgtEl>
                                          <p:spTgt spid="574467"/>
                                        </p:tgtEl>
                                        <p:attrNameLst>
                                          <p:attrName>style.visibility</p:attrName>
                                        </p:attrNameLst>
                                      </p:cBhvr>
                                      <p:to>
                                        <p:strVal val="visible"/>
                                      </p:to>
                                    </p:set>
                                    <p:animEffect transition="in" filter="slide(fromRight)">
                                      <p:cBhvr>
                                        <p:cTn id="21" dur="1000"/>
                                        <p:tgtEl>
                                          <p:spTgt spid="57446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74468"/>
                                        </p:tgtEl>
                                        <p:attrNameLst>
                                          <p:attrName>style.visibility</p:attrName>
                                        </p:attrNameLst>
                                      </p:cBhvr>
                                      <p:to>
                                        <p:strVal val="visible"/>
                                      </p:to>
                                    </p:set>
                                    <p:animEffect transition="in" filter="wipe(left)">
                                      <p:cBhvr>
                                        <p:cTn id="26" dur="1000"/>
                                        <p:tgtEl>
                                          <p:spTgt spid="574468"/>
                                        </p:tgtEl>
                                      </p:cBhvr>
                                    </p:animEffect>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574476"/>
                                        </p:tgtEl>
                                        <p:attrNameLst>
                                          <p:attrName>style.visibility</p:attrName>
                                        </p:attrNameLst>
                                      </p:cBhvr>
                                      <p:to>
                                        <p:strVal val="visible"/>
                                      </p:to>
                                    </p:set>
                                    <p:animEffect transition="in" filter="wipe(left)">
                                      <p:cBhvr>
                                        <p:cTn id="30" dur="1000"/>
                                        <p:tgtEl>
                                          <p:spTgt spid="57447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574477"/>
                                        </p:tgtEl>
                                        <p:attrNameLst>
                                          <p:attrName>style.visibility</p:attrName>
                                        </p:attrNameLst>
                                      </p:cBhvr>
                                      <p:to>
                                        <p:strVal val="visible"/>
                                      </p:to>
                                    </p:set>
                                    <p:animEffect transition="in" filter="slide(fromBottom)">
                                      <p:cBhvr>
                                        <p:cTn id="35" dur="1000"/>
                                        <p:tgtEl>
                                          <p:spTgt spid="574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468" grpId="0"/>
      <p:bldP spid="574469" grpId="0"/>
      <p:bldP spid="574470" grpId="0"/>
      <p:bldP spid="57447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a:extLst>
              <a:ext uri="{FF2B5EF4-FFF2-40B4-BE49-F238E27FC236}">
                <a16:creationId xmlns:a16="http://schemas.microsoft.com/office/drawing/2014/main" id="{5E78835F-4B5D-4EE2-971A-328A7E6D50F9}"/>
              </a:ext>
            </a:extLst>
          </p:cNvPr>
          <p:cNvSpPr>
            <a:spLocks noChangeArrowheads="1"/>
          </p:cNvSpPr>
          <p:nvPr/>
        </p:nvSpPr>
        <p:spPr bwMode="auto">
          <a:xfrm>
            <a:off x="1919289" y="404813"/>
            <a:ext cx="8353425" cy="140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20000"/>
              </a:spcBef>
            </a:pPr>
            <a:r>
              <a:rPr lang="zh-CN" altLang="en-US" sz="3200" b="1">
                <a:solidFill>
                  <a:srgbClr val="0000FF"/>
                </a:solidFill>
                <a:ea typeface="楷体_GB2312" pitchFamily="49" charset="-122"/>
              </a:rPr>
              <a:t>例</a:t>
            </a:r>
            <a:r>
              <a:rPr lang="en-US" altLang="zh-CN" sz="3200" b="1">
                <a:solidFill>
                  <a:srgbClr val="0000FF"/>
                </a:solidFill>
                <a:ea typeface="楷体_GB2312" pitchFamily="49" charset="-122"/>
              </a:rPr>
              <a:t>2.</a:t>
            </a:r>
            <a:r>
              <a:rPr lang="zh-CN" altLang="en-US" sz="2800" b="1">
                <a:ea typeface="楷体_GB2312" pitchFamily="49" charset="-122"/>
              </a:rPr>
              <a:t>（续例</a:t>
            </a:r>
            <a:r>
              <a:rPr lang="en-US" altLang="zh-CN" sz="2800" b="1">
                <a:ea typeface="楷体_GB2312" pitchFamily="49" charset="-122"/>
              </a:rPr>
              <a:t>1)</a:t>
            </a:r>
            <a:r>
              <a:rPr lang="zh-CN" altLang="en-US" sz="2800" b="1">
                <a:ea typeface="楷体_GB2312" pitchFamily="49" charset="-122"/>
              </a:rPr>
              <a:t>在显著性水平</a:t>
            </a:r>
            <a:r>
              <a:rPr lang="el-GR" altLang="zh-CN" sz="2800" b="1" i="1">
                <a:ea typeface="楷体_GB2312" pitchFamily="49" charset="-122"/>
                <a:cs typeface="Times New Roman" panose="02020603050405020304" pitchFamily="18" charset="0"/>
              </a:rPr>
              <a:t>α</a:t>
            </a:r>
            <a:r>
              <a:rPr lang="en-US" altLang="zh-CN" sz="2800" b="1">
                <a:ea typeface="楷体_GB2312" pitchFamily="49" charset="-122"/>
                <a:cs typeface="Times New Roman" panose="02020603050405020304" pitchFamily="18" charset="0"/>
              </a:rPr>
              <a:t>=0.05</a:t>
            </a:r>
            <a:r>
              <a:rPr lang="zh-CN" altLang="en-US" sz="2800" b="1">
                <a:ea typeface="楷体_GB2312" pitchFamily="49" charset="-122"/>
              </a:rPr>
              <a:t>下，是否可以认为总体相关系数 </a:t>
            </a:r>
            <a:r>
              <a:rPr lang="el-GR" altLang="zh-CN" sz="2800" b="1" i="1">
                <a:ea typeface="楷体_GB2312" pitchFamily="49" charset="-122"/>
              </a:rPr>
              <a:t>ρ</a:t>
            </a:r>
            <a:r>
              <a:rPr lang="en-US" altLang="zh-CN" sz="2800" b="1" baseline="-25000">
                <a:ea typeface="楷体_GB2312" pitchFamily="49" charset="-122"/>
              </a:rPr>
              <a:t>XY</a:t>
            </a:r>
            <a:r>
              <a:rPr lang="en-US" altLang="zh-CN" sz="2800" b="1">
                <a:ea typeface="楷体_GB2312" pitchFamily="49" charset="-122"/>
              </a:rPr>
              <a:t> =0.7</a:t>
            </a:r>
            <a:r>
              <a:rPr lang="zh-CN" altLang="en-US" sz="2800" b="1">
                <a:ea typeface="楷体_GB2312" pitchFamily="49" charset="-122"/>
              </a:rPr>
              <a:t>？</a:t>
            </a:r>
          </a:p>
        </p:txBody>
      </p:sp>
      <p:sp>
        <p:nvSpPr>
          <p:cNvPr id="575491" name="Rectangle 3">
            <a:extLst>
              <a:ext uri="{FF2B5EF4-FFF2-40B4-BE49-F238E27FC236}">
                <a16:creationId xmlns:a16="http://schemas.microsoft.com/office/drawing/2014/main" id="{EEB5C77C-93DE-4201-A046-4266758F32CC}"/>
              </a:ext>
            </a:extLst>
          </p:cNvPr>
          <p:cNvSpPr>
            <a:spLocks noChangeArrowheads="1"/>
          </p:cNvSpPr>
          <p:nvPr/>
        </p:nvSpPr>
        <p:spPr bwMode="auto">
          <a:xfrm>
            <a:off x="1774826" y="2060575"/>
            <a:ext cx="10001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a:solidFill>
                  <a:srgbClr val="0000FF"/>
                </a:solidFill>
                <a:ea typeface="楷体_GB2312" pitchFamily="49" charset="-122"/>
              </a:rPr>
              <a:t>解：</a:t>
            </a:r>
          </a:p>
        </p:txBody>
      </p:sp>
      <p:grpSp>
        <p:nvGrpSpPr>
          <p:cNvPr id="575492" name="Group 4">
            <a:extLst>
              <a:ext uri="{FF2B5EF4-FFF2-40B4-BE49-F238E27FC236}">
                <a16:creationId xmlns:a16="http://schemas.microsoft.com/office/drawing/2014/main" id="{1C0812DA-4064-447D-B1E9-67D2633BCE4E}"/>
              </a:ext>
            </a:extLst>
          </p:cNvPr>
          <p:cNvGrpSpPr>
            <a:grpSpLocks/>
          </p:cNvGrpSpPr>
          <p:nvPr/>
        </p:nvGrpSpPr>
        <p:grpSpPr bwMode="auto">
          <a:xfrm>
            <a:off x="2640013" y="2205039"/>
            <a:ext cx="7531100" cy="530225"/>
            <a:chOff x="703" y="1389"/>
            <a:chExt cx="4744" cy="334"/>
          </a:xfrm>
        </p:grpSpPr>
        <p:graphicFrame>
          <p:nvGraphicFramePr>
            <p:cNvPr id="575493" name="Object 5">
              <a:extLst>
                <a:ext uri="{FF2B5EF4-FFF2-40B4-BE49-F238E27FC236}">
                  <a16:creationId xmlns:a16="http://schemas.microsoft.com/office/drawing/2014/main" id="{67715A29-0B19-4A0E-A737-4E12A1267802}"/>
                </a:ext>
              </a:extLst>
            </p:cNvPr>
            <p:cNvGraphicFramePr>
              <a:graphicFrameLocks noChangeAspect="1"/>
            </p:cNvGraphicFramePr>
            <p:nvPr/>
          </p:nvGraphicFramePr>
          <p:xfrm>
            <a:off x="1474" y="1389"/>
            <a:ext cx="1454" cy="334"/>
          </p:xfrm>
          <a:graphic>
            <a:graphicData uri="http://schemas.openxmlformats.org/presentationml/2006/ole">
              <mc:AlternateContent xmlns:mc="http://schemas.openxmlformats.org/markup-compatibility/2006">
                <mc:Choice xmlns:v="urn:schemas-microsoft-com:vml" Requires="v">
                  <p:oleObj spid="_x0000_s34818" name="公式" r:id="rId3" imgW="990360" imgH="228600" progId="Equation.3">
                    <p:embed/>
                  </p:oleObj>
                </mc:Choice>
                <mc:Fallback>
                  <p:oleObj name="公式" r:id="rId3" imgW="990360" imgH="228600" progId="Equation.3">
                    <p:embed/>
                    <p:pic>
                      <p:nvPicPr>
                        <p:cNvPr id="575493" name="Object 5">
                          <a:extLst>
                            <a:ext uri="{FF2B5EF4-FFF2-40B4-BE49-F238E27FC236}">
                              <a16:creationId xmlns:a16="http://schemas.microsoft.com/office/drawing/2014/main" id="{67715A29-0B19-4A0E-A737-4E12A12678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4" y="1389"/>
                          <a:ext cx="1454" cy="3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5494" name="Rectangle 6">
              <a:extLst>
                <a:ext uri="{FF2B5EF4-FFF2-40B4-BE49-F238E27FC236}">
                  <a16:creationId xmlns:a16="http://schemas.microsoft.com/office/drawing/2014/main" id="{D41F97A7-2DD6-4D0F-A5BA-2395E16E9116}"/>
                </a:ext>
              </a:extLst>
            </p:cNvPr>
            <p:cNvSpPr>
              <a:spLocks noChangeArrowheads="1"/>
            </p:cNvSpPr>
            <p:nvPr/>
          </p:nvSpPr>
          <p:spPr bwMode="auto">
            <a:xfrm>
              <a:off x="703" y="1389"/>
              <a:ext cx="185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zh-CN" altLang="en-US" sz="2800" b="1">
                  <a:ea typeface="楷体_GB2312" pitchFamily="49" charset="-122"/>
                </a:rPr>
                <a:t>原假设</a:t>
              </a:r>
            </a:p>
          </p:txBody>
        </p:sp>
        <p:sp>
          <p:nvSpPr>
            <p:cNvPr id="575495" name="Rectangle 7">
              <a:extLst>
                <a:ext uri="{FF2B5EF4-FFF2-40B4-BE49-F238E27FC236}">
                  <a16:creationId xmlns:a16="http://schemas.microsoft.com/office/drawing/2014/main" id="{514FFEB1-8349-46DD-B595-49EB5BF02ACF}"/>
                </a:ext>
              </a:extLst>
            </p:cNvPr>
            <p:cNvSpPr>
              <a:spLocks noChangeArrowheads="1"/>
            </p:cNvSpPr>
            <p:nvPr/>
          </p:nvSpPr>
          <p:spPr bwMode="auto">
            <a:xfrm>
              <a:off x="3061" y="1389"/>
              <a:ext cx="208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zh-CN" altLang="en-US" sz="2800" b="1">
                  <a:ea typeface="楷体_GB2312" pitchFamily="49" charset="-122"/>
                </a:rPr>
                <a:t>备择假设</a:t>
              </a:r>
            </a:p>
          </p:txBody>
        </p:sp>
        <p:graphicFrame>
          <p:nvGraphicFramePr>
            <p:cNvPr id="575496" name="Object 8">
              <a:extLst>
                <a:ext uri="{FF2B5EF4-FFF2-40B4-BE49-F238E27FC236}">
                  <a16:creationId xmlns:a16="http://schemas.microsoft.com/office/drawing/2014/main" id="{36E3F36C-C5F5-47C0-81D0-D72D49303BC5}"/>
                </a:ext>
              </a:extLst>
            </p:cNvPr>
            <p:cNvGraphicFramePr>
              <a:graphicFrameLocks noChangeAspect="1"/>
            </p:cNvGraphicFramePr>
            <p:nvPr/>
          </p:nvGraphicFramePr>
          <p:xfrm>
            <a:off x="4105" y="1389"/>
            <a:ext cx="1342" cy="334"/>
          </p:xfrm>
          <a:graphic>
            <a:graphicData uri="http://schemas.openxmlformats.org/presentationml/2006/ole">
              <mc:AlternateContent xmlns:mc="http://schemas.openxmlformats.org/markup-compatibility/2006">
                <mc:Choice xmlns:v="urn:schemas-microsoft-com:vml" Requires="v">
                  <p:oleObj spid="_x0000_s34819" name="公式" r:id="rId5" imgW="914400" imgH="228600" progId="Equation.3">
                    <p:embed/>
                  </p:oleObj>
                </mc:Choice>
                <mc:Fallback>
                  <p:oleObj name="公式" r:id="rId5" imgW="914400" imgH="228600" progId="Equation.3">
                    <p:embed/>
                    <p:pic>
                      <p:nvPicPr>
                        <p:cNvPr id="575496" name="Object 8">
                          <a:extLst>
                            <a:ext uri="{FF2B5EF4-FFF2-40B4-BE49-F238E27FC236}">
                              <a16:creationId xmlns:a16="http://schemas.microsoft.com/office/drawing/2014/main" id="{36E3F36C-C5F5-47C0-81D0-D72D49303BC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05" y="1389"/>
                          <a:ext cx="1342" cy="3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575497" name="Object 9">
            <a:extLst>
              <a:ext uri="{FF2B5EF4-FFF2-40B4-BE49-F238E27FC236}">
                <a16:creationId xmlns:a16="http://schemas.microsoft.com/office/drawing/2014/main" id="{DAD0D44B-4B6A-4736-BD7A-764684D6A171}"/>
              </a:ext>
            </a:extLst>
          </p:cNvPr>
          <p:cNvGraphicFramePr>
            <a:graphicFrameLocks noChangeAspect="1"/>
          </p:cNvGraphicFramePr>
          <p:nvPr/>
        </p:nvGraphicFramePr>
        <p:xfrm>
          <a:off x="3935414" y="3068638"/>
          <a:ext cx="3635375" cy="1712912"/>
        </p:xfrm>
        <a:graphic>
          <a:graphicData uri="http://schemas.openxmlformats.org/presentationml/2006/ole">
            <mc:AlternateContent xmlns:mc="http://schemas.openxmlformats.org/markup-compatibility/2006">
              <mc:Choice xmlns:v="urn:schemas-microsoft-com:vml" Requires="v">
                <p:oleObj spid="_x0000_s34820" name="公式" r:id="rId7" imgW="1841400" imgH="863280" progId="Equation.3">
                  <p:embed/>
                </p:oleObj>
              </mc:Choice>
              <mc:Fallback>
                <p:oleObj name="公式" r:id="rId7" imgW="1841400" imgH="863280" progId="Equation.3">
                  <p:embed/>
                  <p:pic>
                    <p:nvPicPr>
                      <p:cNvPr id="575497" name="Object 9">
                        <a:extLst>
                          <a:ext uri="{FF2B5EF4-FFF2-40B4-BE49-F238E27FC236}">
                            <a16:creationId xmlns:a16="http://schemas.microsoft.com/office/drawing/2014/main" id="{DAD0D44B-4B6A-4736-BD7A-764684D6A17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35414" y="3068638"/>
                        <a:ext cx="3635375" cy="1712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5498" name="Rectangle 10">
            <a:extLst>
              <a:ext uri="{FF2B5EF4-FFF2-40B4-BE49-F238E27FC236}">
                <a16:creationId xmlns:a16="http://schemas.microsoft.com/office/drawing/2014/main" id="{0ECD8DA0-2054-4AAA-A08D-0FD719946323}"/>
              </a:ext>
            </a:extLst>
          </p:cNvPr>
          <p:cNvSpPr>
            <a:spLocks noChangeArrowheads="1"/>
          </p:cNvSpPr>
          <p:nvPr/>
        </p:nvSpPr>
        <p:spPr bwMode="auto">
          <a:xfrm>
            <a:off x="1774826" y="3429001"/>
            <a:ext cx="45370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zh-CN" altLang="en-US" sz="2800" b="1">
                <a:ea typeface="楷体_GB2312" pitchFamily="49" charset="-122"/>
              </a:rPr>
              <a:t>检验统计量：</a:t>
            </a:r>
          </a:p>
        </p:txBody>
      </p:sp>
      <p:graphicFrame>
        <p:nvGraphicFramePr>
          <p:cNvPr id="575499" name="Object 11">
            <a:extLst>
              <a:ext uri="{FF2B5EF4-FFF2-40B4-BE49-F238E27FC236}">
                <a16:creationId xmlns:a16="http://schemas.microsoft.com/office/drawing/2014/main" id="{DF329424-F1AC-4B31-ACD2-7FD6313A4540}"/>
              </a:ext>
            </a:extLst>
          </p:cNvPr>
          <p:cNvGraphicFramePr>
            <a:graphicFrameLocks noChangeAspect="1"/>
          </p:cNvGraphicFramePr>
          <p:nvPr/>
        </p:nvGraphicFramePr>
        <p:xfrm>
          <a:off x="7680325" y="3141663"/>
          <a:ext cx="2457450" cy="1636712"/>
        </p:xfrm>
        <a:graphic>
          <a:graphicData uri="http://schemas.openxmlformats.org/presentationml/2006/ole">
            <mc:AlternateContent xmlns:mc="http://schemas.openxmlformats.org/markup-compatibility/2006">
              <mc:Choice xmlns:v="urn:schemas-microsoft-com:vml" Requires="v">
                <p:oleObj spid="_x0000_s34821" name="公式" r:id="rId9" imgW="1244520" imgH="825480" progId="Equation.3">
                  <p:embed/>
                </p:oleObj>
              </mc:Choice>
              <mc:Fallback>
                <p:oleObj name="公式" r:id="rId9" imgW="1244520" imgH="825480" progId="Equation.3">
                  <p:embed/>
                  <p:pic>
                    <p:nvPicPr>
                      <p:cNvPr id="575499" name="Object 11">
                        <a:extLst>
                          <a:ext uri="{FF2B5EF4-FFF2-40B4-BE49-F238E27FC236}">
                            <a16:creationId xmlns:a16="http://schemas.microsoft.com/office/drawing/2014/main" id="{DF329424-F1AC-4B31-ACD2-7FD6313A454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80325" y="3141663"/>
                        <a:ext cx="2457450" cy="1636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5500" name="Rectangle 12">
            <a:extLst>
              <a:ext uri="{FF2B5EF4-FFF2-40B4-BE49-F238E27FC236}">
                <a16:creationId xmlns:a16="http://schemas.microsoft.com/office/drawing/2014/main" id="{C945498D-E1B7-44B9-924E-52271FA52728}"/>
              </a:ext>
            </a:extLst>
          </p:cNvPr>
          <p:cNvSpPr>
            <a:spLocks noChangeArrowheads="1"/>
          </p:cNvSpPr>
          <p:nvPr/>
        </p:nvSpPr>
        <p:spPr bwMode="auto">
          <a:xfrm>
            <a:off x="1847850" y="4868863"/>
            <a:ext cx="19700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ea typeface="楷体_GB2312" pitchFamily="49" charset="-122"/>
              </a:rPr>
              <a:t>拒绝域为：</a:t>
            </a:r>
          </a:p>
        </p:txBody>
      </p:sp>
      <p:graphicFrame>
        <p:nvGraphicFramePr>
          <p:cNvPr id="575501" name="Object 13">
            <a:extLst>
              <a:ext uri="{FF2B5EF4-FFF2-40B4-BE49-F238E27FC236}">
                <a16:creationId xmlns:a16="http://schemas.microsoft.com/office/drawing/2014/main" id="{A8E6FB41-751B-4681-B1DD-91C38A8B78BE}"/>
              </a:ext>
            </a:extLst>
          </p:cNvPr>
          <p:cNvGraphicFramePr>
            <a:graphicFrameLocks noChangeAspect="1"/>
          </p:cNvGraphicFramePr>
          <p:nvPr/>
        </p:nvGraphicFramePr>
        <p:xfrm>
          <a:off x="4008438" y="4941888"/>
          <a:ext cx="2455862" cy="512762"/>
        </p:xfrm>
        <a:graphic>
          <a:graphicData uri="http://schemas.openxmlformats.org/presentationml/2006/ole">
            <mc:AlternateContent xmlns:mc="http://schemas.openxmlformats.org/markup-compatibility/2006">
              <mc:Choice xmlns:v="urn:schemas-microsoft-com:vml" Requires="v">
                <p:oleObj spid="_x0000_s34822" name="公式" r:id="rId11" imgW="1091880" imgH="228600" progId="Equation.3">
                  <p:embed/>
                </p:oleObj>
              </mc:Choice>
              <mc:Fallback>
                <p:oleObj name="公式" r:id="rId11" imgW="1091880" imgH="228600" progId="Equation.3">
                  <p:embed/>
                  <p:pic>
                    <p:nvPicPr>
                      <p:cNvPr id="575501" name="Object 13">
                        <a:extLst>
                          <a:ext uri="{FF2B5EF4-FFF2-40B4-BE49-F238E27FC236}">
                            <a16:creationId xmlns:a16="http://schemas.microsoft.com/office/drawing/2014/main" id="{A8E6FB41-751B-4681-B1DD-91C38A8B78B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08438" y="4941888"/>
                        <a:ext cx="2455862" cy="51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75490"/>
                                        </p:tgtEl>
                                        <p:attrNameLst>
                                          <p:attrName>style.visibility</p:attrName>
                                        </p:attrNameLst>
                                      </p:cBhvr>
                                      <p:to>
                                        <p:strVal val="visible"/>
                                      </p:to>
                                    </p:set>
                                    <p:animEffect transition="in" filter="slide(fromBottom)">
                                      <p:cBhvr>
                                        <p:cTn id="7" dur="1000"/>
                                        <p:tgtEl>
                                          <p:spTgt spid="5754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5491"/>
                                        </p:tgtEl>
                                        <p:attrNameLst>
                                          <p:attrName>style.visibility</p:attrName>
                                        </p:attrNameLst>
                                      </p:cBhvr>
                                      <p:to>
                                        <p:strVal val="visible"/>
                                      </p:to>
                                    </p:set>
                                    <p:animEffect transition="in" filter="wipe(left)">
                                      <p:cBhvr>
                                        <p:cTn id="12" dur="1000"/>
                                        <p:tgtEl>
                                          <p:spTgt spid="5754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75492"/>
                                        </p:tgtEl>
                                        <p:attrNameLst>
                                          <p:attrName>style.visibility</p:attrName>
                                        </p:attrNameLst>
                                      </p:cBhvr>
                                      <p:to>
                                        <p:strVal val="visible"/>
                                      </p:to>
                                    </p:set>
                                    <p:animEffect transition="in" filter="wipe(left)">
                                      <p:cBhvr>
                                        <p:cTn id="17" dur="1000"/>
                                        <p:tgtEl>
                                          <p:spTgt spid="5754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75498"/>
                                        </p:tgtEl>
                                        <p:attrNameLst>
                                          <p:attrName>style.visibility</p:attrName>
                                        </p:attrNameLst>
                                      </p:cBhvr>
                                      <p:to>
                                        <p:strVal val="visible"/>
                                      </p:to>
                                    </p:set>
                                    <p:animEffect transition="in" filter="wipe(left)">
                                      <p:cBhvr>
                                        <p:cTn id="22" dur="1000"/>
                                        <p:tgtEl>
                                          <p:spTgt spid="575498"/>
                                        </p:tgtEl>
                                      </p:cBhvr>
                                    </p:animEffect>
                                  </p:childTnLst>
                                </p:cTn>
                              </p:par>
                            </p:childTnLst>
                          </p:cTn>
                        </p:par>
                        <p:par>
                          <p:cTn id="23" fill="hold" nodeType="afterGroup">
                            <p:stCondLst>
                              <p:cond delay="1000"/>
                            </p:stCondLst>
                            <p:childTnLst>
                              <p:par>
                                <p:cTn id="24" presetID="12" presetClass="entr" presetSubtype="2" fill="hold" nodeType="afterEffect">
                                  <p:stCondLst>
                                    <p:cond delay="0"/>
                                  </p:stCondLst>
                                  <p:childTnLst>
                                    <p:set>
                                      <p:cBhvr>
                                        <p:cTn id="25" dur="1" fill="hold">
                                          <p:stCondLst>
                                            <p:cond delay="0"/>
                                          </p:stCondLst>
                                        </p:cTn>
                                        <p:tgtEl>
                                          <p:spTgt spid="575497"/>
                                        </p:tgtEl>
                                        <p:attrNameLst>
                                          <p:attrName>style.visibility</p:attrName>
                                        </p:attrNameLst>
                                      </p:cBhvr>
                                      <p:to>
                                        <p:strVal val="visible"/>
                                      </p:to>
                                    </p:set>
                                    <p:animEffect transition="in" filter="slide(fromRight)">
                                      <p:cBhvr>
                                        <p:cTn id="26" dur="1000"/>
                                        <p:tgtEl>
                                          <p:spTgt spid="575497"/>
                                        </p:tgtEl>
                                      </p:cBhvr>
                                    </p:animEffect>
                                  </p:childTnLst>
                                </p:cTn>
                              </p:par>
                            </p:childTnLst>
                          </p:cTn>
                        </p:par>
                        <p:par>
                          <p:cTn id="27" fill="hold" nodeType="afterGroup">
                            <p:stCondLst>
                              <p:cond delay="2000"/>
                            </p:stCondLst>
                            <p:childTnLst>
                              <p:par>
                                <p:cTn id="28" presetID="12" presetClass="entr" presetSubtype="2" fill="hold" nodeType="afterEffect">
                                  <p:stCondLst>
                                    <p:cond delay="0"/>
                                  </p:stCondLst>
                                  <p:childTnLst>
                                    <p:set>
                                      <p:cBhvr>
                                        <p:cTn id="29" dur="1" fill="hold">
                                          <p:stCondLst>
                                            <p:cond delay="0"/>
                                          </p:stCondLst>
                                        </p:cTn>
                                        <p:tgtEl>
                                          <p:spTgt spid="575499"/>
                                        </p:tgtEl>
                                        <p:attrNameLst>
                                          <p:attrName>style.visibility</p:attrName>
                                        </p:attrNameLst>
                                      </p:cBhvr>
                                      <p:to>
                                        <p:strVal val="visible"/>
                                      </p:to>
                                    </p:set>
                                    <p:animEffect transition="in" filter="slide(fromRight)">
                                      <p:cBhvr>
                                        <p:cTn id="30" dur="1000"/>
                                        <p:tgtEl>
                                          <p:spTgt spid="57549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575500"/>
                                        </p:tgtEl>
                                        <p:attrNameLst>
                                          <p:attrName>style.visibility</p:attrName>
                                        </p:attrNameLst>
                                      </p:cBhvr>
                                      <p:to>
                                        <p:strVal val="visible"/>
                                      </p:to>
                                    </p:set>
                                    <p:animEffect transition="in" filter="wipe(left)">
                                      <p:cBhvr>
                                        <p:cTn id="35" dur="1000"/>
                                        <p:tgtEl>
                                          <p:spTgt spid="575500"/>
                                        </p:tgtEl>
                                      </p:cBhvr>
                                    </p:animEffect>
                                  </p:childTnLst>
                                </p:cTn>
                              </p:par>
                            </p:childTnLst>
                          </p:cTn>
                        </p:par>
                        <p:par>
                          <p:cTn id="36" fill="hold" nodeType="afterGroup">
                            <p:stCondLst>
                              <p:cond delay="1000"/>
                            </p:stCondLst>
                            <p:childTnLst>
                              <p:par>
                                <p:cTn id="37" presetID="22" presetClass="entr" presetSubtype="8" fill="hold" nodeType="afterEffect">
                                  <p:stCondLst>
                                    <p:cond delay="0"/>
                                  </p:stCondLst>
                                  <p:childTnLst>
                                    <p:set>
                                      <p:cBhvr>
                                        <p:cTn id="38" dur="1" fill="hold">
                                          <p:stCondLst>
                                            <p:cond delay="0"/>
                                          </p:stCondLst>
                                        </p:cTn>
                                        <p:tgtEl>
                                          <p:spTgt spid="575501"/>
                                        </p:tgtEl>
                                        <p:attrNameLst>
                                          <p:attrName>style.visibility</p:attrName>
                                        </p:attrNameLst>
                                      </p:cBhvr>
                                      <p:to>
                                        <p:strVal val="visible"/>
                                      </p:to>
                                    </p:set>
                                    <p:animEffect transition="in" filter="wipe(left)">
                                      <p:cBhvr>
                                        <p:cTn id="39" dur="1000"/>
                                        <p:tgtEl>
                                          <p:spTgt spid="5755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490" grpId="0"/>
      <p:bldP spid="575491" grpId="0"/>
      <p:bldP spid="575498" grpId="0"/>
      <p:bldP spid="57550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Rectangle 2">
            <a:extLst>
              <a:ext uri="{FF2B5EF4-FFF2-40B4-BE49-F238E27FC236}">
                <a16:creationId xmlns:a16="http://schemas.microsoft.com/office/drawing/2014/main" id="{1F9F5736-92F5-4CF7-884F-92C185FEC2AE}"/>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76515" name="Rectangle 3">
            <a:extLst>
              <a:ext uri="{FF2B5EF4-FFF2-40B4-BE49-F238E27FC236}">
                <a16:creationId xmlns:a16="http://schemas.microsoft.com/office/drawing/2014/main" id="{6F4C8409-C98C-4892-B1E2-C2BBB9575E8A}"/>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76516" name="Rectangle 4">
            <a:extLst>
              <a:ext uri="{FF2B5EF4-FFF2-40B4-BE49-F238E27FC236}">
                <a16:creationId xmlns:a16="http://schemas.microsoft.com/office/drawing/2014/main" id="{2043EA78-D223-4C33-99E6-FCBD700BB921}"/>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76517" name="Rectangle 5">
            <a:extLst>
              <a:ext uri="{FF2B5EF4-FFF2-40B4-BE49-F238E27FC236}">
                <a16:creationId xmlns:a16="http://schemas.microsoft.com/office/drawing/2014/main" id="{F13A81EE-5C01-42DE-8E93-E6A48C50F47E}"/>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76518" name="Rectangle 6">
            <a:extLst>
              <a:ext uri="{FF2B5EF4-FFF2-40B4-BE49-F238E27FC236}">
                <a16:creationId xmlns:a16="http://schemas.microsoft.com/office/drawing/2014/main" id="{F1B0EB27-F5E6-4354-939A-6F196A8B541D}"/>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76519" name="Object 7">
            <a:extLst>
              <a:ext uri="{FF2B5EF4-FFF2-40B4-BE49-F238E27FC236}">
                <a16:creationId xmlns:a16="http://schemas.microsoft.com/office/drawing/2014/main" id="{912A98D7-0126-46A8-9FDD-8D716B44B6E6}"/>
              </a:ext>
            </a:extLst>
          </p:cNvPr>
          <p:cNvGraphicFramePr>
            <a:graphicFrameLocks noChangeAspect="1"/>
          </p:cNvGraphicFramePr>
          <p:nvPr/>
        </p:nvGraphicFramePr>
        <p:xfrm>
          <a:off x="2351089" y="4221163"/>
          <a:ext cx="1584325" cy="468312"/>
        </p:xfrm>
        <a:graphic>
          <a:graphicData uri="http://schemas.openxmlformats.org/presentationml/2006/ole">
            <mc:AlternateContent xmlns:mc="http://schemas.openxmlformats.org/markup-compatibility/2006">
              <mc:Choice xmlns:v="urn:schemas-microsoft-com:vml" Requires="v">
                <p:oleObj spid="_x0000_s35842" name="公式" r:id="rId3" imgW="596880" imgH="177480" progId="Equation.3">
                  <p:embed/>
                </p:oleObj>
              </mc:Choice>
              <mc:Fallback>
                <p:oleObj name="公式" r:id="rId3" imgW="596880" imgH="177480" progId="Equation.3">
                  <p:embed/>
                  <p:pic>
                    <p:nvPicPr>
                      <p:cNvPr id="576519" name="Object 7">
                        <a:extLst>
                          <a:ext uri="{FF2B5EF4-FFF2-40B4-BE49-F238E27FC236}">
                            <a16:creationId xmlns:a16="http://schemas.microsoft.com/office/drawing/2014/main" id="{912A98D7-0126-46A8-9FDD-8D716B44B6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1089" y="4221163"/>
                        <a:ext cx="1584325" cy="468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6520" name="Rectangle 8">
            <a:extLst>
              <a:ext uri="{FF2B5EF4-FFF2-40B4-BE49-F238E27FC236}">
                <a16:creationId xmlns:a16="http://schemas.microsoft.com/office/drawing/2014/main" id="{74107808-525C-422C-9463-FAAAB0CB9728}"/>
              </a:ext>
            </a:extLst>
          </p:cNvPr>
          <p:cNvSpPr>
            <a:spLocks noChangeArrowheads="1"/>
          </p:cNvSpPr>
          <p:nvPr/>
        </p:nvSpPr>
        <p:spPr bwMode="auto">
          <a:xfrm>
            <a:off x="1919289" y="404813"/>
            <a:ext cx="13668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zh-CN" sz="2800" b="1" i="1">
                <a:ea typeface="楷体_GB2312" pitchFamily="49" charset="-122"/>
                <a:cs typeface="Times New Roman" panose="02020603050405020304" pitchFamily="18" charset="0"/>
              </a:rPr>
              <a:t>α</a:t>
            </a:r>
            <a:r>
              <a:rPr lang="en-US" altLang="zh-CN" sz="2800" b="1">
                <a:ea typeface="楷体_GB2312" pitchFamily="49" charset="-122"/>
                <a:cs typeface="Times New Roman" panose="02020603050405020304" pitchFamily="18" charset="0"/>
              </a:rPr>
              <a:t>=0.05</a:t>
            </a:r>
          </a:p>
        </p:txBody>
      </p:sp>
      <p:graphicFrame>
        <p:nvGraphicFramePr>
          <p:cNvPr id="576521" name="Object 9">
            <a:extLst>
              <a:ext uri="{FF2B5EF4-FFF2-40B4-BE49-F238E27FC236}">
                <a16:creationId xmlns:a16="http://schemas.microsoft.com/office/drawing/2014/main" id="{4CA734DE-C6B1-4FB1-80A0-8540216534CE}"/>
              </a:ext>
            </a:extLst>
          </p:cNvPr>
          <p:cNvGraphicFramePr>
            <a:graphicFrameLocks noChangeAspect="1"/>
          </p:cNvGraphicFramePr>
          <p:nvPr/>
        </p:nvGraphicFramePr>
        <p:xfrm>
          <a:off x="2063751" y="1196976"/>
          <a:ext cx="2455863" cy="512763"/>
        </p:xfrm>
        <a:graphic>
          <a:graphicData uri="http://schemas.openxmlformats.org/presentationml/2006/ole">
            <mc:AlternateContent xmlns:mc="http://schemas.openxmlformats.org/markup-compatibility/2006">
              <mc:Choice xmlns:v="urn:schemas-microsoft-com:vml" Requires="v">
                <p:oleObj spid="_x0000_s35843" name="公式" r:id="rId5" imgW="1091880" imgH="228600" progId="Equation.3">
                  <p:embed/>
                </p:oleObj>
              </mc:Choice>
              <mc:Fallback>
                <p:oleObj name="公式" r:id="rId5" imgW="1091880" imgH="228600" progId="Equation.3">
                  <p:embed/>
                  <p:pic>
                    <p:nvPicPr>
                      <p:cNvPr id="576521" name="Object 9">
                        <a:extLst>
                          <a:ext uri="{FF2B5EF4-FFF2-40B4-BE49-F238E27FC236}">
                            <a16:creationId xmlns:a16="http://schemas.microsoft.com/office/drawing/2014/main" id="{4CA734DE-C6B1-4FB1-80A0-8540216534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3751" y="1196976"/>
                        <a:ext cx="2455863"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6522" name="Object 10">
            <a:extLst>
              <a:ext uri="{FF2B5EF4-FFF2-40B4-BE49-F238E27FC236}">
                <a16:creationId xmlns:a16="http://schemas.microsoft.com/office/drawing/2014/main" id="{43EDD467-8A16-4A6E-BA56-2A0B172A7110}"/>
              </a:ext>
            </a:extLst>
          </p:cNvPr>
          <p:cNvGraphicFramePr>
            <a:graphicFrameLocks noChangeAspect="1"/>
          </p:cNvGraphicFramePr>
          <p:nvPr/>
        </p:nvGraphicFramePr>
        <p:xfrm>
          <a:off x="3792539" y="320675"/>
          <a:ext cx="3095625" cy="596900"/>
        </p:xfrm>
        <a:graphic>
          <a:graphicData uri="http://schemas.openxmlformats.org/presentationml/2006/ole">
            <mc:AlternateContent xmlns:mc="http://schemas.openxmlformats.org/markup-compatibility/2006">
              <mc:Choice xmlns:v="urn:schemas-microsoft-com:vml" Requires="v">
                <p:oleObj spid="_x0000_s35844" name="公式" r:id="rId7" imgW="1180800" imgH="228600" progId="Equation.3">
                  <p:embed/>
                </p:oleObj>
              </mc:Choice>
              <mc:Fallback>
                <p:oleObj name="公式" r:id="rId7" imgW="1180800" imgH="228600" progId="Equation.3">
                  <p:embed/>
                  <p:pic>
                    <p:nvPicPr>
                      <p:cNvPr id="576522" name="Object 10">
                        <a:extLst>
                          <a:ext uri="{FF2B5EF4-FFF2-40B4-BE49-F238E27FC236}">
                            <a16:creationId xmlns:a16="http://schemas.microsoft.com/office/drawing/2014/main" id="{43EDD467-8A16-4A6E-BA56-2A0B172A71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92539" y="320675"/>
                        <a:ext cx="3095625"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6523" name="Object 11">
            <a:extLst>
              <a:ext uri="{FF2B5EF4-FFF2-40B4-BE49-F238E27FC236}">
                <a16:creationId xmlns:a16="http://schemas.microsoft.com/office/drawing/2014/main" id="{D528CD52-7F18-4255-B727-982FADFE09B1}"/>
              </a:ext>
            </a:extLst>
          </p:cNvPr>
          <p:cNvGraphicFramePr>
            <a:graphicFrameLocks noChangeAspect="1"/>
          </p:cNvGraphicFramePr>
          <p:nvPr/>
        </p:nvGraphicFramePr>
        <p:xfrm>
          <a:off x="4656139" y="1196976"/>
          <a:ext cx="2027237" cy="455613"/>
        </p:xfrm>
        <a:graphic>
          <a:graphicData uri="http://schemas.openxmlformats.org/presentationml/2006/ole">
            <mc:AlternateContent xmlns:mc="http://schemas.openxmlformats.org/markup-compatibility/2006">
              <mc:Choice xmlns:v="urn:schemas-microsoft-com:vml" Requires="v">
                <p:oleObj spid="_x0000_s35845" name="公式" r:id="rId9" imgW="901440" imgH="203040" progId="Equation.3">
                  <p:embed/>
                </p:oleObj>
              </mc:Choice>
              <mc:Fallback>
                <p:oleObj name="公式" r:id="rId9" imgW="901440" imgH="203040" progId="Equation.3">
                  <p:embed/>
                  <p:pic>
                    <p:nvPicPr>
                      <p:cNvPr id="576523" name="Object 11">
                        <a:extLst>
                          <a:ext uri="{FF2B5EF4-FFF2-40B4-BE49-F238E27FC236}">
                            <a16:creationId xmlns:a16="http://schemas.microsoft.com/office/drawing/2014/main" id="{D528CD52-7F18-4255-B727-982FADFE09B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56139" y="1196976"/>
                        <a:ext cx="2027237"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6524" name="Object 12">
            <a:extLst>
              <a:ext uri="{FF2B5EF4-FFF2-40B4-BE49-F238E27FC236}">
                <a16:creationId xmlns:a16="http://schemas.microsoft.com/office/drawing/2014/main" id="{459895D8-196E-4154-ADBC-F9E29817668E}"/>
              </a:ext>
            </a:extLst>
          </p:cNvPr>
          <p:cNvGraphicFramePr>
            <a:graphicFrameLocks noChangeAspect="1"/>
          </p:cNvGraphicFramePr>
          <p:nvPr/>
        </p:nvGraphicFramePr>
        <p:xfrm>
          <a:off x="1703389" y="2016126"/>
          <a:ext cx="2879725" cy="1806575"/>
        </p:xfrm>
        <a:graphic>
          <a:graphicData uri="http://schemas.openxmlformats.org/presentationml/2006/ole">
            <mc:AlternateContent xmlns:mc="http://schemas.openxmlformats.org/markup-compatibility/2006">
              <mc:Choice xmlns:v="urn:schemas-microsoft-com:vml" Requires="v">
                <p:oleObj spid="_x0000_s35846" name="公式" r:id="rId11" imgW="1320480" imgH="825480" progId="Equation.3">
                  <p:embed/>
                </p:oleObj>
              </mc:Choice>
              <mc:Fallback>
                <p:oleObj name="公式" r:id="rId11" imgW="1320480" imgH="825480" progId="Equation.3">
                  <p:embed/>
                  <p:pic>
                    <p:nvPicPr>
                      <p:cNvPr id="576524" name="Object 12">
                        <a:extLst>
                          <a:ext uri="{FF2B5EF4-FFF2-40B4-BE49-F238E27FC236}">
                            <a16:creationId xmlns:a16="http://schemas.microsoft.com/office/drawing/2014/main" id="{459895D8-196E-4154-ADBC-F9E29817668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03389" y="2016126"/>
                        <a:ext cx="2879725" cy="180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6525" name="Object 13">
            <a:extLst>
              <a:ext uri="{FF2B5EF4-FFF2-40B4-BE49-F238E27FC236}">
                <a16:creationId xmlns:a16="http://schemas.microsoft.com/office/drawing/2014/main" id="{457B8316-9026-4479-96B4-F9C3AC577427}"/>
              </a:ext>
            </a:extLst>
          </p:cNvPr>
          <p:cNvGraphicFramePr>
            <a:graphicFrameLocks noChangeAspect="1"/>
          </p:cNvGraphicFramePr>
          <p:nvPr/>
        </p:nvGraphicFramePr>
        <p:xfrm>
          <a:off x="4583113" y="2349500"/>
          <a:ext cx="4608512" cy="985838"/>
        </p:xfrm>
        <a:graphic>
          <a:graphicData uri="http://schemas.openxmlformats.org/presentationml/2006/ole">
            <mc:AlternateContent xmlns:mc="http://schemas.openxmlformats.org/markup-compatibility/2006">
              <mc:Choice xmlns:v="urn:schemas-microsoft-com:vml" Requires="v">
                <p:oleObj spid="_x0000_s35847" name="公式" r:id="rId13" imgW="1904760" imgH="406080" progId="Equation.3">
                  <p:embed/>
                </p:oleObj>
              </mc:Choice>
              <mc:Fallback>
                <p:oleObj name="公式" r:id="rId13" imgW="1904760" imgH="406080" progId="Equation.3">
                  <p:embed/>
                  <p:pic>
                    <p:nvPicPr>
                      <p:cNvPr id="576525" name="Object 13">
                        <a:extLst>
                          <a:ext uri="{FF2B5EF4-FFF2-40B4-BE49-F238E27FC236}">
                            <a16:creationId xmlns:a16="http://schemas.microsoft.com/office/drawing/2014/main" id="{457B8316-9026-4479-96B4-F9C3AC57742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83113" y="2349500"/>
                        <a:ext cx="4608512" cy="985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6526" name="Object 14">
            <a:extLst>
              <a:ext uri="{FF2B5EF4-FFF2-40B4-BE49-F238E27FC236}">
                <a16:creationId xmlns:a16="http://schemas.microsoft.com/office/drawing/2014/main" id="{97942D59-05C2-46EF-8C73-0C3EC467EA4B}"/>
              </a:ext>
            </a:extLst>
          </p:cNvPr>
          <p:cNvGraphicFramePr>
            <a:graphicFrameLocks noChangeAspect="1"/>
          </p:cNvGraphicFramePr>
          <p:nvPr/>
        </p:nvGraphicFramePr>
        <p:xfrm>
          <a:off x="4008438" y="4292601"/>
          <a:ext cx="971550" cy="398463"/>
        </p:xfrm>
        <a:graphic>
          <a:graphicData uri="http://schemas.openxmlformats.org/presentationml/2006/ole">
            <mc:AlternateContent xmlns:mc="http://schemas.openxmlformats.org/markup-compatibility/2006">
              <mc:Choice xmlns:v="urn:schemas-microsoft-com:vml" Requires="v">
                <p:oleObj spid="_x0000_s35848" name="公式" r:id="rId15" imgW="431640" imgH="177480" progId="Equation.3">
                  <p:embed/>
                </p:oleObj>
              </mc:Choice>
              <mc:Fallback>
                <p:oleObj name="公式" r:id="rId15" imgW="431640" imgH="177480" progId="Equation.3">
                  <p:embed/>
                  <p:pic>
                    <p:nvPicPr>
                      <p:cNvPr id="576526" name="Object 14">
                        <a:extLst>
                          <a:ext uri="{FF2B5EF4-FFF2-40B4-BE49-F238E27FC236}">
                            <a16:creationId xmlns:a16="http://schemas.microsoft.com/office/drawing/2014/main" id="{97942D59-05C2-46EF-8C73-0C3EC467EA4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08438" y="4292601"/>
                        <a:ext cx="971550" cy="398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6527" name="Object 15">
            <a:extLst>
              <a:ext uri="{FF2B5EF4-FFF2-40B4-BE49-F238E27FC236}">
                <a16:creationId xmlns:a16="http://schemas.microsoft.com/office/drawing/2014/main" id="{93CF1B28-EB83-4F87-A88D-C841CED66484}"/>
              </a:ext>
            </a:extLst>
          </p:cNvPr>
          <p:cNvGraphicFramePr>
            <a:graphicFrameLocks noChangeAspect="1"/>
          </p:cNvGraphicFramePr>
          <p:nvPr/>
        </p:nvGraphicFramePr>
        <p:xfrm>
          <a:off x="3576639" y="5084763"/>
          <a:ext cx="1271587" cy="527050"/>
        </p:xfrm>
        <a:graphic>
          <a:graphicData uri="http://schemas.openxmlformats.org/presentationml/2006/ole">
            <mc:AlternateContent xmlns:mc="http://schemas.openxmlformats.org/markup-compatibility/2006">
              <mc:Choice xmlns:v="urn:schemas-microsoft-com:vml" Requires="v">
                <p:oleObj spid="_x0000_s35849" name="公式" r:id="rId17" imgW="495000" imgH="203040" progId="Equation.3">
                  <p:embed/>
                </p:oleObj>
              </mc:Choice>
              <mc:Fallback>
                <p:oleObj name="公式" r:id="rId17" imgW="495000" imgH="203040" progId="Equation.3">
                  <p:embed/>
                  <p:pic>
                    <p:nvPicPr>
                      <p:cNvPr id="576527" name="Object 15">
                        <a:extLst>
                          <a:ext uri="{FF2B5EF4-FFF2-40B4-BE49-F238E27FC236}">
                            <a16:creationId xmlns:a16="http://schemas.microsoft.com/office/drawing/2014/main" id="{93CF1B28-EB83-4F87-A88D-C841CED6648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76639" y="5084763"/>
                        <a:ext cx="1271587" cy="52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6528" name="Rectangle 16">
            <a:extLst>
              <a:ext uri="{FF2B5EF4-FFF2-40B4-BE49-F238E27FC236}">
                <a16:creationId xmlns:a16="http://schemas.microsoft.com/office/drawing/2014/main" id="{5101952C-CED4-42AA-8B21-0136640ADD09}"/>
              </a:ext>
            </a:extLst>
          </p:cNvPr>
          <p:cNvSpPr>
            <a:spLocks noChangeArrowheads="1"/>
          </p:cNvSpPr>
          <p:nvPr/>
        </p:nvSpPr>
        <p:spPr bwMode="auto">
          <a:xfrm>
            <a:off x="4943475" y="5013326"/>
            <a:ext cx="252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ea typeface="楷体_GB2312" pitchFamily="49" charset="-122"/>
              </a:rPr>
              <a:t>所以接受</a:t>
            </a:r>
            <a:r>
              <a:rPr lang="en-US" altLang="zh-CN" sz="2800" b="1">
                <a:ea typeface="楷体_GB2312" pitchFamily="49" charset="-122"/>
              </a:rPr>
              <a:t>H</a:t>
            </a:r>
            <a:r>
              <a:rPr lang="en-US" altLang="zh-CN" sz="2800" b="1" baseline="-25000">
                <a:ea typeface="楷体_GB2312" pitchFamily="49" charset="-122"/>
              </a:rPr>
              <a:t>0</a:t>
            </a:r>
            <a:r>
              <a:rPr lang="zh-CN" altLang="en-US" sz="2800" b="1">
                <a:ea typeface="楷体_GB2312" pitchFamily="49" charset="-122"/>
              </a:rPr>
              <a:t>，</a:t>
            </a:r>
          </a:p>
        </p:txBody>
      </p:sp>
      <p:sp>
        <p:nvSpPr>
          <p:cNvPr id="576529" name="Rectangle 17">
            <a:extLst>
              <a:ext uri="{FF2B5EF4-FFF2-40B4-BE49-F238E27FC236}">
                <a16:creationId xmlns:a16="http://schemas.microsoft.com/office/drawing/2014/main" id="{C4A49E1A-92F7-43F3-A36B-32C7F279A704}"/>
              </a:ext>
            </a:extLst>
          </p:cNvPr>
          <p:cNvSpPr>
            <a:spLocks noChangeArrowheads="1"/>
          </p:cNvSpPr>
          <p:nvPr/>
        </p:nvSpPr>
        <p:spPr bwMode="auto">
          <a:xfrm>
            <a:off x="2640014" y="5013326"/>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ea typeface="楷体_GB2312" pitchFamily="49" charset="-122"/>
              </a:rPr>
              <a:t>因为</a:t>
            </a:r>
          </a:p>
        </p:txBody>
      </p:sp>
      <p:sp>
        <p:nvSpPr>
          <p:cNvPr id="576530" name="Rectangle 18">
            <a:extLst>
              <a:ext uri="{FF2B5EF4-FFF2-40B4-BE49-F238E27FC236}">
                <a16:creationId xmlns:a16="http://schemas.microsoft.com/office/drawing/2014/main" id="{76B0D65F-5145-4DCA-A783-FF7538734218}"/>
              </a:ext>
            </a:extLst>
          </p:cNvPr>
          <p:cNvSpPr>
            <a:spLocks noChangeArrowheads="1"/>
          </p:cNvSpPr>
          <p:nvPr/>
        </p:nvSpPr>
        <p:spPr bwMode="auto">
          <a:xfrm>
            <a:off x="3000376" y="5661025"/>
            <a:ext cx="4599849"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spcBef>
                <a:spcPct val="20000"/>
              </a:spcBef>
            </a:pPr>
            <a:r>
              <a:rPr lang="zh-CN" altLang="en-US" sz="2800" b="1">
                <a:ea typeface="楷体_GB2312" pitchFamily="49" charset="-122"/>
              </a:rPr>
              <a:t>认为总体相关系数 </a:t>
            </a:r>
            <a:r>
              <a:rPr lang="el-GR" altLang="zh-CN" sz="2800" b="1" i="1">
                <a:ea typeface="楷体_GB2312" pitchFamily="49" charset="-122"/>
                <a:cs typeface="Times New Roman" panose="02020603050405020304" pitchFamily="18" charset="0"/>
              </a:rPr>
              <a:t>ρ</a:t>
            </a:r>
            <a:r>
              <a:rPr lang="en-US" altLang="zh-CN" sz="2800" b="1" baseline="-25000">
                <a:ea typeface="楷体_GB2312" pitchFamily="49" charset="-122"/>
              </a:rPr>
              <a:t>XY</a:t>
            </a:r>
            <a:r>
              <a:rPr lang="en-US" altLang="zh-CN" sz="2800" b="1">
                <a:ea typeface="楷体_GB2312" pitchFamily="49" charset="-122"/>
              </a:rPr>
              <a:t> =0.7.</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76520"/>
                                        </p:tgtEl>
                                        <p:attrNameLst>
                                          <p:attrName>style.visibility</p:attrName>
                                        </p:attrNameLst>
                                      </p:cBhvr>
                                      <p:to>
                                        <p:strVal val="visible"/>
                                      </p:to>
                                    </p:set>
                                    <p:animEffect transition="in" filter="wipe(left)">
                                      <p:cBhvr>
                                        <p:cTn id="7" dur="1000"/>
                                        <p:tgtEl>
                                          <p:spTgt spid="576520"/>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576522"/>
                                        </p:tgtEl>
                                        <p:attrNameLst>
                                          <p:attrName>style.visibility</p:attrName>
                                        </p:attrNameLst>
                                      </p:cBhvr>
                                      <p:to>
                                        <p:strVal val="visible"/>
                                      </p:to>
                                    </p:set>
                                    <p:animEffect transition="in" filter="wipe(left)">
                                      <p:cBhvr>
                                        <p:cTn id="11" dur="1000"/>
                                        <p:tgtEl>
                                          <p:spTgt spid="57652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576521"/>
                                        </p:tgtEl>
                                        <p:attrNameLst>
                                          <p:attrName>style.visibility</p:attrName>
                                        </p:attrNameLst>
                                      </p:cBhvr>
                                      <p:to>
                                        <p:strVal val="visible"/>
                                      </p:to>
                                    </p:set>
                                    <p:animEffect transition="in" filter="wipe(left)">
                                      <p:cBhvr>
                                        <p:cTn id="16" dur="1000"/>
                                        <p:tgtEl>
                                          <p:spTgt spid="576521"/>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576523"/>
                                        </p:tgtEl>
                                        <p:attrNameLst>
                                          <p:attrName>style.visibility</p:attrName>
                                        </p:attrNameLst>
                                      </p:cBhvr>
                                      <p:to>
                                        <p:strVal val="visible"/>
                                      </p:to>
                                    </p:set>
                                    <p:animEffect transition="in" filter="wipe(left)">
                                      <p:cBhvr>
                                        <p:cTn id="20" dur="1000"/>
                                        <p:tgtEl>
                                          <p:spTgt spid="57652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2" fill="hold" nodeType="clickEffect">
                                  <p:stCondLst>
                                    <p:cond delay="0"/>
                                  </p:stCondLst>
                                  <p:childTnLst>
                                    <p:set>
                                      <p:cBhvr>
                                        <p:cTn id="24" dur="1" fill="hold">
                                          <p:stCondLst>
                                            <p:cond delay="0"/>
                                          </p:stCondLst>
                                        </p:cTn>
                                        <p:tgtEl>
                                          <p:spTgt spid="576524"/>
                                        </p:tgtEl>
                                        <p:attrNameLst>
                                          <p:attrName>style.visibility</p:attrName>
                                        </p:attrNameLst>
                                      </p:cBhvr>
                                      <p:to>
                                        <p:strVal val="visible"/>
                                      </p:to>
                                    </p:set>
                                    <p:animEffect transition="in" filter="slide(fromRight)">
                                      <p:cBhvr>
                                        <p:cTn id="25" dur="1000"/>
                                        <p:tgtEl>
                                          <p:spTgt spid="57652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2" presetClass="entr" presetSubtype="2" fill="hold" nodeType="clickEffect">
                                  <p:stCondLst>
                                    <p:cond delay="0"/>
                                  </p:stCondLst>
                                  <p:childTnLst>
                                    <p:set>
                                      <p:cBhvr>
                                        <p:cTn id="29" dur="1" fill="hold">
                                          <p:stCondLst>
                                            <p:cond delay="0"/>
                                          </p:stCondLst>
                                        </p:cTn>
                                        <p:tgtEl>
                                          <p:spTgt spid="576525"/>
                                        </p:tgtEl>
                                        <p:attrNameLst>
                                          <p:attrName>style.visibility</p:attrName>
                                        </p:attrNameLst>
                                      </p:cBhvr>
                                      <p:to>
                                        <p:strVal val="visible"/>
                                      </p:to>
                                    </p:set>
                                    <p:animEffect transition="in" filter="slide(fromRight)">
                                      <p:cBhvr>
                                        <p:cTn id="30" dur="1000"/>
                                        <p:tgtEl>
                                          <p:spTgt spid="57652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576519"/>
                                        </p:tgtEl>
                                        <p:attrNameLst>
                                          <p:attrName>style.visibility</p:attrName>
                                        </p:attrNameLst>
                                      </p:cBhvr>
                                      <p:to>
                                        <p:strVal val="visible"/>
                                      </p:to>
                                    </p:set>
                                    <p:animEffect transition="in" filter="wipe(left)">
                                      <p:cBhvr>
                                        <p:cTn id="35" dur="1000"/>
                                        <p:tgtEl>
                                          <p:spTgt spid="576519"/>
                                        </p:tgtEl>
                                      </p:cBhvr>
                                    </p:animEffect>
                                  </p:childTnLst>
                                </p:cTn>
                              </p:par>
                            </p:childTnLst>
                          </p:cTn>
                        </p:par>
                        <p:par>
                          <p:cTn id="36" fill="hold" nodeType="afterGroup">
                            <p:stCondLst>
                              <p:cond delay="1000"/>
                            </p:stCondLst>
                            <p:childTnLst>
                              <p:par>
                                <p:cTn id="37" presetID="22" presetClass="entr" presetSubtype="8" fill="hold" nodeType="afterEffect">
                                  <p:stCondLst>
                                    <p:cond delay="0"/>
                                  </p:stCondLst>
                                  <p:childTnLst>
                                    <p:set>
                                      <p:cBhvr>
                                        <p:cTn id="38" dur="1" fill="hold">
                                          <p:stCondLst>
                                            <p:cond delay="0"/>
                                          </p:stCondLst>
                                        </p:cTn>
                                        <p:tgtEl>
                                          <p:spTgt spid="576526"/>
                                        </p:tgtEl>
                                        <p:attrNameLst>
                                          <p:attrName>style.visibility</p:attrName>
                                        </p:attrNameLst>
                                      </p:cBhvr>
                                      <p:to>
                                        <p:strVal val="visible"/>
                                      </p:to>
                                    </p:set>
                                    <p:animEffect transition="in" filter="wipe(left)">
                                      <p:cBhvr>
                                        <p:cTn id="39" dur="1000"/>
                                        <p:tgtEl>
                                          <p:spTgt spid="57652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576529"/>
                                        </p:tgtEl>
                                        <p:attrNameLst>
                                          <p:attrName>style.visibility</p:attrName>
                                        </p:attrNameLst>
                                      </p:cBhvr>
                                      <p:to>
                                        <p:strVal val="visible"/>
                                      </p:to>
                                    </p:set>
                                    <p:animEffect transition="in" filter="wipe(left)">
                                      <p:cBhvr>
                                        <p:cTn id="44" dur="1000"/>
                                        <p:tgtEl>
                                          <p:spTgt spid="576529"/>
                                        </p:tgtEl>
                                      </p:cBhvr>
                                    </p:animEffect>
                                  </p:childTnLst>
                                </p:cTn>
                              </p:par>
                            </p:childTnLst>
                          </p:cTn>
                        </p:par>
                        <p:par>
                          <p:cTn id="45" fill="hold" nodeType="afterGroup">
                            <p:stCondLst>
                              <p:cond delay="1000"/>
                            </p:stCondLst>
                            <p:childTnLst>
                              <p:par>
                                <p:cTn id="46" presetID="22" presetClass="entr" presetSubtype="8" fill="hold" nodeType="afterEffect">
                                  <p:stCondLst>
                                    <p:cond delay="0"/>
                                  </p:stCondLst>
                                  <p:childTnLst>
                                    <p:set>
                                      <p:cBhvr>
                                        <p:cTn id="47" dur="1" fill="hold">
                                          <p:stCondLst>
                                            <p:cond delay="0"/>
                                          </p:stCondLst>
                                        </p:cTn>
                                        <p:tgtEl>
                                          <p:spTgt spid="576527"/>
                                        </p:tgtEl>
                                        <p:attrNameLst>
                                          <p:attrName>style.visibility</p:attrName>
                                        </p:attrNameLst>
                                      </p:cBhvr>
                                      <p:to>
                                        <p:strVal val="visible"/>
                                      </p:to>
                                    </p:set>
                                    <p:animEffect transition="in" filter="wipe(left)">
                                      <p:cBhvr>
                                        <p:cTn id="48" dur="1000"/>
                                        <p:tgtEl>
                                          <p:spTgt spid="576527"/>
                                        </p:tgtEl>
                                      </p:cBhvr>
                                    </p:animEffect>
                                  </p:childTnLst>
                                </p:cTn>
                              </p:par>
                            </p:childTnLst>
                          </p:cTn>
                        </p:par>
                        <p:par>
                          <p:cTn id="49" fill="hold" nodeType="afterGroup">
                            <p:stCondLst>
                              <p:cond delay="2000"/>
                            </p:stCondLst>
                            <p:childTnLst>
                              <p:par>
                                <p:cTn id="50" presetID="22" presetClass="entr" presetSubtype="8" fill="hold" grpId="0" nodeType="afterEffect">
                                  <p:stCondLst>
                                    <p:cond delay="0"/>
                                  </p:stCondLst>
                                  <p:childTnLst>
                                    <p:set>
                                      <p:cBhvr>
                                        <p:cTn id="51" dur="1" fill="hold">
                                          <p:stCondLst>
                                            <p:cond delay="0"/>
                                          </p:stCondLst>
                                        </p:cTn>
                                        <p:tgtEl>
                                          <p:spTgt spid="576528"/>
                                        </p:tgtEl>
                                        <p:attrNameLst>
                                          <p:attrName>style.visibility</p:attrName>
                                        </p:attrNameLst>
                                      </p:cBhvr>
                                      <p:to>
                                        <p:strVal val="visible"/>
                                      </p:to>
                                    </p:set>
                                    <p:animEffect transition="in" filter="wipe(left)">
                                      <p:cBhvr>
                                        <p:cTn id="52" dur="1000"/>
                                        <p:tgtEl>
                                          <p:spTgt spid="57652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76530"/>
                                        </p:tgtEl>
                                        <p:attrNameLst>
                                          <p:attrName>style.visibility</p:attrName>
                                        </p:attrNameLst>
                                      </p:cBhvr>
                                      <p:to>
                                        <p:strVal val="visible"/>
                                      </p:to>
                                    </p:set>
                                    <p:animEffect transition="in" filter="wipe(left)">
                                      <p:cBhvr>
                                        <p:cTn id="57" dur="1000"/>
                                        <p:tgtEl>
                                          <p:spTgt spid="576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520" grpId="0"/>
      <p:bldP spid="576528" grpId="0"/>
      <p:bldP spid="576529" grpId="0"/>
      <p:bldP spid="57653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7538" name="Picture 2">
            <a:extLst>
              <a:ext uri="{FF2B5EF4-FFF2-40B4-BE49-F238E27FC236}">
                <a16:creationId xmlns:a16="http://schemas.microsoft.com/office/drawing/2014/main" id="{5B3C5201-5F58-4D7F-83C8-E6BFE5D4EAE2}"/>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351088" y="2420938"/>
            <a:ext cx="457200" cy="239712"/>
          </a:xfrm>
          <a:prstGeom prst="rect">
            <a:avLst/>
          </a:prstGeom>
          <a:noFill/>
          <a:extLst>
            <a:ext uri="{909E8E84-426E-40DD-AFC4-6F175D3DCCD1}">
              <a14:hiddenFill xmlns:a14="http://schemas.microsoft.com/office/drawing/2010/main">
                <a:solidFill>
                  <a:srgbClr val="FFFFFF"/>
                </a:solidFill>
              </a14:hiddenFill>
            </a:ext>
          </a:extLst>
        </p:spPr>
      </p:pic>
      <p:pic>
        <p:nvPicPr>
          <p:cNvPr id="577539" name="Picture 3">
            <a:extLst>
              <a:ext uri="{FF2B5EF4-FFF2-40B4-BE49-F238E27FC236}">
                <a16:creationId xmlns:a16="http://schemas.microsoft.com/office/drawing/2014/main" id="{9C0751FB-50B9-4C76-9B4C-8D81D075CD76}"/>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279650" y="3787776"/>
            <a:ext cx="457200" cy="239713"/>
          </a:xfrm>
          <a:prstGeom prst="rect">
            <a:avLst/>
          </a:prstGeom>
          <a:noFill/>
          <a:extLst>
            <a:ext uri="{909E8E84-426E-40DD-AFC4-6F175D3DCCD1}">
              <a14:hiddenFill xmlns:a14="http://schemas.microsoft.com/office/drawing/2010/main">
                <a:solidFill>
                  <a:srgbClr val="FFFFFF"/>
                </a:solidFill>
              </a14:hiddenFill>
            </a:ext>
          </a:extLst>
        </p:spPr>
      </p:pic>
      <p:pic>
        <p:nvPicPr>
          <p:cNvPr id="577540" name="Picture 4">
            <a:extLst>
              <a:ext uri="{FF2B5EF4-FFF2-40B4-BE49-F238E27FC236}">
                <a16:creationId xmlns:a16="http://schemas.microsoft.com/office/drawing/2014/main" id="{DB09F37B-D64C-4E67-BC1A-8FADA4083338}"/>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206625" y="5013326"/>
            <a:ext cx="457200" cy="239713"/>
          </a:xfrm>
          <a:prstGeom prst="rect">
            <a:avLst/>
          </a:prstGeom>
          <a:noFill/>
          <a:extLst>
            <a:ext uri="{909E8E84-426E-40DD-AFC4-6F175D3DCCD1}">
              <a14:hiddenFill xmlns:a14="http://schemas.microsoft.com/office/drawing/2010/main">
                <a:solidFill>
                  <a:srgbClr val="FFFFFF"/>
                </a:solidFill>
              </a14:hiddenFill>
            </a:ext>
          </a:extLst>
        </p:spPr>
      </p:pic>
      <p:sp>
        <p:nvSpPr>
          <p:cNvPr id="577541" name="Rectangle 5">
            <a:extLst>
              <a:ext uri="{FF2B5EF4-FFF2-40B4-BE49-F238E27FC236}">
                <a16:creationId xmlns:a16="http://schemas.microsoft.com/office/drawing/2014/main" id="{8976C4A0-E458-4C79-A86E-EC280D587F1A}"/>
              </a:ext>
            </a:extLst>
          </p:cNvPr>
          <p:cNvSpPr>
            <a:spLocks noChangeArrowheads="1"/>
          </p:cNvSpPr>
          <p:nvPr/>
        </p:nvSpPr>
        <p:spPr bwMode="auto">
          <a:xfrm>
            <a:off x="2495550" y="765176"/>
            <a:ext cx="61928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4000" b="1">
                <a:solidFill>
                  <a:srgbClr val="DC5900"/>
                </a:solidFill>
                <a:effectLst>
                  <a:outerShdw blurRad="38100" dist="38100" dir="2700000" algn="tl">
                    <a:srgbClr val="C0C0C0"/>
                  </a:outerShdw>
                </a:effectLst>
                <a:latin typeface="Times New Roman" panose="02020603050405020304" pitchFamily="18" charset="0"/>
                <a:ea typeface="宋体" panose="02010600030101010101" pitchFamily="2" charset="-122"/>
              </a:rPr>
              <a:t>第二节  一元线性回归</a:t>
            </a:r>
          </a:p>
        </p:txBody>
      </p:sp>
      <p:sp>
        <p:nvSpPr>
          <p:cNvPr id="577542" name="Rectangle 6">
            <a:extLst>
              <a:ext uri="{FF2B5EF4-FFF2-40B4-BE49-F238E27FC236}">
                <a16:creationId xmlns:a16="http://schemas.microsoft.com/office/drawing/2014/main" id="{AB642158-D99C-415F-BE0E-28A67DA7879B}"/>
              </a:ext>
            </a:extLst>
          </p:cNvPr>
          <p:cNvSpPr>
            <a:spLocks noChangeArrowheads="1"/>
          </p:cNvSpPr>
          <p:nvPr/>
        </p:nvSpPr>
        <p:spPr bwMode="auto">
          <a:xfrm>
            <a:off x="2711450" y="1989139"/>
            <a:ext cx="6985000" cy="793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2000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3" action="ppaction://hlinksldjump"/>
              </a:rPr>
              <a:t>一、一元线性回归的数学模型</a:t>
            </a:r>
            <a:endPar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sp>
        <p:nvSpPr>
          <p:cNvPr id="577543" name="Rectangle 7">
            <a:extLst>
              <a:ext uri="{FF2B5EF4-FFF2-40B4-BE49-F238E27FC236}">
                <a16:creationId xmlns:a16="http://schemas.microsoft.com/office/drawing/2014/main" id="{EF3AF345-8CE5-4229-8561-3704313DDEE8}"/>
              </a:ext>
            </a:extLst>
          </p:cNvPr>
          <p:cNvSpPr>
            <a:spLocks noChangeArrowheads="1"/>
          </p:cNvSpPr>
          <p:nvPr/>
        </p:nvSpPr>
        <p:spPr bwMode="auto">
          <a:xfrm>
            <a:off x="2711450" y="3644900"/>
            <a:ext cx="76327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3600" b="1">
                <a:solidFill>
                  <a:srgbClr val="FF33CC"/>
                </a:solidFill>
                <a:effectLst>
                  <a:outerShdw blurRad="38100" dist="38100" dir="2700000" algn="tl">
                    <a:srgbClr val="C0C0C0"/>
                  </a:outerShdw>
                </a:effectLst>
                <a:latin typeface="Times New Roman" panose="02020603050405020304" pitchFamily="18" charset="0"/>
                <a:ea typeface="宋体" panose="02010600030101010101" pitchFamily="2" charset="-122"/>
                <a:hlinkClick r:id="rId4" action="ppaction://hlinksldjump"/>
              </a:rPr>
              <a:t>二、未知参数 </a:t>
            </a:r>
            <a:r>
              <a:rPr lang="en-US" altLang="zh-CN" sz="3600" b="1" i="1">
                <a:solidFill>
                  <a:srgbClr val="FF33CC"/>
                </a:solidFill>
                <a:effectLst>
                  <a:outerShdw blurRad="38100" dist="38100" dir="2700000" algn="tl">
                    <a:srgbClr val="C0C0C0"/>
                  </a:outerShdw>
                </a:effectLst>
                <a:latin typeface="Times New Roman" panose="02020603050405020304" pitchFamily="18" charset="0"/>
                <a:ea typeface="宋体" panose="02010600030101010101" pitchFamily="2" charset="-122"/>
                <a:hlinkClick r:id="rId4" action="ppaction://hlinksldjump"/>
              </a:rPr>
              <a:t>a</a:t>
            </a:r>
            <a:r>
              <a:rPr lang="zh-CN" altLang="en-US" sz="3600" b="1">
                <a:solidFill>
                  <a:srgbClr val="FF33CC"/>
                </a:solidFill>
                <a:effectLst>
                  <a:outerShdw blurRad="38100" dist="38100" dir="2700000" algn="tl">
                    <a:srgbClr val="C0C0C0"/>
                  </a:outerShdw>
                </a:effectLst>
                <a:latin typeface="Times New Roman" panose="02020603050405020304" pitchFamily="18" charset="0"/>
                <a:ea typeface="宋体" panose="02010600030101010101" pitchFamily="2" charset="-122"/>
                <a:hlinkClick r:id="rId4" action="ppaction://hlinksldjump"/>
              </a:rPr>
              <a:t>，</a:t>
            </a:r>
            <a:r>
              <a:rPr lang="en-US" altLang="zh-CN" sz="3600" b="1" i="1">
                <a:solidFill>
                  <a:srgbClr val="FF33CC"/>
                </a:solidFill>
                <a:effectLst>
                  <a:outerShdw blurRad="38100" dist="38100" dir="2700000" algn="tl">
                    <a:srgbClr val="C0C0C0"/>
                  </a:outerShdw>
                </a:effectLst>
                <a:latin typeface="Times New Roman" panose="02020603050405020304" pitchFamily="18" charset="0"/>
                <a:ea typeface="宋体" panose="02010600030101010101" pitchFamily="2" charset="-122"/>
                <a:hlinkClick r:id="rId4" action="ppaction://hlinksldjump"/>
              </a:rPr>
              <a:t>b </a:t>
            </a:r>
            <a:r>
              <a:rPr lang="en-US" altLang="zh-CN" sz="3600" b="1">
                <a:solidFill>
                  <a:srgbClr val="FF33CC"/>
                </a:solidFill>
                <a:effectLst>
                  <a:outerShdw blurRad="38100" dist="38100" dir="2700000" algn="tl">
                    <a:srgbClr val="C0C0C0"/>
                  </a:outerShdw>
                </a:effectLst>
                <a:latin typeface="Times New Roman" panose="02020603050405020304" pitchFamily="18" charset="0"/>
                <a:ea typeface="宋体" panose="02010600030101010101" pitchFamily="2" charset="-122"/>
                <a:hlinkClick r:id="rId4" action="ppaction://hlinksldjump"/>
              </a:rPr>
              <a:t>,</a:t>
            </a:r>
            <a:r>
              <a:rPr lang="el-GR" altLang="zh-CN" sz="3600" b="1" i="1">
                <a:solidFill>
                  <a:srgbClr val="FF33CC"/>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hlinkClick r:id="rId4" action="ppaction://hlinksldjump"/>
              </a:rPr>
              <a:t>σ</a:t>
            </a:r>
            <a:r>
              <a:rPr lang="en-US" altLang="zh-CN" sz="3600" b="1" baseline="30000">
                <a:solidFill>
                  <a:srgbClr val="FF33CC"/>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hlinkClick r:id="rId4" action="ppaction://hlinksldjump"/>
              </a:rPr>
              <a:t>2</a:t>
            </a:r>
            <a:r>
              <a:rPr lang="zh-CN" altLang="en-US" sz="3600" b="1">
                <a:solidFill>
                  <a:srgbClr val="FF33CC"/>
                </a:solidFill>
                <a:effectLst>
                  <a:outerShdw blurRad="38100" dist="38100" dir="2700000" algn="tl">
                    <a:srgbClr val="C0C0C0"/>
                  </a:outerShdw>
                </a:effectLst>
                <a:latin typeface="Times New Roman" panose="02020603050405020304" pitchFamily="18" charset="0"/>
                <a:ea typeface="宋体" panose="02010600030101010101" pitchFamily="2" charset="-122"/>
                <a:hlinkClick r:id="rId4" action="ppaction://hlinksldjump"/>
              </a:rPr>
              <a:t>的点估计</a:t>
            </a:r>
            <a:endParaRPr lang="zh-CN" altLang="en-US" sz="3600" b="1">
              <a:solidFill>
                <a:srgbClr val="FF33CC"/>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577544" name="Rectangle 8">
            <a:extLst>
              <a:ext uri="{FF2B5EF4-FFF2-40B4-BE49-F238E27FC236}">
                <a16:creationId xmlns:a16="http://schemas.microsoft.com/office/drawing/2014/main" id="{DE419381-8BF5-41F4-B96E-F6FB00F99D8E}"/>
              </a:ext>
            </a:extLst>
          </p:cNvPr>
          <p:cNvSpPr>
            <a:spLocks noChangeArrowheads="1"/>
          </p:cNvSpPr>
          <p:nvPr/>
        </p:nvSpPr>
        <p:spPr bwMode="auto">
          <a:xfrm>
            <a:off x="2711450" y="4581526"/>
            <a:ext cx="6408738" cy="793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2000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5" action="ppaction://hlinksldjump"/>
              </a:rPr>
              <a:t>三、线性相关假设检验</a:t>
            </a:r>
            <a:endPar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577541"/>
                                        </p:tgtEl>
                                        <p:attrNameLst>
                                          <p:attrName>style.visibility</p:attrName>
                                        </p:attrNameLst>
                                      </p:cBhvr>
                                      <p:to>
                                        <p:strVal val="visible"/>
                                      </p:to>
                                    </p:set>
                                    <p:animEffect transition="in" filter="slide(fromRight)">
                                      <p:cBhvr>
                                        <p:cTn id="7" dur="1000"/>
                                        <p:tgtEl>
                                          <p:spTgt spid="5775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77542"/>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77538"/>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77543"/>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577539"/>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77544"/>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5775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7541" grpId="0"/>
      <p:bldP spid="577542" grpId="0"/>
      <p:bldP spid="577543" grpId="0"/>
      <p:bldP spid="57754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Rectangle 2">
            <a:extLst>
              <a:ext uri="{FF2B5EF4-FFF2-40B4-BE49-F238E27FC236}">
                <a16:creationId xmlns:a16="http://schemas.microsoft.com/office/drawing/2014/main" id="{69FFA6FC-3563-4C83-9EA0-6115BAB39725}"/>
              </a:ext>
            </a:extLst>
          </p:cNvPr>
          <p:cNvSpPr>
            <a:spLocks noChangeArrowheads="1"/>
          </p:cNvSpPr>
          <p:nvPr/>
        </p:nvSpPr>
        <p:spPr bwMode="auto">
          <a:xfrm>
            <a:off x="1703388" y="188913"/>
            <a:ext cx="698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一、一元线性回归的数学模型</a:t>
            </a:r>
          </a:p>
        </p:txBody>
      </p:sp>
      <p:sp>
        <p:nvSpPr>
          <p:cNvPr id="578563" name="Rectangle 3">
            <a:extLst>
              <a:ext uri="{FF2B5EF4-FFF2-40B4-BE49-F238E27FC236}">
                <a16:creationId xmlns:a16="http://schemas.microsoft.com/office/drawing/2014/main" id="{2631E138-3978-413A-9025-378A90A151BA}"/>
              </a:ext>
            </a:extLst>
          </p:cNvPr>
          <p:cNvSpPr>
            <a:spLocks noChangeArrowheads="1"/>
          </p:cNvSpPr>
          <p:nvPr/>
        </p:nvSpPr>
        <p:spPr bwMode="auto">
          <a:xfrm>
            <a:off x="2135189" y="1484313"/>
            <a:ext cx="26828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回归关系：</a:t>
            </a:r>
          </a:p>
        </p:txBody>
      </p:sp>
      <p:sp>
        <p:nvSpPr>
          <p:cNvPr id="578564" name="Rectangle 4">
            <a:extLst>
              <a:ext uri="{FF2B5EF4-FFF2-40B4-BE49-F238E27FC236}">
                <a16:creationId xmlns:a16="http://schemas.microsoft.com/office/drawing/2014/main" id="{8125FD36-92B3-47B8-91DC-FC49964DE553}"/>
              </a:ext>
            </a:extLst>
          </p:cNvPr>
          <p:cNvSpPr>
            <a:spLocks noChangeArrowheads="1"/>
          </p:cNvSpPr>
          <p:nvPr/>
        </p:nvSpPr>
        <p:spPr bwMode="auto">
          <a:xfrm>
            <a:off x="2424114" y="2492376"/>
            <a:ext cx="7272337"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前一节介绍了两个变量间的相关关系，若这两个变量中一个是可控变量，另一个是随机变量，则称这两个变量之间的相关关系为回归关系。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578562"/>
                                        </p:tgtEl>
                                        <p:attrNameLst>
                                          <p:attrName>style.visibility</p:attrName>
                                        </p:attrNameLst>
                                      </p:cBhvr>
                                      <p:to>
                                        <p:strVal val="visible"/>
                                      </p:to>
                                    </p:set>
                                    <p:animEffect transition="in" filter="slide(fromRight)">
                                      <p:cBhvr>
                                        <p:cTn id="7" dur="1000"/>
                                        <p:tgtEl>
                                          <p:spTgt spid="5785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8563"/>
                                        </p:tgtEl>
                                        <p:attrNameLst>
                                          <p:attrName>style.visibility</p:attrName>
                                        </p:attrNameLst>
                                      </p:cBhvr>
                                      <p:to>
                                        <p:strVal val="visible"/>
                                      </p:to>
                                    </p:set>
                                    <p:animEffect transition="in" filter="wipe(left)">
                                      <p:cBhvr>
                                        <p:cTn id="12" dur="1000"/>
                                        <p:tgtEl>
                                          <p:spTgt spid="5785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7" presetClass="entr" presetSubtype="0" fill="hold" grpId="0" nodeType="clickEffect">
                                  <p:stCondLst>
                                    <p:cond delay="0"/>
                                  </p:stCondLst>
                                  <p:iterate type="lt">
                                    <p:tmPct val="50000"/>
                                  </p:iterate>
                                  <p:childTnLst>
                                    <p:set>
                                      <p:cBhvr>
                                        <p:cTn id="16" dur="1" fill="hold">
                                          <p:stCondLst>
                                            <p:cond delay="0"/>
                                          </p:stCondLst>
                                        </p:cTn>
                                        <p:tgtEl>
                                          <p:spTgt spid="578564"/>
                                        </p:tgtEl>
                                        <p:attrNameLst>
                                          <p:attrName>style.visibility</p:attrName>
                                        </p:attrNameLst>
                                      </p:cBhvr>
                                      <p:to>
                                        <p:strVal val="visible"/>
                                      </p:to>
                                    </p:set>
                                    <p:anim calcmode="discrete" valueType="clr">
                                      <p:cBhvr override="childStyle">
                                        <p:cTn id="17" dur="80"/>
                                        <p:tgtEl>
                                          <p:spTgt spid="578564"/>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578564"/>
                                        </p:tgtEl>
                                        <p:attrNameLst>
                                          <p:attrName>fillcolor</p:attrName>
                                        </p:attrNameLst>
                                      </p:cBhvr>
                                      <p:tavLst>
                                        <p:tav tm="0">
                                          <p:val>
                                            <p:clrVal>
                                              <a:schemeClr val="accent2"/>
                                            </p:clrVal>
                                          </p:val>
                                        </p:tav>
                                        <p:tav tm="50000">
                                          <p:val>
                                            <p:clrVal>
                                              <a:schemeClr val="hlink"/>
                                            </p:clrVal>
                                          </p:val>
                                        </p:tav>
                                      </p:tavLst>
                                    </p:anim>
                                    <p:set>
                                      <p:cBhvr>
                                        <p:cTn id="19" dur="80"/>
                                        <p:tgtEl>
                                          <p:spTgt spid="57856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8562" grpId="0"/>
      <p:bldP spid="578563" grpId="0"/>
      <p:bldP spid="57856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a:extLst>
              <a:ext uri="{FF2B5EF4-FFF2-40B4-BE49-F238E27FC236}">
                <a16:creationId xmlns:a16="http://schemas.microsoft.com/office/drawing/2014/main" id="{D76FFE18-9535-4BFD-AD44-595F8A595171}"/>
              </a:ext>
            </a:extLst>
          </p:cNvPr>
          <p:cNvSpPr>
            <a:spLocks noChangeArrowheads="1"/>
          </p:cNvSpPr>
          <p:nvPr/>
        </p:nvSpPr>
        <p:spPr bwMode="auto">
          <a:xfrm>
            <a:off x="1774826" y="2781301"/>
            <a:ext cx="26828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回归函数：</a:t>
            </a:r>
          </a:p>
        </p:txBody>
      </p:sp>
      <p:sp>
        <p:nvSpPr>
          <p:cNvPr id="579587" name="Rectangle 3">
            <a:extLst>
              <a:ext uri="{FF2B5EF4-FFF2-40B4-BE49-F238E27FC236}">
                <a16:creationId xmlns:a16="http://schemas.microsoft.com/office/drawing/2014/main" id="{43379013-BBB1-458B-9A31-2D14D896E97B}"/>
              </a:ext>
            </a:extLst>
          </p:cNvPr>
          <p:cNvSpPr>
            <a:spLocks noChangeArrowheads="1"/>
          </p:cNvSpPr>
          <p:nvPr/>
        </p:nvSpPr>
        <p:spPr bwMode="auto">
          <a:xfrm>
            <a:off x="2135188" y="3284539"/>
            <a:ext cx="8208962" cy="1954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当可控变量 </a:t>
            </a:r>
            <a:r>
              <a:rPr kumimoji="1" lang="en-US" altLang="zh-CN" sz="2800" b="1" i="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和随机变量</a:t>
            </a:r>
            <a:r>
              <a:rPr kumimoji="1" lang="en-US" altLang="zh-CN" sz="2800" b="1">
                <a:solidFill>
                  <a:srgbClr val="007A77"/>
                </a:solidFill>
                <a:latin typeface="Times New Roman" panose="02020603050405020304" pitchFamily="18" charset="0"/>
                <a:ea typeface="楷体_GB2312" pitchFamily="49" charset="-122"/>
              </a:rPr>
              <a:t>Y</a:t>
            </a:r>
            <a:r>
              <a:rPr kumimoji="1" lang="zh-CN" altLang="en-US" sz="2800" b="1">
                <a:solidFill>
                  <a:srgbClr val="007A77"/>
                </a:solidFill>
                <a:latin typeface="Times New Roman" panose="02020603050405020304" pitchFamily="18" charset="0"/>
                <a:ea typeface="楷体_GB2312" pitchFamily="49" charset="-122"/>
              </a:rPr>
              <a:t>之间存在回归关系时，</a:t>
            </a:r>
            <a:r>
              <a:rPr kumimoji="1" lang="en-US" altLang="zh-CN" sz="2800" b="1">
                <a:solidFill>
                  <a:srgbClr val="007A77"/>
                </a:solidFill>
                <a:latin typeface="Times New Roman" panose="02020603050405020304" pitchFamily="18" charset="0"/>
                <a:ea typeface="楷体_GB2312" pitchFamily="49" charset="-122"/>
              </a:rPr>
              <a:t>Y</a:t>
            </a:r>
            <a:r>
              <a:rPr kumimoji="1" lang="zh-CN" altLang="en-US" sz="2800" b="1">
                <a:solidFill>
                  <a:srgbClr val="007A77"/>
                </a:solidFill>
                <a:latin typeface="Times New Roman" panose="02020603050405020304" pitchFamily="18" charset="0"/>
                <a:ea typeface="楷体_GB2312" pitchFamily="49" charset="-122"/>
              </a:rPr>
              <a:t>的数学期望</a:t>
            </a:r>
            <a:r>
              <a:rPr kumimoji="1" lang="en-US" altLang="zh-CN" sz="2800" b="1">
                <a:solidFill>
                  <a:srgbClr val="007A77"/>
                </a:solidFill>
                <a:latin typeface="Times New Roman" panose="02020603050405020304" pitchFamily="18" charset="0"/>
                <a:ea typeface="楷体_GB2312" pitchFamily="49" charset="-122"/>
              </a:rPr>
              <a:t>E(Y)</a:t>
            </a:r>
            <a:r>
              <a:rPr kumimoji="1" lang="zh-CN" altLang="en-US" sz="2800" b="1">
                <a:solidFill>
                  <a:srgbClr val="007A77"/>
                </a:solidFill>
                <a:latin typeface="Times New Roman" panose="02020603050405020304" pitchFamily="18" charset="0"/>
                <a:ea typeface="楷体_GB2312" pitchFamily="49" charset="-122"/>
              </a:rPr>
              <a:t>是可控变量 </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的取值 </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的函数，记为</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μ</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x</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a:t>
            </a:r>
            <a:r>
              <a:rPr kumimoji="1" lang="zh-CN" altLang="en-US" sz="2800" b="1">
                <a:solidFill>
                  <a:srgbClr val="007A77"/>
                </a:solidFill>
                <a:latin typeface="Times New Roman" panose="02020603050405020304" pitchFamily="18" charset="0"/>
                <a:ea typeface="楷体_GB2312" pitchFamily="49" charset="-122"/>
              </a:rPr>
              <a:t>，即 </a:t>
            </a:r>
            <a:r>
              <a:rPr kumimoji="1" lang="en-US" altLang="zh-CN" sz="2800" b="1" i="1">
                <a:solidFill>
                  <a:srgbClr val="007A77"/>
                </a:solidFill>
                <a:latin typeface="Times New Roman" panose="02020603050405020304" pitchFamily="18" charset="0"/>
                <a:ea typeface="楷体_GB2312" pitchFamily="49" charset="-122"/>
              </a:rPr>
              <a:t>E</a:t>
            </a:r>
            <a:r>
              <a:rPr kumimoji="1" lang="en-US" altLang="zh-CN" sz="2800" b="1">
                <a:solidFill>
                  <a:srgbClr val="007A77"/>
                </a:solidFill>
                <a:latin typeface="Times New Roman" panose="02020603050405020304" pitchFamily="18" charset="0"/>
                <a:ea typeface="楷体_GB2312" pitchFamily="49" charset="-122"/>
              </a:rPr>
              <a:t>(Y)= </a:t>
            </a:r>
            <a:r>
              <a:rPr kumimoji="1" lang="el-GR" altLang="zh-CN" sz="2800" b="1" i="1">
                <a:solidFill>
                  <a:srgbClr val="007A77"/>
                </a:solidFill>
                <a:latin typeface="Times New Roman" panose="02020603050405020304" pitchFamily="18" charset="0"/>
                <a:ea typeface="楷体_GB2312" pitchFamily="49" charset="-122"/>
              </a:rPr>
              <a:t>μ</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，称</a:t>
            </a:r>
            <a:r>
              <a:rPr kumimoji="1" lang="el-GR" altLang="zh-CN" sz="2800" b="1" i="1">
                <a:solidFill>
                  <a:srgbClr val="007A77"/>
                </a:solidFill>
                <a:latin typeface="Times New Roman" panose="02020603050405020304" pitchFamily="18" charset="0"/>
                <a:ea typeface="楷体_GB2312" pitchFamily="49" charset="-122"/>
              </a:rPr>
              <a:t>μ</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为回归函数。</a:t>
            </a:r>
          </a:p>
        </p:txBody>
      </p:sp>
      <p:sp>
        <p:nvSpPr>
          <p:cNvPr id="579588" name="Rectangle 4">
            <a:extLst>
              <a:ext uri="{FF2B5EF4-FFF2-40B4-BE49-F238E27FC236}">
                <a16:creationId xmlns:a16="http://schemas.microsoft.com/office/drawing/2014/main" id="{AD7D318A-1834-41E9-964F-04CFF4410B9B}"/>
              </a:ext>
            </a:extLst>
          </p:cNvPr>
          <p:cNvSpPr>
            <a:spLocks noChangeArrowheads="1"/>
          </p:cNvSpPr>
          <p:nvPr/>
        </p:nvSpPr>
        <p:spPr bwMode="auto">
          <a:xfrm>
            <a:off x="2063750" y="549276"/>
            <a:ext cx="8281988"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回归分析就是根据试验结果，研究可控变量与随机变量之间的相关关系，建立变量间关系的近似表达式，并由此对随机变量进行预测和控制。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579588"/>
                                        </p:tgtEl>
                                        <p:attrNameLst>
                                          <p:attrName>style.visibility</p:attrName>
                                        </p:attrNameLst>
                                      </p:cBhvr>
                                      <p:to>
                                        <p:strVal val="visible"/>
                                      </p:to>
                                    </p:set>
                                    <p:anim calcmode="discrete" valueType="clr">
                                      <p:cBhvr override="childStyle">
                                        <p:cTn id="7" dur="80"/>
                                        <p:tgtEl>
                                          <p:spTgt spid="579588"/>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579588"/>
                                        </p:tgtEl>
                                        <p:attrNameLst>
                                          <p:attrName>fillcolor</p:attrName>
                                        </p:attrNameLst>
                                      </p:cBhvr>
                                      <p:tavLst>
                                        <p:tav tm="0">
                                          <p:val>
                                            <p:clrVal>
                                              <a:schemeClr val="accent2"/>
                                            </p:clrVal>
                                          </p:val>
                                        </p:tav>
                                        <p:tav tm="50000">
                                          <p:val>
                                            <p:clrVal>
                                              <a:schemeClr val="hlink"/>
                                            </p:clrVal>
                                          </p:val>
                                        </p:tav>
                                      </p:tavLst>
                                    </p:anim>
                                    <p:set>
                                      <p:cBhvr>
                                        <p:cTn id="9" dur="80"/>
                                        <p:tgtEl>
                                          <p:spTgt spid="579588"/>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579586"/>
                                        </p:tgtEl>
                                        <p:attrNameLst>
                                          <p:attrName>style.visibility</p:attrName>
                                        </p:attrNameLst>
                                      </p:cBhvr>
                                      <p:to>
                                        <p:strVal val="visible"/>
                                      </p:to>
                                    </p:set>
                                    <p:animEffect transition="in" filter="wipe(left)">
                                      <p:cBhvr>
                                        <p:cTn id="14" dur="1000"/>
                                        <p:tgtEl>
                                          <p:spTgt spid="579586"/>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7" presetClass="entr" presetSubtype="0" fill="hold" grpId="0" nodeType="clickEffect">
                                  <p:stCondLst>
                                    <p:cond delay="0"/>
                                  </p:stCondLst>
                                  <p:iterate type="lt">
                                    <p:tmPct val="50000"/>
                                  </p:iterate>
                                  <p:childTnLst>
                                    <p:set>
                                      <p:cBhvr>
                                        <p:cTn id="18" dur="1" fill="hold">
                                          <p:stCondLst>
                                            <p:cond delay="0"/>
                                          </p:stCondLst>
                                        </p:cTn>
                                        <p:tgtEl>
                                          <p:spTgt spid="579587"/>
                                        </p:tgtEl>
                                        <p:attrNameLst>
                                          <p:attrName>style.visibility</p:attrName>
                                        </p:attrNameLst>
                                      </p:cBhvr>
                                      <p:to>
                                        <p:strVal val="visible"/>
                                      </p:to>
                                    </p:set>
                                    <p:anim calcmode="discrete" valueType="clr">
                                      <p:cBhvr override="childStyle">
                                        <p:cTn id="19" dur="80"/>
                                        <p:tgtEl>
                                          <p:spTgt spid="579587"/>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579587"/>
                                        </p:tgtEl>
                                        <p:attrNameLst>
                                          <p:attrName>fillcolor</p:attrName>
                                        </p:attrNameLst>
                                      </p:cBhvr>
                                      <p:tavLst>
                                        <p:tav tm="0">
                                          <p:val>
                                            <p:clrVal>
                                              <a:schemeClr val="accent2"/>
                                            </p:clrVal>
                                          </p:val>
                                        </p:tav>
                                        <p:tav tm="50000">
                                          <p:val>
                                            <p:clrVal>
                                              <a:schemeClr val="hlink"/>
                                            </p:clrVal>
                                          </p:val>
                                        </p:tav>
                                      </p:tavLst>
                                    </p:anim>
                                    <p:set>
                                      <p:cBhvr>
                                        <p:cTn id="21" dur="80"/>
                                        <p:tgtEl>
                                          <p:spTgt spid="57958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586" grpId="0"/>
      <p:bldP spid="579587" grpId="0"/>
      <p:bldP spid="57958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a:extLst>
              <a:ext uri="{FF2B5EF4-FFF2-40B4-BE49-F238E27FC236}">
                <a16:creationId xmlns:a16="http://schemas.microsoft.com/office/drawing/2014/main" id="{65136760-B723-4C10-B42F-7255A4D8751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80611" name="Rectangle 3">
            <a:extLst>
              <a:ext uri="{FF2B5EF4-FFF2-40B4-BE49-F238E27FC236}">
                <a16:creationId xmlns:a16="http://schemas.microsoft.com/office/drawing/2014/main" id="{D3750A53-D551-40ED-AE9A-10F7AE7645AD}"/>
              </a:ext>
            </a:extLst>
          </p:cNvPr>
          <p:cNvSpPr>
            <a:spLocks noChangeArrowheads="1"/>
          </p:cNvSpPr>
          <p:nvPr/>
        </p:nvSpPr>
        <p:spPr bwMode="auto">
          <a:xfrm>
            <a:off x="1774826" y="260351"/>
            <a:ext cx="6767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一元线性回归的数学模型的两个前提：</a:t>
            </a:r>
          </a:p>
        </p:txBody>
      </p:sp>
      <p:sp>
        <p:nvSpPr>
          <p:cNvPr id="580612" name="Rectangle 4">
            <a:extLst>
              <a:ext uri="{FF2B5EF4-FFF2-40B4-BE49-F238E27FC236}">
                <a16:creationId xmlns:a16="http://schemas.microsoft.com/office/drawing/2014/main" id="{A70F9509-409D-4560-9155-5CF7B2BA9352}"/>
              </a:ext>
            </a:extLst>
          </p:cNvPr>
          <p:cNvSpPr>
            <a:spLocks noChangeArrowheads="1"/>
          </p:cNvSpPr>
          <p:nvPr/>
        </p:nvSpPr>
        <p:spPr bwMode="auto">
          <a:xfrm>
            <a:off x="1703389" y="908051"/>
            <a:ext cx="4033837"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20000"/>
              </a:spcBef>
              <a:spcAft>
                <a:spcPct val="0"/>
              </a:spcAft>
            </a:pPr>
            <a:r>
              <a:rPr kumimoji="1" lang="en-US" altLang="zh-CN" sz="2800" b="1">
                <a:solidFill>
                  <a:srgbClr val="007A77"/>
                </a:solidFill>
                <a:latin typeface="Times New Roman" panose="02020603050405020304" pitchFamily="18" charset="0"/>
                <a:ea typeface="楷体_GB2312" pitchFamily="49" charset="-122"/>
              </a:rPr>
              <a:t>1</a:t>
            </a:r>
            <a:r>
              <a:rPr kumimoji="1" lang="zh-CN" altLang="en-US" sz="2800" b="1">
                <a:solidFill>
                  <a:srgbClr val="007A77"/>
                </a:solidFill>
                <a:latin typeface="Times New Roman" panose="02020603050405020304" pitchFamily="18" charset="0"/>
                <a:ea typeface="楷体_GB2312" pitchFamily="49" charset="-122"/>
              </a:rPr>
              <a:t>）线性相关假设：</a:t>
            </a:r>
          </a:p>
        </p:txBody>
      </p:sp>
      <p:graphicFrame>
        <p:nvGraphicFramePr>
          <p:cNvPr id="580613" name="Object 5">
            <a:extLst>
              <a:ext uri="{FF2B5EF4-FFF2-40B4-BE49-F238E27FC236}">
                <a16:creationId xmlns:a16="http://schemas.microsoft.com/office/drawing/2014/main" id="{054CDAA5-2C9F-4DEE-9DD0-7E45D91F7080}"/>
              </a:ext>
            </a:extLst>
          </p:cNvPr>
          <p:cNvGraphicFramePr>
            <a:graphicFrameLocks noChangeAspect="1"/>
          </p:cNvGraphicFramePr>
          <p:nvPr/>
        </p:nvGraphicFramePr>
        <p:xfrm>
          <a:off x="7261226" y="2636838"/>
          <a:ext cx="2716213" cy="525462"/>
        </p:xfrm>
        <a:graphic>
          <a:graphicData uri="http://schemas.openxmlformats.org/presentationml/2006/ole">
            <mc:AlternateContent xmlns:mc="http://schemas.openxmlformats.org/markup-compatibility/2006">
              <mc:Choice xmlns:v="urn:schemas-microsoft-com:vml" Requires="v">
                <p:oleObj spid="_x0000_s1029" name="公式" r:id="rId3" imgW="1180800" imgH="228600" progId="Equation.3">
                  <p:embed/>
                </p:oleObj>
              </mc:Choice>
              <mc:Fallback>
                <p:oleObj name="公式" r:id="rId3" imgW="1180800" imgH="228600" progId="Equation.3">
                  <p:embed/>
                  <p:pic>
                    <p:nvPicPr>
                      <p:cNvPr id="580613" name="Object 5">
                        <a:extLst>
                          <a:ext uri="{FF2B5EF4-FFF2-40B4-BE49-F238E27FC236}">
                            <a16:creationId xmlns:a16="http://schemas.microsoft.com/office/drawing/2014/main" id="{054CDAA5-2C9F-4DEE-9DD0-7E45D91F70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61226" y="2636838"/>
                        <a:ext cx="2716213" cy="525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0614" name="Rectangle 6">
            <a:extLst>
              <a:ext uri="{FF2B5EF4-FFF2-40B4-BE49-F238E27FC236}">
                <a16:creationId xmlns:a16="http://schemas.microsoft.com/office/drawing/2014/main" id="{C6A4DD0A-9CAA-4A2D-9548-B25F3F526080}"/>
              </a:ext>
            </a:extLst>
          </p:cNvPr>
          <p:cNvSpPr>
            <a:spLocks noChangeArrowheads="1"/>
          </p:cNvSpPr>
          <p:nvPr/>
        </p:nvSpPr>
        <p:spPr bwMode="auto">
          <a:xfrm>
            <a:off x="1774825" y="2492376"/>
            <a:ext cx="5976938"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20000"/>
              </a:spcBef>
              <a:spcAft>
                <a:spcPct val="0"/>
              </a:spcAft>
            </a:pPr>
            <a:r>
              <a:rPr kumimoji="1" lang="en-US" altLang="zh-CN" sz="2800" b="1">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）随机变量</a:t>
            </a:r>
            <a:r>
              <a:rPr kumimoji="1" lang="en-US" altLang="zh-CN" sz="2800" b="1">
                <a:solidFill>
                  <a:srgbClr val="007A77"/>
                </a:solidFill>
                <a:latin typeface="Times New Roman" panose="02020603050405020304" pitchFamily="18" charset="0"/>
                <a:ea typeface="楷体_GB2312" pitchFamily="49" charset="-122"/>
              </a:rPr>
              <a:t>Y</a:t>
            </a:r>
            <a:r>
              <a:rPr kumimoji="1" lang="zh-CN" altLang="en-US" sz="2800" b="1">
                <a:solidFill>
                  <a:srgbClr val="007A77"/>
                </a:solidFill>
                <a:latin typeface="Times New Roman" panose="02020603050405020304" pitchFamily="18" charset="0"/>
                <a:ea typeface="楷体_GB2312" pitchFamily="49" charset="-122"/>
              </a:rPr>
              <a:t>服从正态分布，即：</a:t>
            </a:r>
          </a:p>
        </p:txBody>
      </p:sp>
      <p:sp>
        <p:nvSpPr>
          <p:cNvPr id="580615" name="Rectangle 7">
            <a:extLst>
              <a:ext uri="{FF2B5EF4-FFF2-40B4-BE49-F238E27FC236}">
                <a16:creationId xmlns:a16="http://schemas.microsoft.com/office/drawing/2014/main" id="{BF9E8906-17B0-46BB-BE02-CEA437013B4F}"/>
              </a:ext>
            </a:extLst>
          </p:cNvPr>
          <p:cNvSpPr>
            <a:spLocks noChangeArrowheads="1"/>
          </p:cNvSpPr>
          <p:nvPr/>
        </p:nvSpPr>
        <p:spPr bwMode="auto">
          <a:xfrm>
            <a:off x="1847851" y="3284539"/>
            <a:ext cx="6696075"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20000"/>
              </a:spcBef>
              <a:spcAft>
                <a:spcPct val="0"/>
              </a:spcAft>
            </a:pPr>
            <a:r>
              <a:rPr kumimoji="1" lang="zh-CN" altLang="en-US" sz="2800" b="1">
                <a:solidFill>
                  <a:srgbClr val="007A77"/>
                </a:solidFill>
                <a:latin typeface="Times New Roman" panose="02020603050405020304" pitchFamily="18" charset="0"/>
                <a:ea typeface="楷体_GB2312" pitchFamily="49" charset="-122"/>
              </a:rPr>
              <a:t>这里</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σ</a:t>
            </a:r>
            <a:r>
              <a:rPr kumimoji="1" lang="en-US" altLang="zh-CN" sz="2800" b="1" baseline="30000">
                <a:solidFill>
                  <a:srgbClr val="007A77"/>
                </a:solidFill>
                <a:latin typeface="Times New Roman" panose="02020603050405020304" pitchFamily="18" charset="0"/>
                <a:ea typeface="楷体_GB2312" pitchFamily="49" charset="-122"/>
                <a:cs typeface="Times New Roman" panose="02020603050405020304" pitchFamily="18" charset="0"/>
              </a:rPr>
              <a:t>2</a:t>
            </a:r>
            <a:r>
              <a:rPr kumimoji="1" lang="zh-CN" altLang="en-US" sz="2800" b="1">
                <a:solidFill>
                  <a:srgbClr val="007A77"/>
                </a:solidFill>
                <a:latin typeface="Times New Roman" panose="02020603050405020304" pitchFamily="18" charset="0"/>
                <a:ea typeface="楷体_GB2312" pitchFamily="49" charset="-122"/>
              </a:rPr>
              <a:t>是与 </a:t>
            </a:r>
            <a:r>
              <a:rPr kumimoji="1" lang="en-US" altLang="zh-CN" sz="2800" b="1" i="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无关的未知参数。</a:t>
            </a:r>
          </a:p>
        </p:txBody>
      </p:sp>
      <p:sp>
        <p:nvSpPr>
          <p:cNvPr id="580616" name="Rectangle 8">
            <a:extLst>
              <a:ext uri="{FF2B5EF4-FFF2-40B4-BE49-F238E27FC236}">
                <a16:creationId xmlns:a16="http://schemas.microsoft.com/office/drawing/2014/main" id="{8E4D9393-78EA-4A69-B7F3-D4E8B3D7832B}"/>
              </a:ext>
            </a:extLst>
          </p:cNvPr>
          <p:cNvSpPr>
            <a:spLocks noChangeArrowheads="1"/>
          </p:cNvSpPr>
          <p:nvPr/>
        </p:nvSpPr>
        <p:spPr bwMode="auto">
          <a:xfrm>
            <a:off x="1774825" y="1773238"/>
            <a:ext cx="6985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可控变量</a:t>
            </a:r>
            <a:r>
              <a:rPr kumimoji="1" lang="en-US" altLang="zh-CN" sz="2800" b="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的取值</a:t>
            </a: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无关的未知参数。</a:t>
            </a:r>
          </a:p>
        </p:txBody>
      </p:sp>
      <p:sp>
        <p:nvSpPr>
          <p:cNvPr id="580617" name="Rectangle 9">
            <a:extLst>
              <a:ext uri="{FF2B5EF4-FFF2-40B4-BE49-F238E27FC236}">
                <a16:creationId xmlns:a16="http://schemas.microsoft.com/office/drawing/2014/main" id="{732EE22B-832E-4E4C-BFFA-671A5DB1C59C}"/>
              </a:ext>
            </a:extLst>
          </p:cNvPr>
          <p:cNvSpPr>
            <a:spLocks noChangeArrowheads="1"/>
          </p:cNvSpPr>
          <p:nvPr/>
        </p:nvSpPr>
        <p:spPr bwMode="auto">
          <a:xfrm>
            <a:off x="1774826" y="4185290"/>
            <a:ext cx="2519363"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lnSpc>
                <a:spcPct val="150000"/>
              </a:lnSpc>
              <a:spcBef>
                <a:spcPct val="20000"/>
              </a:spcBef>
              <a:spcAft>
                <a:spcPct val="0"/>
              </a:spcAft>
            </a:pPr>
            <a:r>
              <a:rPr kumimoji="1" lang="zh-CN" altLang="en-US" sz="2800" b="1">
                <a:solidFill>
                  <a:srgbClr val="007A77"/>
                </a:solidFill>
                <a:latin typeface="楷体_GB2312" pitchFamily="49" charset="-122"/>
                <a:ea typeface="楷体_GB2312" pitchFamily="49" charset="-122"/>
              </a:rPr>
              <a:t>设随机变量</a:t>
            </a:r>
            <a:endParaRPr kumimoji="1" lang="zh-CN" altLang="en-US" sz="2800" b="1">
              <a:solidFill>
                <a:srgbClr val="007A77"/>
              </a:solidFill>
              <a:latin typeface="Times New Roman" panose="02020603050405020304" pitchFamily="18" charset="0"/>
              <a:ea typeface="楷体_GB2312" pitchFamily="49" charset="-122"/>
            </a:endParaRPr>
          </a:p>
        </p:txBody>
      </p:sp>
      <p:sp>
        <p:nvSpPr>
          <p:cNvPr id="580618" name="Rectangle 10">
            <a:extLst>
              <a:ext uri="{FF2B5EF4-FFF2-40B4-BE49-F238E27FC236}">
                <a16:creationId xmlns:a16="http://schemas.microsoft.com/office/drawing/2014/main" id="{DB785235-75FE-48E9-9BB7-7CEF16C0F6ED}"/>
              </a:ext>
            </a:extLst>
          </p:cNvPr>
          <p:cNvSpPr>
            <a:spLocks noChangeArrowheads="1"/>
          </p:cNvSpPr>
          <p:nvPr/>
        </p:nvSpPr>
        <p:spPr bwMode="auto">
          <a:xfrm>
            <a:off x="6383339" y="4365626"/>
            <a:ext cx="34575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楷体_GB2312" pitchFamily="49" charset="-122"/>
                <a:ea typeface="楷体_GB2312" pitchFamily="49" charset="-122"/>
              </a:rPr>
              <a:t>称其为随机误差</a:t>
            </a:r>
            <a:r>
              <a:rPr kumimoji="1" lang="en-US" altLang="zh-CN" sz="2800" b="1">
                <a:solidFill>
                  <a:srgbClr val="007A77"/>
                </a:solidFill>
                <a:latin typeface="楷体_GB2312" pitchFamily="49" charset="-122"/>
                <a:ea typeface="楷体_GB2312" pitchFamily="49" charset="-122"/>
              </a:rPr>
              <a:t>.</a:t>
            </a:r>
          </a:p>
        </p:txBody>
      </p:sp>
      <p:graphicFrame>
        <p:nvGraphicFramePr>
          <p:cNvPr id="580619" name="Object 11">
            <a:extLst>
              <a:ext uri="{FF2B5EF4-FFF2-40B4-BE49-F238E27FC236}">
                <a16:creationId xmlns:a16="http://schemas.microsoft.com/office/drawing/2014/main" id="{E3B8D028-2D14-4289-80C2-C04F7E6119DD}"/>
              </a:ext>
            </a:extLst>
          </p:cNvPr>
          <p:cNvGraphicFramePr>
            <a:graphicFrameLocks noChangeAspect="1"/>
          </p:cNvGraphicFramePr>
          <p:nvPr/>
        </p:nvGraphicFramePr>
        <p:xfrm>
          <a:off x="4151313" y="4437063"/>
          <a:ext cx="2108200" cy="476250"/>
        </p:xfrm>
        <a:graphic>
          <a:graphicData uri="http://schemas.openxmlformats.org/presentationml/2006/ole">
            <mc:AlternateContent xmlns:mc="http://schemas.openxmlformats.org/markup-compatibility/2006">
              <mc:Choice xmlns:v="urn:schemas-microsoft-com:vml" Requires="v">
                <p:oleObj spid="_x0000_s1030" name="公式" r:id="rId5" imgW="888840" imgH="203040" progId="Equation.3">
                  <p:embed/>
                </p:oleObj>
              </mc:Choice>
              <mc:Fallback>
                <p:oleObj name="公式" r:id="rId5" imgW="888840" imgH="203040" progId="Equation.3">
                  <p:embed/>
                  <p:pic>
                    <p:nvPicPr>
                      <p:cNvPr id="580619" name="Object 11">
                        <a:extLst>
                          <a:ext uri="{FF2B5EF4-FFF2-40B4-BE49-F238E27FC236}">
                            <a16:creationId xmlns:a16="http://schemas.microsoft.com/office/drawing/2014/main" id="{E3B8D028-2D14-4289-80C2-C04F7E6119D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51313" y="4437063"/>
                        <a:ext cx="2108200"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0620" name="Rectangle 12">
            <a:extLst>
              <a:ext uri="{FF2B5EF4-FFF2-40B4-BE49-F238E27FC236}">
                <a16:creationId xmlns:a16="http://schemas.microsoft.com/office/drawing/2014/main" id="{BF9F0320-E6AB-43E8-94D5-EC024E73CC77}"/>
              </a:ext>
            </a:extLst>
          </p:cNvPr>
          <p:cNvSpPr>
            <a:spLocks noChangeArrowheads="1"/>
          </p:cNvSpPr>
          <p:nvPr/>
        </p:nvSpPr>
        <p:spPr bwMode="auto">
          <a:xfrm>
            <a:off x="2710251" y="5193353"/>
            <a:ext cx="543739"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lnSpc>
                <a:spcPct val="150000"/>
              </a:lnSpc>
              <a:spcBef>
                <a:spcPct val="20000"/>
              </a:spcBef>
              <a:spcAft>
                <a:spcPct val="0"/>
              </a:spcAft>
            </a:pPr>
            <a:r>
              <a:rPr kumimoji="1" lang="zh-CN" altLang="en-US" sz="2800" b="1">
                <a:solidFill>
                  <a:srgbClr val="007A77"/>
                </a:solidFill>
                <a:latin typeface="楷体_GB2312" pitchFamily="49" charset="-122"/>
                <a:ea typeface="楷体_GB2312" pitchFamily="49" charset="-122"/>
              </a:rPr>
              <a:t>则</a:t>
            </a:r>
            <a:endParaRPr kumimoji="1" lang="zh-CN" altLang="en-US" sz="2800" b="1">
              <a:solidFill>
                <a:srgbClr val="007A77"/>
              </a:solidFill>
              <a:latin typeface="Times New Roman" panose="02020603050405020304" pitchFamily="18" charset="0"/>
              <a:ea typeface="楷体_GB2312" pitchFamily="49" charset="-122"/>
            </a:endParaRPr>
          </a:p>
        </p:txBody>
      </p:sp>
      <p:graphicFrame>
        <p:nvGraphicFramePr>
          <p:cNvPr id="580621" name="Object 13">
            <a:extLst>
              <a:ext uri="{FF2B5EF4-FFF2-40B4-BE49-F238E27FC236}">
                <a16:creationId xmlns:a16="http://schemas.microsoft.com/office/drawing/2014/main" id="{353853B0-4427-49A8-82FC-2B29D2F3E830}"/>
              </a:ext>
            </a:extLst>
          </p:cNvPr>
          <p:cNvGraphicFramePr>
            <a:graphicFrameLocks noChangeAspect="1"/>
          </p:cNvGraphicFramePr>
          <p:nvPr/>
        </p:nvGraphicFramePr>
        <p:xfrm>
          <a:off x="3460750" y="5373688"/>
          <a:ext cx="2044700" cy="525462"/>
        </p:xfrm>
        <a:graphic>
          <a:graphicData uri="http://schemas.openxmlformats.org/presentationml/2006/ole">
            <mc:AlternateContent xmlns:mc="http://schemas.openxmlformats.org/markup-compatibility/2006">
              <mc:Choice xmlns:v="urn:schemas-microsoft-com:vml" Requires="v">
                <p:oleObj spid="_x0000_s1031" name="公式" r:id="rId7" imgW="888840" imgH="228600" progId="Equation.3">
                  <p:embed/>
                </p:oleObj>
              </mc:Choice>
              <mc:Fallback>
                <p:oleObj name="公式" r:id="rId7" imgW="888840" imgH="228600" progId="Equation.3">
                  <p:embed/>
                  <p:pic>
                    <p:nvPicPr>
                      <p:cNvPr id="580621" name="Object 13">
                        <a:extLst>
                          <a:ext uri="{FF2B5EF4-FFF2-40B4-BE49-F238E27FC236}">
                            <a16:creationId xmlns:a16="http://schemas.microsoft.com/office/drawing/2014/main" id="{353853B0-4427-49A8-82FC-2B29D2F3E83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60750" y="5373688"/>
                        <a:ext cx="2044700" cy="525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0622" name="Rectangle 14">
            <a:extLst>
              <a:ext uri="{FF2B5EF4-FFF2-40B4-BE49-F238E27FC236}">
                <a16:creationId xmlns:a16="http://schemas.microsoft.com/office/drawing/2014/main" id="{2B2482C0-7969-4D39-A262-22F2D977B927}"/>
              </a:ext>
            </a:extLst>
          </p:cNvPr>
          <p:cNvSpPr>
            <a:spLocks noChangeArrowheads="1"/>
          </p:cNvSpPr>
          <p:nvPr/>
        </p:nvSpPr>
        <p:spPr bwMode="auto">
          <a:xfrm>
            <a:off x="4872038" y="908051"/>
            <a:ext cx="5075428"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150000"/>
              </a:lnSpc>
              <a:spcBef>
                <a:spcPct val="20000"/>
              </a:spcBef>
              <a:spcAft>
                <a:spcPct val="0"/>
              </a:spcAft>
            </a:pPr>
            <a:r>
              <a:rPr kumimoji="1" lang="zh-CN" altLang="en-US" sz="2800" b="1">
                <a:solidFill>
                  <a:srgbClr val="007A77"/>
                </a:solidFill>
                <a:latin typeface="Times New Roman" panose="02020603050405020304" pitchFamily="18" charset="0"/>
                <a:ea typeface="楷体_GB2312" pitchFamily="49" charset="-122"/>
              </a:rPr>
              <a:t>设</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μ</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x</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 = </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a </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 </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b x</a:t>
            </a:r>
            <a:r>
              <a:rPr kumimoji="1" lang="zh-CN" altLang="en-US" sz="2800" b="1">
                <a:solidFill>
                  <a:srgbClr val="007A77"/>
                </a:solidFill>
                <a:latin typeface="Times New Roman" panose="02020603050405020304" pitchFamily="18" charset="0"/>
                <a:ea typeface="楷体_GB2312" pitchFamily="49" charset="-122"/>
              </a:rPr>
              <a:t>，这里</a:t>
            </a:r>
            <a:r>
              <a:rPr kumimoji="1" lang="en-US" altLang="zh-CN" sz="2800" b="1" i="1">
                <a:solidFill>
                  <a:srgbClr val="007A77"/>
                </a:solidFill>
                <a:latin typeface="Times New Roman" panose="02020603050405020304" pitchFamily="18" charset="0"/>
                <a:ea typeface="楷体_GB2312" pitchFamily="49" charset="-122"/>
              </a:rPr>
              <a:t>a</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b</a:t>
            </a:r>
            <a:r>
              <a:rPr kumimoji="1" lang="zh-CN" altLang="en-US" sz="2800" b="1">
                <a:solidFill>
                  <a:srgbClr val="007A77"/>
                </a:solidFill>
                <a:latin typeface="Times New Roman" panose="02020603050405020304" pitchFamily="18" charset="0"/>
                <a:ea typeface="楷体_GB2312" pitchFamily="49" charset="-122"/>
              </a:rPr>
              <a:t>是与</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80611"/>
                                        </p:tgtEl>
                                        <p:attrNameLst>
                                          <p:attrName>style.visibility</p:attrName>
                                        </p:attrNameLst>
                                      </p:cBhvr>
                                      <p:to>
                                        <p:strVal val="visible"/>
                                      </p:to>
                                    </p:set>
                                    <p:animEffect transition="in" filter="wipe(left)">
                                      <p:cBhvr>
                                        <p:cTn id="7" dur="1000"/>
                                        <p:tgtEl>
                                          <p:spTgt spid="5806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0612"/>
                                        </p:tgtEl>
                                        <p:attrNameLst>
                                          <p:attrName>style.visibility</p:attrName>
                                        </p:attrNameLst>
                                      </p:cBhvr>
                                      <p:to>
                                        <p:strVal val="visible"/>
                                      </p:to>
                                    </p:set>
                                    <p:animEffect transition="in" filter="wipe(left)">
                                      <p:cBhvr>
                                        <p:cTn id="12" dur="1000"/>
                                        <p:tgtEl>
                                          <p:spTgt spid="5806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80622"/>
                                        </p:tgtEl>
                                        <p:attrNameLst>
                                          <p:attrName>style.visibility</p:attrName>
                                        </p:attrNameLst>
                                      </p:cBhvr>
                                      <p:to>
                                        <p:strVal val="visible"/>
                                      </p:to>
                                    </p:set>
                                    <p:animEffect transition="in" filter="wipe(left)">
                                      <p:cBhvr>
                                        <p:cTn id="17" dur="1000"/>
                                        <p:tgtEl>
                                          <p:spTgt spid="580622"/>
                                        </p:tgtEl>
                                      </p:cBhvr>
                                    </p:animEffect>
                                  </p:childTnLst>
                                </p:cTn>
                              </p:par>
                            </p:childTnLst>
                          </p:cTn>
                        </p:par>
                        <p:par>
                          <p:cTn id="18" fill="hold" nodeType="afterGroup">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580616"/>
                                        </p:tgtEl>
                                        <p:attrNameLst>
                                          <p:attrName>style.visibility</p:attrName>
                                        </p:attrNameLst>
                                      </p:cBhvr>
                                      <p:to>
                                        <p:strVal val="visible"/>
                                      </p:to>
                                    </p:set>
                                    <p:animEffect transition="in" filter="wipe(left)">
                                      <p:cBhvr>
                                        <p:cTn id="21" dur="1000"/>
                                        <p:tgtEl>
                                          <p:spTgt spid="58061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80614"/>
                                        </p:tgtEl>
                                        <p:attrNameLst>
                                          <p:attrName>style.visibility</p:attrName>
                                        </p:attrNameLst>
                                      </p:cBhvr>
                                      <p:to>
                                        <p:strVal val="visible"/>
                                      </p:to>
                                    </p:set>
                                    <p:animEffect transition="in" filter="wipe(left)">
                                      <p:cBhvr>
                                        <p:cTn id="26" dur="1000"/>
                                        <p:tgtEl>
                                          <p:spTgt spid="58061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580613"/>
                                        </p:tgtEl>
                                        <p:attrNameLst>
                                          <p:attrName>style.visibility</p:attrName>
                                        </p:attrNameLst>
                                      </p:cBhvr>
                                      <p:to>
                                        <p:strVal val="visible"/>
                                      </p:to>
                                    </p:set>
                                    <p:animEffect transition="in" filter="wipe(left)">
                                      <p:cBhvr>
                                        <p:cTn id="31" dur="1000"/>
                                        <p:tgtEl>
                                          <p:spTgt spid="580613"/>
                                        </p:tgtEl>
                                      </p:cBhvr>
                                    </p:animEffect>
                                  </p:childTnLst>
                                </p:cTn>
                              </p:par>
                            </p:childTnLst>
                          </p:cTn>
                        </p:par>
                        <p:par>
                          <p:cTn id="32" fill="hold" nodeType="afterGroup">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580615"/>
                                        </p:tgtEl>
                                        <p:attrNameLst>
                                          <p:attrName>style.visibility</p:attrName>
                                        </p:attrNameLst>
                                      </p:cBhvr>
                                      <p:to>
                                        <p:strVal val="visible"/>
                                      </p:to>
                                    </p:set>
                                    <p:animEffect transition="in" filter="wipe(left)">
                                      <p:cBhvr>
                                        <p:cTn id="35" dur="1000"/>
                                        <p:tgtEl>
                                          <p:spTgt spid="58061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80617"/>
                                        </p:tgtEl>
                                        <p:attrNameLst>
                                          <p:attrName>style.visibility</p:attrName>
                                        </p:attrNameLst>
                                      </p:cBhvr>
                                      <p:to>
                                        <p:strVal val="visible"/>
                                      </p:to>
                                    </p:set>
                                    <p:animEffect transition="in" filter="wipe(left)">
                                      <p:cBhvr>
                                        <p:cTn id="40" dur="1000"/>
                                        <p:tgtEl>
                                          <p:spTgt spid="580617"/>
                                        </p:tgtEl>
                                      </p:cBhvr>
                                    </p:animEffect>
                                  </p:childTnLst>
                                </p:cTn>
                              </p:par>
                            </p:childTnLst>
                          </p:cTn>
                        </p:par>
                        <p:par>
                          <p:cTn id="41" fill="hold" nodeType="afterGroup">
                            <p:stCondLst>
                              <p:cond delay="1000"/>
                            </p:stCondLst>
                            <p:childTnLst>
                              <p:par>
                                <p:cTn id="42" presetID="22" presetClass="entr" presetSubtype="8" fill="hold" nodeType="afterEffect">
                                  <p:stCondLst>
                                    <p:cond delay="0"/>
                                  </p:stCondLst>
                                  <p:childTnLst>
                                    <p:set>
                                      <p:cBhvr>
                                        <p:cTn id="43" dur="1" fill="hold">
                                          <p:stCondLst>
                                            <p:cond delay="0"/>
                                          </p:stCondLst>
                                        </p:cTn>
                                        <p:tgtEl>
                                          <p:spTgt spid="580619"/>
                                        </p:tgtEl>
                                        <p:attrNameLst>
                                          <p:attrName>style.visibility</p:attrName>
                                        </p:attrNameLst>
                                      </p:cBhvr>
                                      <p:to>
                                        <p:strVal val="visible"/>
                                      </p:to>
                                    </p:set>
                                    <p:animEffect transition="in" filter="wipe(left)">
                                      <p:cBhvr>
                                        <p:cTn id="44" dur="1000"/>
                                        <p:tgtEl>
                                          <p:spTgt spid="580619"/>
                                        </p:tgtEl>
                                      </p:cBhvr>
                                    </p:animEffect>
                                  </p:childTnLst>
                                </p:cTn>
                              </p:par>
                            </p:childTnLst>
                          </p:cTn>
                        </p:par>
                        <p:par>
                          <p:cTn id="45" fill="hold" nodeType="afterGroup">
                            <p:stCondLst>
                              <p:cond delay="2000"/>
                            </p:stCondLst>
                            <p:childTnLst>
                              <p:par>
                                <p:cTn id="46" presetID="22" presetClass="entr" presetSubtype="8" fill="hold" grpId="0" nodeType="afterEffect">
                                  <p:stCondLst>
                                    <p:cond delay="0"/>
                                  </p:stCondLst>
                                  <p:childTnLst>
                                    <p:set>
                                      <p:cBhvr>
                                        <p:cTn id="47" dur="1" fill="hold">
                                          <p:stCondLst>
                                            <p:cond delay="0"/>
                                          </p:stCondLst>
                                        </p:cTn>
                                        <p:tgtEl>
                                          <p:spTgt spid="580618"/>
                                        </p:tgtEl>
                                        <p:attrNameLst>
                                          <p:attrName>style.visibility</p:attrName>
                                        </p:attrNameLst>
                                      </p:cBhvr>
                                      <p:to>
                                        <p:strVal val="visible"/>
                                      </p:to>
                                    </p:set>
                                    <p:animEffect transition="in" filter="wipe(left)">
                                      <p:cBhvr>
                                        <p:cTn id="48" dur="1000"/>
                                        <p:tgtEl>
                                          <p:spTgt spid="580618"/>
                                        </p:tgtEl>
                                      </p:cBhvr>
                                    </p:animEffect>
                                  </p:childTnLst>
                                </p:cTn>
                              </p:par>
                            </p:childTnLst>
                          </p:cTn>
                        </p:par>
                        <p:par>
                          <p:cTn id="49" fill="hold" nodeType="afterGroup">
                            <p:stCondLst>
                              <p:cond delay="3000"/>
                            </p:stCondLst>
                            <p:childTnLst>
                              <p:par>
                                <p:cTn id="50" presetID="22" presetClass="entr" presetSubtype="8" fill="hold" grpId="0" nodeType="afterEffect">
                                  <p:stCondLst>
                                    <p:cond delay="0"/>
                                  </p:stCondLst>
                                  <p:childTnLst>
                                    <p:set>
                                      <p:cBhvr>
                                        <p:cTn id="51" dur="1" fill="hold">
                                          <p:stCondLst>
                                            <p:cond delay="0"/>
                                          </p:stCondLst>
                                        </p:cTn>
                                        <p:tgtEl>
                                          <p:spTgt spid="580620"/>
                                        </p:tgtEl>
                                        <p:attrNameLst>
                                          <p:attrName>style.visibility</p:attrName>
                                        </p:attrNameLst>
                                      </p:cBhvr>
                                      <p:to>
                                        <p:strVal val="visible"/>
                                      </p:to>
                                    </p:set>
                                    <p:animEffect transition="in" filter="wipe(left)">
                                      <p:cBhvr>
                                        <p:cTn id="52" dur="1000"/>
                                        <p:tgtEl>
                                          <p:spTgt spid="58062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580621"/>
                                        </p:tgtEl>
                                        <p:attrNameLst>
                                          <p:attrName>style.visibility</p:attrName>
                                        </p:attrNameLst>
                                      </p:cBhvr>
                                      <p:to>
                                        <p:strVal val="visible"/>
                                      </p:to>
                                    </p:set>
                                    <p:animEffect transition="in" filter="wipe(left)">
                                      <p:cBhvr>
                                        <p:cTn id="57" dur="1000"/>
                                        <p:tgtEl>
                                          <p:spTgt spid="580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11" grpId="0"/>
      <p:bldP spid="580612" grpId="0"/>
      <p:bldP spid="580614" grpId="0"/>
      <p:bldP spid="580615" grpId="0"/>
      <p:bldP spid="580616" grpId="0"/>
      <p:bldP spid="580617" grpId="0"/>
      <p:bldP spid="580618" grpId="0"/>
      <p:bldP spid="580620" grpId="0"/>
      <p:bldP spid="58062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a:extLst>
              <a:ext uri="{FF2B5EF4-FFF2-40B4-BE49-F238E27FC236}">
                <a16:creationId xmlns:a16="http://schemas.microsoft.com/office/drawing/2014/main" id="{1C075331-15DD-4F70-9185-338D0AA05A96}"/>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81635" name="Rectangle 3">
            <a:extLst>
              <a:ext uri="{FF2B5EF4-FFF2-40B4-BE49-F238E27FC236}">
                <a16:creationId xmlns:a16="http://schemas.microsoft.com/office/drawing/2014/main" id="{54CF32B0-ACCE-4D52-AC5D-4EC44BEB1D24}"/>
              </a:ext>
            </a:extLst>
          </p:cNvPr>
          <p:cNvSpPr>
            <a:spLocks noChangeArrowheads="1"/>
          </p:cNvSpPr>
          <p:nvPr/>
        </p:nvSpPr>
        <p:spPr bwMode="auto">
          <a:xfrm>
            <a:off x="1774825" y="476251"/>
            <a:ext cx="48974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一元线性回归的数学模型：</a:t>
            </a:r>
          </a:p>
        </p:txBody>
      </p:sp>
      <p:graphicFrame>
        <p:nvGraphicFramePr>
          <p:cNvPr id="581636" name="Object 4">
            <a:extLst>
              <a:ext uri="{FF2B5EF4-FFF2-40B4-BE49-F238E27FC236}">
                <a16:creationId xmlns:a16="http://schemas.microsoft.com/office/drawing/2014/main" id="{5292B291-E437-4149-A9BE-8848DAF8FB36}"/>
              </a:ext>
            </a:extLst>
          </p:cNvPr>
          <p:cNvGraphicFramePr>
            <a:graphicFrameLocks noChangeAspect="1"/>
          </p:cNvGraphicFramePr>
          <p:nvPr/>
        </p:nvGraphicFramePr>
        <p:xfrm>
          <a:off x="6024563" y="260351"/>
          <a:ext cx="2520950" cy="1185863"/>
        </p:xfrm>
        <a:graphic>
          <a:graphicData uri="http://schemas.openxmlformats.org/presentationml/2006/ole">
            <mc:AlternateContent xmlns:mc="http://schemas.openxmlformats.org/markup-compatibility/2006">
              <mc:Choice xmlns:v="urn:schemas-microsoft-com:vml" Requires="v">
                <p:oleObj spid="_x0000_s2053" name="公式" r:id="rId3" imgW="1002960" imgH="469800" progId="Equation.3">
                  <p:embed/>
                </p:oleObj>
              </mc:Choice>
              <mc:Fallback>
                <p:oleObj name="公式" r:id="rId3" imgW="1002960" imgH="469800" progId="Equation.3">
                  <p:embed/>
                  <p:pic>
                    <p:nvPicPr>
                      <p:cNvPr id="581636" name="Object 4">
                        <a:extLst>
                          <a:ext uri="{FF2B5EF4-FFF2-40B4-BE49-F238E27FC236}">
                            <a16:creationId xmlns:a16="http://schemas.microsoft.com/office/drawing/2014/main" id="{5292B291-E437-4149-A9BE-8848DAF8FB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4563" y="260351"/>
                        <a:ext cx="2520950" cy="1185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1637" name="Rectangle 5">
            <a:extLst>
              <a:ext uri="{FF2B5EF4-FFF2-40B4-BE49-F238E27FC236}">
                <a16:creationId xmlns:a16="http://schemas.microsoft.com/office/drawing/2014/main" id="{B1B5CC08-CFB9-46C4-B3BB-5537537CD265}"/>
              </a:ext>
            </a:extLst>
          </p:cNvPr>
          <p:cNvSpPr>
            <a:spLocks noChangeArrowheads="1"/>
          </p:cNvSpPr>
          <p:nvPr/>
        </p:nvSpPr>
        <p:spPr bwMode="auto">
          <a:xfrm>
            <a:off x="1774826" y="2708276"/>
            <a:ext cx="43211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线性回归的任务：</a:t>
            </a:r>
          </a:p>
        </p:txBody>
      </p:sp>
      <p:sp>
        <p:nvSpPr>
          <p:cNvPr id="581638" name="Rectangle 6">
            <a:extLst>
              <a:ext uri="{FF2B5EF4-FFF2-40B4-BE49-F238E27FC236}">
                <a16:creationId xmlns:a16="http://schemas.microsoft.com/office/drawing/2014/main" id="{9AA172DB-C0E7-4C6B-8B45-16A4BF606500}"/>
              </a:ext>
            </a:extLst>
          </p:cNvPr>
          <p:cNvSpPr>
            <a:spLocks noChangeArrowheads="1"/>
          </p:cNvSpPr>
          <p:nvPr/>
        </p:nvSpPr>
        <p:spPr bwMode="auto">
          <a:xfrm>
            <a:off x="1774826" y="1341438"/>
            <a:ext cx="8893175"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其中</a:t>
            </a:r>
            <a:r>
              <a:rPr kumimoji="1" lang="en-US" altLang="zh-CN" sz="2800" b="1" i="1">
                <a:solidFill>
                  <a:srgbClr val="007A77"/>
                </a:solidFill>
                <a:latin typeface="Times New Roman" panose="02020603050405020304" pitchFamily="18" charset="0"/>
                <a:ea typeface="楷体_GB2312" pitchFamily="49" charset="-122"/>
              </a:rPr>
              <a:t>a</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b</a:t>
            </a:r>
            <a:r>
              <a:rPr kumimoji="1" lang="zh-CN" altLang="en-US" sz="2800" b="1">
                <a:solidFill>
                  <a:srgbClr val="007A77"/>
                </a:solidFill>
                <a:latin typeface="Times New Roman" panose="02020603050405020304" pitchFamily="18" charset="0"/>
                <a:ea typeface="楷体_GB2312" pitchFamily="49" charset="-122"/>
              </a:rPr>
              <a:t>，</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σ</a:t>
            </a:r>
            <a:r>
              <a:rPr kumimoji="1" lang="en-US" altLang="zh-CN" sz="2800" b="1" baseline="30000">
                <a:solidFill>
                  <a:srgbClr val="007A77"/>
                </a:solidFill>
                <a:latin typeface="Times New Roman" panose="02020603050405020304" pitchFamily="18" charset="0"/>
                <a:ea typeface="楷体_GB2312" pitchFamily="49" charset="-122"/>
                <a:cs typeface="Times New Roman" panose="02020603050405020304" pitchFamily="18" charset="0"/>
              </a:rPr>
              <a:t>2</a:t>
            </a:r>
            <a:r>
              <a:rPr kumimoji="1" lang="zh-CN" altLang="en-US" sz="2800" b="1">
                <a:solidFill>
                  <a:srgbClr val="007A77"/>
                </a:solidFill>
                <a:latin typeface="Times New Roman" panose="02020603050405020304" pitchFamily="18" charset="0"/>
                <a:ea typeface="楷体_GB2312" pitchFamily="49" charset="-122"/>
              </a:rPr>
              <a:t>是与 </a:t>
            </a:r>
            <a:r>
              <a:rPr kumimoji="1" lang="en-US" altLang="zh-CN" sz="2800" b="1" i="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无关的未知参数。</a:t>
            </a:r>
            <a:r>
              <a:rPr kumimoji="1" lang="en-US" altLang="zh-CN" sz="2800" b="1" i="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是可控变量</a:t>
            </a:r>
            <a:r>
              <a:rPr kumimoji="1" lang="en-US" altLang="zh-CN" sz="2800" b="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的取值</a:t>
            </a:r>
            <a:r>
              <a:rPr kumimoji="1" lang="en-US" altLang="zh-CN" sz="2800" b="1">
                <a:solidFill>
                  <a:srgbClr val="007A77"/>
                </a:solidFill>
                <a:latin typeface="Times New Roman" panose="02020603050405020304" pitchFamily="18" charset="0"/>
                <a:ea typeface="楷体_GB2312" pitchFamily="49" charset="-122"/>
              </a:rPr>
              <a:t>.</a:t>
            </a:r>
          </a:p>
        </p:txBody>
      </p:sp>
      <p:grpSp>
        <p:nvGrpSpPr>
          <p:cNvPr id="581639" name="Group 7">
            <a:extLst>
              <a:ext uri="{FF2B5EF4-FFF2-40B4-BE49-F238E27FC236}">
                <a16:creationId xmlns:a16="http://schemas.microsoft.com/office/drawing/2014/main" id="{964C49E9-47F7-46CB-B028-8AB35D13DB30}"/>
              </a:ext>
            </a:extLst>
          </p:cNvPr>
          <p:cNvGrpSpPr>
            <a:grpSpLocks/>
          </p:cNvGrpSpPr>
          <p:nvPr/>
        </p:nvGrpSpPr>
        <p:grpSpPr bwMode="auto">
          <a:xfrm>
            <a:off x="1992313" y="3141664"/>
            <a:ext cx="8424862" cy="3298825"/>
            <a:chOff x="295" y="1979"/>
            <a:chExt cx="5307" cy="2078"/>
          </a:xfrm>
        </p:grpSpPr>
        <p:sp>
          <p:nvSpPr>
            <p:cNvPr id="581640" name="Rectangle 8">
              <a:extLst>
                <a:ext uri="{FF2B5EF4-FFF2-40B4-BE49-F238E27FC236}">
                  <a16:creationId xmlns:a16="http://schemas.microsoft.com/office/drawing/2014/main" id="{E417F09D-73B1-474A-A9F9-A23DC55D19C0}"/>
                </a:ext>
              </a:extLst>
            </p:cNvPr>
            <p:cNvSpPr>
              <a:spLocks noChangeArrowheads="1"/>
            </p:cNvSpPr>
            <p:nvPr/>
          </p:nvSpPr>
          <p:spPr bwMode="auto">
            <a:xfrm>
              <a:off x="295" y="1979"/>
              <a:ext cx="5307" cy="2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根据试验的观测值求出</a:t>
              </a:r>
              <a:r>
                <a:rPr kumimoji="1" lang="en-US" altLang="zh-CN" sz="2800" b="1" i="1">
                  <a:solidFill>
                    <a:srgbClr val="007A77"/>
                  </a:solidFill>
                  <a:latin typeface="Times New Roman" panose="02020603050405020304" pitchFamily="18" charset="0"/>
                  <a:ea typeface="楷体_GB2312" pitchFamily="49" charset="-122"/>
                </a:rPr>
                <a:t>a</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b</a:t>
              </a:r>
              <a:r>
                <a:rPr kumimoji="1" lang="zh-CN" altLang="en-US" sz="2800" b="1">
                  <a:solidFill>
                    <a:srgbClr val="007A77"/>
                  </a:solidFill>
                  <a:latin typeface="Times New Roman" panose="02020603050405020304" pitchFamily="18" charset="0"/>
                  <a:ea typeface="楷体_GB2312" pitchFamily="49" charset="-122"/>
                </a:rPr>
                <a:t>，</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σ</a:t>
              </a:r>
              <a:r>
                <a:rPr kumimoji="1" lang="en-US" altLang="zh-CN" sz="2800" b="1" baseline="30000">
                  <a:solidFill>
                    <a:srgbClr val="007A77"/>
                  </a:solidFill>
                  <a:latin typeface="Times New Roman" panose="02020603050405020304" pitchFamily="18" charset="0"/>
                  <a:ea typeface="楷体_GB2312" pitchFamily="49" charset="-122"/>
                  <a:cs typeface="Times New Roman" panose="02020603050405020304" pitchFamily="18" charset="0"/>
                </a:rPr>
                <a:t>2</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的估计量：</a:t>
              </a:r>
            </a:p>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                    从而对于任何</a:t>
              </a: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x </a:t>
              </a:r>
              <a:r>
                <a:rPr kumimoji="1" lang="zh-CN" altLang="en-US" sz="2800" b="1" i="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得回归函数的估计量：                                           </a:t>
              </a:r>
            </a:p>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（称其为随机变量</a:t>
              </a:r>
              <a:r>
                <a:rPr kumimoji="1" lang="en-US" altLang="zh-CN" sz="2800" b="1">
                  <a:solidFill>
                    <a:srgbClr val="007A77"/>
                  </a:solidFill>
                  <a:latin typeface="Times New Roman" panose="02020603050405020304" pitchFamily="18" charset="0"/>
                  <a:ea typeface="楷体_GB2312" pitchFamily="49" charset="-122"/>
                </a:rPr>
                <a:t>Y </a:t>
              </a:r>
              <a:r>
                <a:rPr kumimoji="1" lang="zh-CN" altLang="en-US" sz="2800" b="1">
                  <a:solidFill>
                    <a:srgbClr val="007A77"/>
                  </a:solidFill>
                  <a:latin typeface="Times New Roman" panose="02020603050405020304" pitchFamily="18" charset="0"/>
                  <a:ea typeface="楷体_GB2312" pitchFamily="49" charset="-122"/>
                </a:rPr>
                <a:t>倚变量</a:t>
              </a:r>
              <a:r>
                <a:rPr kumimoji="1" lang="en-US" altLang="zh-CN" sz="2800" b="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的线性回归方程，其直线称为回归直线），从而为进一步的预测和控制提供依据。</a:t>
              </a:r>
            </a:p>
          </p:txBody>
        </p:sp>
        <p:graphicFrame>
          <p:nvGraphicFramePr>
            <p:cNvPr id="581641" name="Object 9">
              <a:extLst>
                <a:ext uri="{FF2B5EF4-FFF2-40B4-BE49-F238E27FC236}">
                  <a16:creationId xmlns:a16="http://schemas.microsoft.com/office/drawing/2014/main" id="{3866D889-CDEA-4FDD-B00D-F9EB56972863}"/>
                </a:ext>
              </a:extLst>
            </p:cNvPr>
            <p:cNvGraphicFramePr>
              <a:graphicFrameLocks noChangeAspect="1"/>
            </p:cNvGraphicFramePr>
            <p:nvPr/>
          </p:nvGraphicFramePr>
          <p:xfrm>
            <a:off x="295" y="2840"/>
            <a:ext cx="1145" cy="384"/>
          </p:xfrm>
          <a:graphic>
            <a:graphicData uri="http://schemas.openxmlformats.org/presentationml/2006/ole">
              <mc:AlternateContent xmlns:mc="http://schemas.openxmlformats.org/markup-compatibility/2006">
                <mc:Choice xmlns:v="urn:schemas-microsoft-com:vml" Requires="v">
                  <p:oleObj spid="_x0000_s2054" name="公式" r:id="rId5" imgW="723600" imgH="241200" progId="Equation.3">
                    <p:embed/>
                  </p:oleObj>
                </mc:Choice>
                <mc:Fallback>
                  <p:oleObj name="公式" r:id="rId5" imgW="723600" imgH="241200" progId="Equation.3">
                    <p:embed/>
                    <p:pic>
                      <p:nvPicPr>
                        <p:cNvPr id="581641" name="Object 9">
                          <a:extLst>
                            <a:ext uri="{FF2B5EF4-FFF2-40B4-BE49-F238E27FC236}">
                              <a16:creationId xmlns:a16="http://schemas.microsoft.com/office/drawing/2014/main" id="{3866D889-CDEA-4FDD-B00D-F9EB569728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 y="2840"/>
                          <a:ext cx="1145" cy="3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1642" name="Object 10">
              <a:extLst>
                <a:ext uri="{FF2B5EF4-FFF2-40B4-BE49-F238E27FC236}">
                  <a16:creationId xmlns:a16="http://schemas.microsoft.com/office/drawing/2014/main" id="{4AAA2744-54C8-4327-9716-0A0C302A2542}"/>
                </a:ext>
              </a:extLst>
            </p:cNvPr>
            <p:cNvGraphicFramePr>
              <a:graphicFrameLocks noChangeAspect="1"/>
            </p:cNvGraphicFramePr>
            <p:nvPr/>
          </p:nvGraphicFramePr>
          <p:xfrm>
            <a:off x="295" y="2432"/>
            <a:ext cx="1165" cy="384"/>
          </p:xfrm>
          <a:graphic>
            <a:graphicData uri="http://schemas.openxmlformats.org/presentationml/2006/ole">
              <mc:AlternateContent xmlns:mc="http://schemas.openxmlformats.org/markup-compatibility/2006">
                <mc:Choice xmlns:v="urn:schemas-microsoft-com:vml" Requires="v">
                  <p:oleObj spid="_x0000_s2055" name="公式" r:id="rId7" imgW="736560" imgH="241200" progId="Equation.3">
                    <p:embed/>
                  </p:oleObj>
                </mc:Choice>
                <mc:Fallback>
                  <p:oleObj name="公式" r:id="rId7" imgW="736560" imgH="241200" progId="Equation.3">
                    <p:embed/>
                    <p:pic>
                      <p:nvPicPr>
                        <p:cNvPr id="581642" name="Object 10">
                          <a:extLst>
                            <a:ext uri="{FF2B5EF4-FFF2-40B4-BE49-F238E27FC236}">
                              <a16:creationId xmlns:a16="http://schemas.microsoft.com/office/drawing/2014/main" id="{4AAA2744-54C8-4327-9716-0A0C302A254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5" y="2432"/>
                          <a:ext cx="1165" cy="3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81635"/>
                                        </p:tgtEl>
                                        <p:attrNameLst>
                                          <p:attrName>style.visibility</p:attrName>
                                        </p:attrNameLst>
                                      </p:cBhvr>
                                      <p:to>
                                        <p:strVal val="visible"/>
                                      </p:to>
                                    </p:set>
                                    <p:animEffect transition="in" filter="wipe(left)">
                                      <p:cBhvr>
                                        <p:cTn id="7" dur="1000"/>
                                        <p:tgtEl>
                                          <p:spTgt spid="5816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581636"/>
                                        </p:tgtEl>
                                        <p:attrNameLst>
                                          <p:attrName>style.visibility</p:attrName>
                                        </p:attrNameLst>
                                      </p:cBhvr>
                                      <p:to>
                                        <p:strVal val="visible"/>
                                      </p:to>
                                    </p:set>
                                    <p:animEffect transition="in" filter="slide(fromBottom)">
                                      <p:cBhvr>
                                        <p:cTn id="12" dur="1000"/>
                                        <p:tgtEl>
                                          <p:spTgt spid="581636"/>
                                        </p:tgtEl>
                                      </p:cBhvr>
                                    </p:animEffect>
                                  </p:childTnLst>
                                </p:cTn>
                              </p:par>
                            </p:childTnLst>
                          </p:cTn>
                        </p:par>
                        <p:par>
                          <p:cTn id="13" fill="hold" nodeType="afterGroup">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581638"/>
                                        </p:tgtEl>
                                        <p:attrNameLst>
                                          <p:attrName>style.visibility</p:attrName>
                                        </p:attrNameLst>
                                      </p:cBhvr>
                                      <p:to>
                                        <p:strVal val="visible"/>
                                      </p:to>
                                    </p:set>
                                    <p:animEffect transition="in" filter="slide(fromBottom)">
                                      <p:cBhvr>
                                        <p:cTn id="16" dur="1000"/>
                                        <p:tgtEl>
                                          <p:spTgt spid="58163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81637"/>
                                        </p:tgtEl>
                                        <p:attrNameLst>
                                          <p:attrName>style.visibility</p:attrName>
                                        </p:attrNameLst>
                                      </p:cBhvr>
                                      <p:to>
                                        <p:strVal val="visible"/>
                                      </p:to>
                                    </p:set>
                                    <p:animEffect transition="in" filter="wipe(left)">
                                      <p:cBhvr>
                                        <p:cTn id="21" dur="1000"/>
                                        <p:tgtEl>
                                          <p:spTgt spid="58163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4" fill="hold" nodeType="clickEffect">
                                  <p:stCondLst>
                                    <p:cond delay="0"/>
                                  </p:stCondLst>
                                  <p:childTnLst>
                                    <p:set>
                                      <p:cBhvr>
                                        <p:cTn id="25" dur="1" fill="hold">
                                          <p:stCondLst>
                                            <p:cond delay="0"/>
                                          </p:stCondLst>
                                        </p:cTn>
                                        <p:tgtEl>
                                          <p:spTgt spid="581639"/>
                                        </p:tgtEl>
                                        <p:attrNameLst>
                                          <p:attrName>style.visibility</p:attrName>
                                        </p:attrNameLst>
                                      </p:cBhvr>
                                      <p:to>
                                        <p:strVal val="visible"/>
                                      </p:to>
                                    </p:set>
                                    <p:animEffect transition="in" filter="slide(fromBottom)">
                                      <p:cBhvr>
                                        <p:cTn id="26" dur="1000"/>
                                        <p:tgtEl>
                                          <p:spTgt spid="581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5" grpId="0"/>
      <p:bldP spid="581637" grpId="0"/>
      <p:bldP spid="58163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a:extLst>
              <a:ext uri="{FF2B5EF4-FFF2-40B4-BE49-F238E27FC236}">
                <a16:creationId xmlns:a16="http://schemas.microsoft.com/office/drawing/2014/main" id="{59E725CE-8A51-427D-886E-931E8F87FD48}"/>
              </a:ext>
            </a:extLst>
          </p:cNvPr>
          <p:cNvSpPr>
            <a:spLocks noChangeArrowheads="1"/>
          </p:cNvSpPr>
          <p:nvPr/>
        </p:nvSpPr>
        <p:spPr bwMode="auto">
          <a:xfrm>
            <a:off x="1774826" y="476250"/>
            <a:ext cx="74898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3600" b="1">
                <a:solidFill>
                  <a:srgbClr val="FF33CC"/>
                </a:solidFill>
                <a:effectLst>
                  <a:outerShdw blurRad="38100" dist="38100" dir="2700000" algn="tl">
                    <a:srgbClr val="C0C0C0"/>
                  </a:outerShdw>
                </a:effectLst>
                <a:latin typeface="Times New Roman" panose="02020603050405020304" pitchFamily="18" charset="0"/>
                <a:ea typeface="楷体_GB2312" pitchFamily="49" charset="-122"/>
              </a:rPr>
              <a:t>二、未知参数 </a:t>
            </a:r>
            <a:r>
              <a:rPr lang="en-US" altLang="zh-CN" sz="3600" b="1" i="1">
                <a:solidFill>
                  <a:srgbClr val="FF33CC"/>
                </a:solidFill>
                <a:effectLst>
                  <a:outerShdw blurRad="38100" dist="38100" dir="2700000" algn="tl">
                    <a:srgbClr val="C0C0C0"/>
                  </a:outerShdw>
                </a:effectLst>
                <a:latin typeface="Times New Roman" panose="02020603050405020304" pitchFamily="18" charset="0"/>
                <a:ea typeface="楷体_GB2312" pitchFamily="49" charset="-122"/>
              </a:rPr>
              <a:t>a</a:t>
            </a:r>
            <a:r>
              <a:rPr lang="zh-CN" altLang="en-US" sz="3600" b="1">
                <a:solidFill>
                  <a:srgbClr val="FF33CC"/>
                </a:solidFill>
                <a:effectLst>
                  <a:outerShdw blurRad="38100" dist="38100" dir="2700000" algn="tl">
                    <a:srgbClr val="C0C0C0"/>
                  </a:outerShdw>
                </a:effectLst>
                <a:latin typeface="Times New Roman" panose="02020603050405020304" pitchFamily="18" charset="0"/>
                <a:ea typeface="楷体_GB2312" pitchFamily="49" charset="-122"/>
              </a:rPr>
              <a:t>，</a:t>
            </a:r>
            <a:r>
              <a:rPr lang="en-US" altLang="zh-CN" sz="3600" b="1" i="1">
                <a:solidFill>
                  <a:srgbClr val="FF33CC"/>
                </a:solidFill>
                <a:effectLst>
                  <a:outerShdw blurRad="38100" dist="38100" dir="2700000" algn="tl">
                    <a:srgbClr val="C0C0C0"/>
                  </a:outerShdw>
                </a:effectLst>
                <a:latin typeface="Times New Roman" panose="02020603050405020304" pitchFamily="18" charset="0"/>
                <a:ea typeface="楷体_GB2312" pitchFamily="49" charset="-122"/>
              </a:rPr>
              <a:t>b </a:t>
            </a:r>
            <a:r>
              <a:rPr lang="zh-CN" altLang="en-US" sz="3600" b="1">
                <a:solidFill>
                  <a:srgbClr val="FF33CC"/>
                </a:solidFill>
                <a:effectLst>
                  <a:outerShdw blurRad="38100" dist="38100" dir="2700000" algn="tl">
                    <a:srgbClr val="C0C0C0"/>
                  </a:outerShdw>
                </a:effectLst>
                <a:latin typeface="Times New Roman" panose="02020603050405020304" pitchFamily="18" charset="0"/>
                <a:ea typeface="楷体_GB2312" pitchFamily="49" charset="-122"/>
              </a:rPr>
              <a:t>和</a:t>
            </a:r>
            <a:r>
              <a:rPr lang="el-GR" altLang="zh-CN" sz="3600" b="1" i="1">
                <a:solidFill>
                  <a:srgbClr val="FF33CC"/>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σ</a:t>
            </a:r>
            <a:r>
              <a:rPr lang="en-US" altLang="zh-CN" sz="3600" b="1" baseline="30000">
                <a:solidFill>
                  <a:srgbClr val="FF33CC"/>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2</a:t>
            </a:r>
            <a:r>
              <a:rPr lang="zh-CN" altLang="en-US" sz="3600" b="1">
                <a:solidFill>
                  <a:srgbClr val="FF33CC"/>
                </a:solidFill>
                <a:effectLst>
                  <a:outerShdw blurRad="38100" dist="38100" dir="2700000" algn="tl">
                    <a:srgbClr val="C0C0C0"/>
                  </a:outerShdw>
                </a:effectLst>
                <a:latin typeface="Times New Roman" panose="02020603050405020304" pitchFamily="18" charset="0"/>
                <a:ea typeface="楷体_GB2312" pitchFamily="49" charset="-122"/>
              </a:rPr>
              <a:t>的点估计</a:t>
            </a:r>
          </a:p>
        </p:txBody>
      </p:sp>
      <p:sp>
        <p:nvSpPr>
          <p:cNvPr id="582659" name="Rectangle 3">
            <a:extLst>
              <a:ext uri="{FF2B5EF4-FFF2-40B4-BE49-F238E27FC236}">
                <a16:creationId xmlns:a16="http://schemas.microsoft.com/office/drawing/2014/main" id="{3BB2C8F8-99F9-4A28-9CD4-FF8F5FD839B5}"/>
              </a:ext>
            </a:extLst>
          </p:cNvPr>
          <p:cNvSpPr>
            <a:spLocks noChangeArrowheads="1"/>
          </p:cNvSpPr>
          <p:nvPr/>
        </p:nvSpPr>
        <p:spPr bwMode="auto">
          <a:xfrm>
            <a:off x="1992313" y="1412876"/>
            <a:ext cx="56880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a:t>
            </a:r>
            <a:r>
              <a:rPr kumimoji="1" lang="zh-CN" altLang="en-US" sz="2800" b="1">
                <a:solidFill>
                  <a:srgbClr val="007A77"/>
                </a:solidFill>
                <a:latin typeface="Times New Roman" panose="02020603050405020304" pitchFamily="18" charset="0"/>
                <a:ea typeface="楷体_GB2312" pitchFamily="49" charset="-122"/>
              </a:rPr>
              <a:t>未知参数 </a:t>
            </a:r>
            <a:r>
              <a:rPr kumimoji="1" lang="en-US" altLang="zh-CN" sz="2800" b="1" i="1">
                <a:solidFill>
                  <a:srgbClr val="007A77"/>
                </a:solidFill>
                <a:latin typeface="Times New Roman" panose="02020603050405020304" pitchFamily="18" charset="0"/>
                <a:ea typeface="楷体_GB2312" pitchFamily="49" charset="-122"/>
              </a:rPr>
              <a:t>a</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b </a:t>
            </a:r>
            <a:r>
              <a:rPr kumimoji="1" lang="zh-CN" altLang="en-US" sz="2800" b="1">
                <a:solidFill>
                  <a:srgbClr val="007A77"/>
                </a:solidFill>
                <a:latin typeface="Times New Roman" panose="02020603050405020304" pitchFamily="18" charset="0"/>
                <a:ea typeface="楷体_GB2312" pitchFamily="49" charset="-122"/>
              </a:rPr>
              <a:t>的最小二乘估计</a:t>
            </a:r>
          </a:p>
        </p:txBody>
      </p:sp>
      <p:sp>
        <p:nvSpPr>
          <p:cNvPr id="582660" name="Rectangle 4">
            <a:extLst>
              <a:ext uri="{FF2B5EF4-FFF2-40B4-BE49-F238E27FC236}">
                <a16:creationId xmlns:a16="http://schemas.microsoft.com/office/drawing/2014/main" id="{B8883CDA-F1FA-4955-B08E-09CA21DE0014}"/>
              </a:ext>
            </a:extLst>
          </p:cNvPr>
          <p:cNvSpPr>
            <a:spLocks noChangeArrowheads="1"/>
          </p:cNvSpPr>
          <p:nvPr/>
        </p:nvSpPr>
        <p:spPr bwMode="auto">
          <a:xfrm>
            <a:off x="1847851" y="3141664"/>
            <a:ext cx="8569325"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lnSpc>
                <a:spcPct val="150000"/>
              </a:lnSpc>
              <a:spcBef>
                <a:spcPct val="0"/>
              </a:spcBef>
              <a:spcAft>
                <a:spcPct val="0"/>
              </a:spcAft>
            </a:pPr>
            <a:r>
              <a:rPr kumimoji="1" lang="en-US" altLang="zh-CN" sz="2800" b="1">
                <a:solidFill>
                  <a:srgbClr val="007A77"/>
                </a:solidFill>
                <a:latin typeface="楷体_GB2312" pitchFamily="49" charset="-122"/>
                <a:ea typeface="楷体_GB2312" pitchFamily="49" charset="-122"/>
              </a:rPr>
              <a:t>   </a:t>
            </a:r>
            <a:r>
              <a:rPr kumimoji="1" lang="zh-CN" altLang="en-US" sz="2800" b="1">
                <a:solidFill>
                  <a:srgbClr val="007A77"/>
                </a:solidFill>
                <a:latin typeface="楷体_GB2312" pitchFamily="49" charset="-122"/>
                <a:ea typeface="楷体_GB2312" pitchFamily="49" charset="-122"/>
              </a:rPr>
              <a:t>根据偏差的平方和为最小来选择待估参数的方法称为最小二乘法，由此方法得到的估计量称为最小二乘估计</a:t>
            </a:r>
            <a:r>
              <a:rPr kumimoji="1" lang="en-US" altLang="zh-CN" sz="2800" b="1">
                <a:solidFill>
                  <a:srgbClr val="007A77"/>
                </a:solidFill>
                <a:latin typeface="楷体_GB2312" pitchFamily="49" charset="-122"/>
                <a:ea typeface="楷体_GB2312" pitchFamily="49" charset="-122"/>
              </a:rPr>
              <a:t>. </a:t>
            </a:r>
          </a:p>
        </p:txBody>
      </p:sp>
      <p:sp>
        <p:nvSpPr>
          <p:cNvPr id="582661" name="Rectangle 5">
            <a:extLst>
              <a:ext uri="{FF2B5EF4-FFF2-40B4-BE49-F238E27FC236}">
                <a16:creationId xmlns:a16="http://schemas.microsoft.com/office/drawing/2014/main" id="{CC30F385-C832-42F7-96E4-07972F8E715A}"/>
              </a:ext>
            </a:extLst>
          </p:cNvPr>
          <p:cNvSpPr>
            <a:spLocks noChangeArrowheads="1"/>
          </p:cNvSpPr>
          <p:nvPr/>
        </p:nvSpPr>
        <p:spPr bwMode="auto">
          <a:xfrm>
            <a:off x="2279650" y="2420938"/>
            <a:ext cx="34559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最小二乘法：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582658"/>
                                        </p:tgtEl>
                                        <p:attrNameLst>
                                          <p:attrName>style.visibility</p:attrName>
                                        </p:attrNameLst>
                                      </p:cBhvr>
                                      <p:to>
                                        <p:strVal val="visible"/>
                                      </p:to>
                                    </p:set>
                                    <p:animEffect transition="in" filter="slide(fromRight)">
                                      <p:cBhvr>
                                        <p:cTn id="7" dur="1000"/>
                                        <p:tgtEl>
                                          <p:spTgt spid="5826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2659"/>
                                        </p:tgtEl>
                                        <p:attrNameLst>
                                          <p:attrName>style.visibility</p:attrName>
                                        </p:attrNameLst>
                                      </p:cBhvr>
                                      <p:to>
                                        <p:strVal val="visible"/>
                                      </p:to>
                                    </p:set>
                                    <p:animEffect transition="in" filter="wipe(left)">
                                      <p:cBhvr>
                                        <p:cTn id="12" dur="1000"/>
                                        <p:tgtEl>
                                          <p:spTgt spid="5826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82661"/>
                                        </p:tgtEl>
                                        <p:attrNameLst>
                                          <p:attrName>style.visibility</p:attrName>
                                        </p:attrNameLst>
                                      </p:cBhvr>
                                      <p:to>
                                        <p:strVal val="visible"/>
                                      </p:to>
                                    </p:set>
                                    <p:animEffect transition="in" filter="wipe(left)">
                                      <p:cBhvr>
                                        <p:cTn id="17" dur="1000"/>
                                        <p:tgtEl>
                                          <p:spTgt spid="5826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82660"/>
                                        </p:tgtEl>
                                        <p:attrNameLst>
                                          <p:attrName>style.visibility</p:attrName>
                                        </p:attrNameLst>
                                      </p:cBhvr>
                                      <p:to>
                                        <p:strVal val="visible"/>
                                      </p:to>
                                    </p:set>
                                    <p:animEffect transition="in" filter="slide(fromBottom)">
                                      <p:cBhvr>
                                        <p:cTn id="22" dur="1000"/>
                                        <p:tgtEl>
                                          <p:spTgt spid="582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58" grpId="0"/>
      <p:bldP spid="582659" grpId="0"/>
      <p:bldP spid="582660" grpId="0"/>
      <p:bldP spid="58266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a:extLst>
              <a:ext uri="{FF2B5EF4-FFF2-40B4-BE49-F238E27FC236}">
                <a16:creationId xmlns:a16="http://schemas.microsoft.com/office/drawing/2014/main" id="{EC1BA089-516E-4A1F-83C8-8F9F06B8E9DC}"/>
              </a:ext>
            </a:extLst>
          </p:cNvPr>
          <p:cNvSpPr>
            <a:spLocks noChangeArrowheads="1"/>
          </p:cNvSpPr>
          <p:nvPr/>
        </p:nvSpPr>
        <p:spPr bwMode="auto">
          <a:xfrm>
            <a:off x="1774825" y="1196976"/>
            <a:ext cx="5695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r>
              <a:rPr kumimoji="1" lang="zh-CN" altLang="en-US" sz="2800" b="1">
                <a:solidFill>
                  <a:srgbClr val="007A77"/>
                </a:solidFill>
                <a:latin typeface="楷体_GB2312" pitchFamily="49" charset="-122"/>
                <a:ea typeface="楷体_GB2312" pitchFamily="49" charset="-122"/>
              </a:rPr>
              <a:t>即：就一元线性回归的数学模型： </a:t>
            </a:r>
          </a:p>
        </p:txBody>
      </p:sp>
      <p:graphicFrame>
        <p:nvGraphicFramePr>
          <p:cNvPr id="583683" name="Object 3">
            <a:extLst>
              <a:ext uri="{FF2B5EF4-FFF2-40B4-BE49-F238E27FC236}">
                <a16:creationId xmlns:a16="http://schemas.microsoft.com/office/drawing/2014/main" id="{A288DB90-188F-4584-8E61-B4388E547E55}"/>
              </a:ext>
            </a:extLst>
          </p:cNvPr>
          <p:cNvGraphicFramePr>
            <a:graphicFrameLocks noChangeAspect="1"/>
          </p:cNvGraphicFramePr>
          <p:nvPr/>
        </p:nvGraphicFramePr>
        <p:xfrm>
          <a:off x="2855913" y="1989138"/>
          <a:ext cx="2520950" cy="1185862"/>
        </p:xfrm>
        <a:graphic>
          <a:graphicData uri="http://schemas.openxmlformats.org/presentationml/2006/ole">
            <mc:AlternateContent xmlns:mc="http://schemas.openxmlformats.org/markup-compatibility/2006">
              <mc:Choice xmlns:v="urn:schemas-microsoft-com:vml" Requires="v">
                <p:oleObj spid="_x0000_s3078" name="公式" r:id="rId3" imgW="1002960" imgH="469800" progId="Equation.3">
                  <p:embed/>
                </p:oleObj>
              </mc:Choice>
              <mc:Fallback>
                <p:oleObj name="公式" r:id="rId3" imgW="1002960" imgH="469800" progId="Equation.3">
                  <p:embed/>
                  <p:pic>
                    <p:nvPicPr>
                      <p:cNvPr id="583683" name="Object 3">
                        <a:extLst>
                          <a:ext uri="{FF2B5EF4-FFF2-40B4-BE49-F238E27FC236}">
                            <a16:creationId xmlns:a16="http://schemas.microsoft.com/office/drawing/2014/main" id="{A288DB90-188F-4584-8E61-B4388E547E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5913" y="1989138"/>
                        <a:ext cx="2520950" cy="1185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3684" name="Rectangle 4">
            <a:extLst>
              <a:ext uri="{FF2B5EF4-FFF2-40B4-BE49-F238E27FC236}">
                <a16:creationId xmlns:a16="http://schemas.microsoft.com/office/drawing/2014/main" id="{0166D65A-DFDD-4A5A-9A5B-32DB136C6232}"/>
              </a:ext>
            </a:extLst>
          </p:cNvPr>
          <p:cNvSpPr>
            <a:spLocks noChangeArrowheads="1"/>
          </p:cNvSpPr>
          <p:nvPr/>
        </p:nvSpPr>
        <p:spPr bwMode="auto">
          <a:xfrm>
            <a:off x="1919289" y="3644901"/>
            <a:ext cx="35274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2800" b="1">
                <a:solidFill>
                  <a:srgbClr val="007A77"/>
                </a:solidFill>
                <a:latin typeface="楷体_GB2312" pitchFamily="49" charset="-122"/>
                <a:ea typeface="楷体_GB2312" pitchFamily="49" charset="-122"/>
              </a:rPr>
              <a:t>对于样本观察值： </a:t>
            </a:r>
          </a:p>
        </p:txBody>
      </p:sp>
      <p:graphicFrame>
        <p:nvGraphicFramePr>
          <p:cNvPr id="583685" name="Object 5">
            <a:extLst>
              <a:ext uri="{FF2B5EF4-FFF2-40B4-BE49-F238E27FC236}">
                <a16:creationId xmlns:a16="http://schemas.microsoft.com/office/drawing/2014/main" id="{E41AF8BD-345A-4A7B-8F33-94F3A3AA0599}"/>
              </a:ext>
            </a:extLst>
          </p:cNvPr>
          <p:cNvGraphicFramePr>
            <a:graphicFrameLocks noChangeAspect="1"/>
          </p:cNvGraphicFramePr>
          <p:nvPr/>
        </p:nvGraphicFramePr>
        <p:xfrm>
          <a:off x="4872038" y="3571876"/>
          <a:ext cx="5111750" cy="638175"/>
        </p:xfrm>
        <a:graphic>
          <a:graphicData uri="http://schemas.openxmlformats.org/presentationml/2006/ole">
            <mc:AlternateContent xmlns:mc="http://schemas.openxmlformats.org/markup-compatibility/2006">
              <mc:Choice xmlns:v="urn:schemas-microsoft-com:vml" Requires="v">
                <p:oleObj spid="_x0000_s3079" name="公式" r:id="rId5" imgW="1828800" imgH="228600" progId="Equation.3">
                  <p:embed/>
                </p:oleObj>
              </mc:Choice>
              <mc:Fallback>
                <p:oleObj name="公式" r:id="rId5" imgW="1828800" imgH="228600" progId="Equation.3">
                  <p:embed/>
                  <p:pic>
                    <p:nvPicPr>
                      <p:cNvPr id="583685" name="Object 5">
                        <a:extLst>
                          <a:ext uri="{FF2B5EF4-FFF2-40B4-BE49-F238E27FC236}">
                            <a16:creationId xmlns:a16="http://schemas.microsoft.com/office/drawing/2014/main" id="{E41AF8BD-345A-4A7B-8F33-94F3A3AA05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2038" y="3571876"/>
                        <a:ext cx="5111750" cy="638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3686" name="Rectangle 6">
            <a:extLst>
              <a:ext uri="{FF2B5EF4-FFF2-40B4-BE49-F238E27FC236}">
                <a16:creationId xmlns:a16="http://schemas.microsoft.com/office/drawing/2014/main" id="{69894027-48C4-4559-A5B5-7A3CF871D2D6}"/>
              </a:ext>
            </a:extLst>
          </p:cNvPr>
          <p:cNvSpPr>
            <a:spLocks noChangeArrowheads="1"/>
          </p:cNvSpPr>
          <p:nvPr/>
        </p:nvSpPr>
        <p:spPr bwMode="auto">
          <a:xfrm>
            <a:off x="1919289" y="4508501"/>
            <a:ext cx="3889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楷体_GB2312" pitchFamily="49" charset="-122"/>
                <a:ea typeface="楷体_GB2312" pitchFamily="49" charset="-122"/>
              </a:rPr>
              <a:t>求使得二元函数</a:t>
            </a:r>
          </a:p>
        </p:txBody>
      </p:sp>
      <p:graphicFrame>
        <p:nvGraphicFramePr>
          <p:cNvPr id="583687" name="Object 7">
            <a:extLst>
              <a:ext uri="{FF2B5EF4-FFF2-40B4-BE49-F238E27FC236}">
                <a16:creationId xmlns:a16="http://schemas.microsoft.com/office/drawing/2014/main" id="{EF005D6F-F1CC-4F84-A12D-038F6AF0CC53}"/>
              </a:ext>
            </a:extLst>
          </p:cNvPr>
          <p:cNvGraphicFramePr>
            <a:graphicFrameLocks noChangeAspect="1"/>
          </p:cNvGraphicFramePr>
          <p:nvPr/>
        </p:nvGraphicFramePr>
        <p:xfrm>
          <a:off x="4800601" y="4292601"/>
          <a:ext cx="5040313" cy="963613"/>
        </p:xfrm>
        <a:graphic>
          <a:graphicData uri="http://schemas.openxmlformats.org/presentationml/2006/ole">
            <mc:AlternateContent xmlns:mc="http://schemas.openxmlformats.org/markup-compatibility/2006">
              <mc:Choice xmlns:v="urn:schemas-microsoft-com:vml" Requires="v">
                <p:oleObj spid="_x0000_s3080" name="公式" r:id="rId7" imgW="2247840" imgH="431640" progId="Equation.3">
                  <p:embed/>
                </p:oleObj>
              </mc:Choice>
              <mc:Fallback>
                <p:oleObj name="公式" r:id="rId7" imgW="2247840" imgH="431640" progId="Equation.3">
                  <p:embed/>
                  <p:pic>
                    <p:nvPicPr>
                      <p:cNvPr id="583687" name="Object 7">
                        <a:extLst>
                          <a:ext uri="{FF2B5EF4-FFF2-40B4-BE49-F238E27FC236}">
                            <a16:creationId xmlns:a16="http://schemas.microsoft.com/office/drawing/2014/main" id="{EF005D6F-F1CC-4F84-A12D-038F6AF0CC5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00601" y="4292601"/>
                        <a:ext cx="5040313" cy="963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3688" name="Rectangle 8">
            <a:extLst>
              <a:ext uri="{FF2B5EF4-FFF2-40B4-BE49-F238E27FC236}">
                <a16:creationId xmlns:a16="http://schemas.microsoft.com/office/drawing/2014/main" id="{DF0E72FE-919A-49AF-92A1-9D25DCB0D271}"/>
              </a:ext>
            </a:extLst>
          </p:cNvPr>
          <p:cNvSpPr>
            <a:spLocks noChangeArrowheads="1"/>
          </p:cNvSpPr>
          <p:nvPr/>
        </p:nvSpPr>
        <p:spPr bwMode="auto">
          <a:xfrm>
            <a:off x="1919289" y="5300663"/>
            <a:ext cx="38893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最小的</a:t>
            </a:r>
            <a:r>
              <a:rPr kumimoji="1" lang="en-US" altLang="zh-CN" sz="2800" b="1" i="1">
                <a:solidFill>
                  <a:srgbClr val="007A77"/>
                </a:solidFill>
                <a:latin typeface="Times New Roman" panose="02020603050405020304" pitchFamily="18" charset="0"/>
                <a:ea typeface="楷体_GB2312" pitchFamily="49" charset="-122"/>
              </a:rPr>
              <a:t>a</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b </a:t>
            </a:r>
            <a:r>
              <a:rPr kumimoji="1" lang="zh-CN" altLang="en-US" sz="2800" b="1">
                <a:solidFill>
                  <a:srgbClr val="007A77"/>
                </a:solidFill>
                <a:latin typeface="Times New Roman" panose="02020603050405020304" pitchFamily="18" charset="0"/>
                <a:ea typeface="楷体_GB2312" pitchFamily="49" charset="-122"/>
              </a:rPr>
              <a:t>的估计量</a:t>
            </a:r>
          </a:p>
        </p:txBody>
      </p:sp>
      <p:graphicFrame>
        <p:nvGraphicFramePr>
          <p:cNvPr id="583689" name="Object 9">
            <a:extLst>
              <a:ext uri="{FF2B5EF4-FFF2-40B4-BE49-F238E27FC236}">
                <a16:creationId xmlns:a16="http://schemas.microsoft.com/office/drawing/2014/main" id="{6F87BB67-C5FD-4C69-8D2D-C717862D550F}"/>
              </a:ext>
            </a:extLst>
          </p:cNvPr>
          <p:cNvGraphicFramePr>
            <a:graphicFrameLocks noChangeAspect="1"/>
          </p:cNvGraphicFramePr>
          <p:nvPr/>
        </p:nvGraphicFramePr>
        <p:xfrm>
          <a:off x="5375276" y="5300663"/>
          <a:ext cx="1084263" cy="609600"/>
        </p:xfrm>
        <a:graphic>
          <a:graphicData uri="http://schemas.openxmlformats.org/presentationml/2006/ole">
            <mc:AlternateContent xmlns:mc="http://schemas.openxmlformats.org/markup-compatibility/2006">
              <mc:Choice xmlns:v="urn:schemas-microsoft-com:vml" Requires="v">
                <p:oleObj spid="_x0000_s3081" name="公式" r:id="rId9" imgW="431640" imgH="241200" progId="Equation.3">
                  <p:embed/>
                </p:oleObj>
              </mc:Choice>
              <mc:Fallback>
                <p:oleObj name="公式" r:id="rId9" imgW="431640" imgH="241200" progId="Equation.3">
                  <p:embed/>
                  <p:pic>
                    <p:nvPicPr>
                      <p:cNvPr id="583689" name="Object 9">
                        <a:extLst>
                          <a:ext uri="{FF2B5EF4-FFF2-40B4-BE49-F238E27FC236}">
                            <a16:creationId xmlns:a16="http://schemas.microsoft.com/office/drawing/2014/main" id="{6F87BB67-C5FD-4C69-8D2D-C717862D550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75276" y="5300663"/>
                        <a:ext cx="1084263"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3690" name="Rectangle 10">
            <a:extLst>
              <a:ext uri="{FF2B5EF4-FFF2-40B4-BE49-F238E27FC236}">
                <a16:creationId xmlns:a16="http://schemas.microsoft.com/office/drawing/2014/main" id="{B8434D39-5915-4941-A9BC-18D20F5738E7}"/>
              </a:ext>
            </a:extLst>
          </p:cNvPr>
          <p:cNvSpPr>
            <a:spLocks noChangeArrowheads="1"/>
          </p:cNvSpPr>
          <p:nvPr/>
        </p:nvSpPr>
        <p:spPr bwMode="auto">
          <a:xfrm>
            <a:off x="1992313" y="404813"/>
            <a:ext cx="61198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未知参数 </a:t>
            </a:r>
            <a:r>
              <a:rPr lang="en-US" altLang="zh-CN" sz="2800" b="1" i="1">
                <a:solidFill>
                  <a:srgbClr val="FF0000"/>
                </a:solidFill>
                <a:effectLst>
                  <a:outerShdw blurRad="38100" dist="38100" dir="2700000" algn="tl">
                    <a:srgbClr val="C0C0C0"/>
                  </a:outerShdw>
                </a:effectLst>
                <a:latin typeface="Times New Roman" panose="02020603050405020304" pitchFamily="18" charset="0"/>
                <a:ea typeface="楷体_GB2312" pitchFamily="49" charset="-122"/>
              </a:rPr>
              <a:t>a</a:t>
            </a:r>
            <a:r>
              <a:rPr lang="zh-CN" altLang="en-US" sz="2800" b="1" i="1">
                <a:solidFill>
                  <a:srgbClr val="FF0000"/>
                </a:solidFill>
                <a:effectLst>
                  <a:outerShdw blurRad="38100" dist="38100" dir="2700000" algn="tl">
                    <a:srgbClr val="C0C0C0"/>
                  </a:outerShdw>
                </a:effectLst>
                <a:latin typeface="Times New Roman" panose="02020603050405020304" pitchFamily="18" charset="0"/>
                <a:ea typeface="楷体_GB2312" pitchFamily="49" charset="-122"/>
              </a:rPr>
              <a:t>，</a:t>
            </a:r>
            <a:r>
              <a:rPr lang="en-US" altLang="zh-CN" sz="2800" b="1" i="1">
                <a:solidFill>
                  <a:srgbClr val="FF0000"/>
                </a:solidFill>
                <a:effectLst>
                  <a:outerShdw blurRad="38100" dist="38100" dir="2700000" algn="tl">
                    <a:srgbClr val="C0C0C0"/>
                  </a:outerShdw>
                </a:effectLst>
                <a:latin typeface="Times New Roman" panose="02020603050405020304" pitchFamily="18" charset="0"/>
                <a:ea typeface="楷体_GB2312" pitchFamily="49" charset="-122"/>
              </a:rPr>
              <a:t>b</a:t>
            </a:r>
            <a:r>
              <a:rPr lang="en-US" altLang="zh-CN" sz="2800" b="1">
                <a:solidFill>
                  <a:srgbClr val="FF0000"/>
                </a:solidFill>
                <a:effectLst>
                  <a:outerShdw blurRad="38100" dist="38100" dir="2700000" algn="tl">
                    <a:srgbClr val="C0C0C0"/>
                  </a:outerShdw>
                </a:effectLst>
                <a:latin typeface="楷体_GB2312" pitchFamily="49" charset="-122"/>
                <a:ea typeface="楷体_GB2312" pitchFamily="49" charset="-122"/>
              </a:rPr>
              <a:t> </a:t>
            </a:r>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的最小二乘估计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83690"/>
                                        </p:tgtEl>
                                        <p:attrNameLst>
                                          <p:attrName>style.visibility</p:attrName>
                                        </p:attrNameLst>
                                      </p:cBhvr>
                                      <p:to>
                                        <p:strVal val="visible"/>
                                      </p:to>
                                    </p:set>
                                    <p:animEffect transition="in" filter="wipe(left)">
                                      <p:cBhvr>
                                        <p:cTn id="7" dur="1000"/>
                                        <p:tgtEl>
                                          <p:spTgt spid="5836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3682"/>
                                        </p:tgtEl>
                                        <p:attrNameLst>
                                          <p:attrName>style.visibility</p:attrName>
                                        </p:attrNameLst>
                                      </p:cBhvr>
                                      <p:to>
                                        <p:strVal val="visible"/>
                                      </p:to>
                                    </p:set>
                                    <p:animEffect transition="in" filter="wipe(left)">
                                      <p:cBhvr>
                                        <p:cTn id="12" dur="1000"/>
                                        <p:tgtEl>
                                          <p:spTgt spid="583682"/>
                                        </p:tgtEl>
                                      </p:cBhvr>
                                    </p:animEffect>
                                  </p:childTnLst>
                                </p:cTn>
                              </p:par>
                            </p:childTnLst>
                          </p:cTn>
                        </p:par>
                        <p:par>
                          <p:cTn id="13" fill="hold" nodeType="afterGroup">
                            <p:stCondLst>
                              <p:cond delay="1000"/>
                            </p:stCondLst>
                            <p:childTnLst>
                              <p:par>
                                <p:cTn id="14" presetID="12" presetClass="entr" presetSubtype="2" fill="hold" nodeType="afterEffect">
                                  <p:stCondLst>
                                    <p:cond delay="0"/>
                                  </p:stCondLst>
                                  <p:childTnLst>
                                    <p:set>
                                      <p:cBhvr>
                                        <p:cTn id="15" dur="1" fill="hold">
                                          <p:stCondLst>
                                            <p:cond delay="0"/>
                                          </p:stCondLst>
                                        </p:cTn>
                                        <p:tgtEl>
                                          <p:spTgt spid="583683"/>
                                        </p:tgtEl>
                                        <p:attrNameLst>
                                          <p:attrName>style.visibility</p:attrName>
                                        </p:attrNameLst>
                                      </p:cBhvr>
                                      <p:to>
                                        <p:strVal val="visible"/>
                                      </p:to>
                                    </p:set>
                                    <p:animEffect transition="in" filter="slide(fromRight)">
                                      <p:cBhvr>
                                        <p:cTn id="16" dur="1000"/>
                                        <p:tgtEl>
                                          <p:spTgt spid="583683"/>
                                        </p:tgtEl>
                                      </p:cBhvr>
                                    </p:animEffect>
                                  </p:childTnLst>
                                </p:cTn>
                              </p:par>
                            </p:childTnLst>
                          </p:cTn>
                        </p:par>
                        <p:par>
                          <p:cTn id="17" fill="hold" nodeType="afterGroup">
                            <p:stCondLst>
                              <p:cond delay="2000"/>
                            </p:stCondLst>
                            <p:childTnLst>
                              <p:par>
                                <p:cTn id="18" presetID="22" presetClass="entr" presetSubtype="8" fill="hold" grpId="0" nodeType="afterEffect">
                                  <p:stCondLst>
                                    <p:cond delay="0"/>
                                  </p:stCondLst>
                                  <p:childTnLst>
                                    <p:set>
                                      <p:cBhvr>
                                        <p:cTn id="19" dur="1" fill="hold">
                                          <p:stCondLst>
                                            <p:cond delay="0"/>
                                          </p:stCondLst>
                                        </p:cTn>
                                        <p:tgtEl>
                                          <p:spTgt spid="583684"/>
                                        </p:tgtEl>
                                        <p:attrNameLst>
                                          <p:attrName>style.visibility</p:attrName>
                                        </p:attrNameLst>
                                      </p:cBhvr>
                                      <p:to>
                                        <p:strVal val="visible"/>
                                      </p:to>
                                    </p:set>
                                    <p:animEffect transition="in" filter="wipe(left)">
                                      <p:cBhvr>
                                        <p:cTn id="20" dur="1000"/>
                                        <p:tgtEl>
                                          <p:spTgt spid="583684"/>
                                        </p:tgtEl>
                                      </p:cBhvr>
                                    </p:animEffect>
                                  </p:childTnLst>
                                </p:cTn>
                              </p:par>
                            </p:childTnLst>
                          </p:cTn>
                        </p:par>
                        <p:par>
                          <p:cTn id="21" fill="hold" nodeType="afterGroup">
                            <p:stCondLst>
                              <p:cond delay="3000"/>
                            </p:stCondLst>
                            <p:childTnLst>
                              <p:par>
                                <p:cTn id="22" presetID="22" presetClass="entr" presetSubtype="8" fill="hold" nodeType="afterEffect">
                                  <p:stCondLst>
                                    <p:cond delay="0"/>
                                  </p:stCondLst>
                                  <p:childTnLst>
                                    <p:set>
                                      <p:cBhvr>
                                        <p:cTn id="23" dur="1" fill="hold">
                                          <p:stCondLst>
                                            <p:cond delay="0"/>
                                          </p:stCondLst>
                                        </p:cTn>
                                        <p:tgtEl>
                                          <p:spTgt spid="583685"/>
                                        </p:tgtEl>
                                        <p:attrNameLst>
                                          <p:attrName>style.visibility</p:attrName>
                                        </p:attrNameLst>
                                      </p:cBhvr>
                                      <p:to>
                                        <p:strVal val="visible"/>
                                      </p:to>
                                    </p:set>
                                    <p:animEffect transition="in" filter="wipe(left)">
                                      <p:cBhvr>
                                        <p:cTn id="24" dur="1000"/>
                                        <p:tgtEl>
                                          <p:spTgt spid="583685"/>
                                        </p:tgtEl>
                                      </p:cBhvr>
                                    </p:animEffect>
                                  </p:childTnLst>
                                </p:cTn>
                              </p:par>
                            </p:childTnLst>
                          </p:cTn>
                        </p:par>
                        <p:par>
                          <p:cTn id="25" fill="hold" nodeType="afterGroup">
                            <p:stCondLst>
                              <p:cond delay="4000"/>
                            </p:stCondLst>
                            <p:childTnLst>
                              <p:par>
                                <p:cTn id="26" presetID="22" presetClass="entr" presetSubtype="8" fill="hold" grpId="0" nodeType="afterEffect">
                                  <p:stCondLst>
                                    <p:cond delay="0"/>
                                  </p:stCondLst>
                                  <p:childTnLst>
                                    <p:set>
                                      <p:cBhvr>
                                        <p:cTn id="27" dur="1" fill="hold">
                                          <p:stCondLst>
                                            <p:cond delay="0"/>
                                          </p:stCondLst>
                                        </p:cTn>
                                        <p:tgtEl>
                                          <p:spTgt spid="583686"/>
                                        </p:tgtEl>
                                        <p:attrNameLst>
                                          <p:attrName>style.visibility</p:attrName>
                                        </p:attrNameLst>
                                      </p:cBhvr>
                                      <p:to>
                                        <p:strVal val="visible"/>
                                      </p:to>
                                    </p:set>
                                    <p:animEffect transition="in" filter="wipe(left)">
                                      <p:cBhvr>
                                        <p:cTn id="28" dur="1000"/>
                                        <p:tgtEl>
                                          <p:spTgt spid="583686"/>
                                        </p:tgtEl>
                                      </p:cBhvr>
                                    </p:animEffect>
                                  </p:childTnLst>
                                </p:cTn>
                              </p:par>
                            </p:childTnLst>
                          </p:cTn>
                        </p:par>
                        <p:par>
                          <p:cTn id="29" fill="hold" nodeType="afterGroup">
                            <p:stCondLst>
                              <p:cond delay="5000"/>
                            </p:stCondLst>
                            <p:childTnLst>
                              <p:par>
                                <p:cTn id="30" presetID="22" presetClass="entr" presetSubtype="8" fill="hold" nodeType="afterEffect">
                                  <p:stCondLst>
                                    <p:cond delay="0"/>
                                  </p:stCondLst>
                                  <p:childTnLst>
                                    <p:set>
                                      <p:cBhvr>
                                        <p:cTn id="31" dur="1" fill="hold">
                                          <p:stCondLst>
                                            <p:cond delay="0"/>
                                          </p:stCondLst>
                                        </p:cTn>
                                        <p:tgtEl>
                                          <p:spTgt spid="583687"/>
                                        </p:tgtEl>
                                        <p:attrNameLst>
                                          <p:attrName>style.visibility</p:attrName>
                                        </p:attrNameLst>
                                      </p:cBhvr>
                                      <p:to>
                                        <p:strVal val="visible"/>
                                      </p:to>
                                    </p:set>
                                    <p:animEffect transition="in" filter="wipe(left)">
                                      <p:cBhvr>
                                        <p:cTn id="32" dur="1000"/>
                                        <p:tgtEl>
                                          <p:spTgt spid="583687"/>
                                        </p:tgtEl>
                                      </p:cBhvr>
                                    </p:animEffect>
                                  </p:childTnLst>
                                </p:cTn>
                              </p:par>
                            </p:childTnLst>
                          </p:cTn>
                        </p:par>
                        <p:par>
                          <p:cTn id="33" fill="hold" nodeType="afterGroup">
                            <p:stCondLst>
                              <p:cond delay="6000"/>
                            </p:stCondLst>
                            <p:childTnLst>
                              <p:par>
                                <p:cTn id="34" presetID="22" presetClass="entr" presetSubtype="8" fill="hold" grpId="0" nodeType="afterEffect">
                                  <p:stCondLst>
                                    <p:cond delay="0"/>
                                  </p:stCondLst>
                                  <p:childTnLst>
                                    <p:set>
                                      <p:cBhvr>
                                        <p:cTn id="35" dur="1" fill="hold">
                                          <p:stCondLst>
                                            <p:cond delay="0"/>
                                          </p:stCondLst>
                                        </p:cTn>
                                        <p:tgtEl>
                                          <p:spTgt spid="583688"/>
                                        </p:tgtEl>
                                        <p:attrNameLst>
                                          <p:attrName>style.visibility</p:attrName>
                                        </p:attrNameLst>
                                      </p:cBhvr>
                                      <p:to>
                                        <p:strVal val="visible"/>
                                      </p:to>
                                    </p:set>
                                    <p:animEffect transition="in" filter="wipe(left)">
                                      <p:cBhvr>
                                        <p:cTn id="36" dur="1000"/>
                                        <p:tgtEl>
                                          <p:spTgt spid="583688"/>
                                        </p:tgtEl>
                                      </p:cBhvr>
                                    </p:animEffect>
                                  </p:childTnLst>
                                </p:cTn>
                              </p:par>
                            </p:childTnLst>
                          </p:cTn>
                        </p:par>
                        <p:par>
                          <p:cTn id="37" fill="hold" nodeType="afterGroup">
                            <p:stCondLst>
                              <p:cond delay="7000"/>
                            </p:stCondLst>
                            <p:childTnLst>
                              <p:par>
                                <p:cTn id="38" presetID="22" presetClass="entr" presetSubtype="8" fill="hold" nodeType="afterEffect">
                                  <p:stCondLst>
                                    <p:cond delay="0"/>
                                  </p:stCondLst>
                                  <p:childTnLst>
                                    <p:set>
                                      <p:cBhvr>
                                        <p:cTn id="39" dur="1" fill="hold">
                                          <p:stCondLst>
                                            <p:cond delay="0"/>
                                          </p:stCondLst>
                                        </p:cTn>
                                        <p:tgtEl>
                                          <p:spTgt spid="583689"/>
                                        </p:tgtEl>
                                        <p:attrNameLst>
                                          <p:attrName>style.visibility</p:attrName>
                                        </p:attrNameLst>
                                      </p:cBhvr>
                                      <p:to>
                                        <p:strVal val="visible"/>
                                      </p:to>
                                    </p:set>
                                    <p:animEffect transition="in" filter="wipe(left)">
                                      <p:cBhvr>
                                        <p:cTn id="40" dur="1000"/>
                                        <p:tgtEl>
                                          <p:spTgt spid="583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682" grpId="0"/>
      <p:bldP spid="583684" grpId="0"/>
      <p:bldP spid="583686" grpId="0"/>
      <p:bldP spid="583688" grpId="0"/>
      <p:bldP spid="58369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a:extLst>
              <a:ext uri="{FF2B5EF4-FFF2-40B4-BE49-F238E27FC236}">
                <a16:creationId xmlns:a16="http://schemas.microsoft.com/office/drawing/2014/main" id="{A0DAAE96-D7F7-47F2-BEC6-83A475E8A2E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84707" name="Rectangle 3">
            <a:extLst>
              <a:ext uri="{FF2B5EF4-FFF2-40B4-BE49-F238E27FC236}">
                <a16:creationId xmlns:a16="http://schemas.microsoft.com/office/drawing/2014/main" id="{9FC34056-B2D2-4FFC-AE8F-C2293A4CAE11}"/>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84708" name="Rectangle 4">
            <a:extLst>
              <a:ext uri="{FF2B5EF4-FFF2-40B4-BE49-F238E27FC236}">
                <a16:creationId xmlns:a16="http://schemas.microsoft.com/office/drawing/2014/main" id="{825321FA-E42B-495D-A311-2F026FFF79E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84709" name="Rectangle 5">
            <a:extLst>
              <a:ext uri="{FF2B5EF4-FFF2-40B4-BE49-F238E27FC236}">
                <a16:creationId xmlns:a16="http://schemas.microsoft.com/office/drawing/2014/main" id="{8DB39D54-17F9-42EE-9261-D6B3C3713968}"/>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84710" name="Rectangle 6">
            <a:extLst>
              <a:ext uri="{FF2B5EF4-FFF2-40B4-BE49-F238E27FC236}">
                <a16:creationId xmlns:a16="http://schemas.microsoft.com/office/drawing/2014/main" id="{1AA12EF8-113F-4AE0-B99A-2E8735F3444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84711" name="Rectangle 7">
            <a:extLst>
              <a:ext uri="{FF2B5EF4-FFF2-40B4-BE49-F238E27FC236}">
                <a16:creationId xmlns:a16="http://schemas.microsoft.com/office/drawing/2014/main" id="{E8D6E989-3959-4CEC-9723-BBE5F932FD3B}"/>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graphicFrame>
        <p:nvGraphicFramePr>
          <p:cNvPr id="584712" name="Object 8">
            <a:extLst>
              <a:ext uri="{FF2B5EF4-FFF2-40B4-BE49-F238E27FC236}">
                <a16:creationId xmlns:a16="http://schemas.microsoft.com/office/drawing/2014/main" id="{714821C4-A5AC-4007-B843-014904AE1B48}"/>
              </a:ext>
            </a:extLst>
          </p:cNvPr>
          <p:cNvGraphicFramePr>
            <a:graphicFrameLocks noChangeAspect="1"/>
          </p:cNvGraphicFramePr>
          <p:nvPr/>
        </p:nvGraphicFramePr>
        <p:xfrm>
          <a:off x="3863976" y="981076"/>
          <a:ext cx="2671763" cy="911225"/>
        </p:xfrm>
        <a:graphic>
          <a:graphicData uri="http://schemas.openxmlformats.org/presentationml/2006/ole">
            <mc:AlternateContent xmlns:mc="http://schemas.openxmlformats.org/markup-compatibility/2006">
              <mc:Choice xmlns:v="urn:schemas-microsoft-com:vml" Requires="v">
                <p:oleObj spid="_x0000_s4105" name="公式" r:id="rId3" imgW="1269720" imgH="431640" progId="Equation.3">
                  <p:embed/>
                </p:oleObj>
              </mc:Choice>
              <mc:Fallback>
                <p:oleObj name="公式" r:id="rId3" imgW="1269720" imgH="431640" progId="Equation.3">
                  <p:embed/>
                  <p:pic>
                    <p:nvPicPr>
                      <p:cNvPr id="584712" name="Object 8">
                        <a:extLst>
                          <a:ext uri="{FF2B5EF4-FFF2-40B4-BE49-F238E27FC236}">
                            <a16:creationId xmlns:a16="http://schemas.microsoft.com/office/drawing/2014/main" id="{714821C4-A5AC-4007-B843-014904AE1B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3976" y="981076"/>
                        <a:ext cx="2671763" cy="911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4713" name="Rectangle 9">
            <a:extLst>
              <a:ext uri="{FF2B5EF4-FFF2-40B4-BE49-F238E27FC236}">
                <a16:creationId xmlns:a16="http://schemas.microsoft.com/office/drawing/2014/main" id="{AE6EE763-66C3-4EA4-B78B-119509717A53}"/>
              </a:ext>
            </a:extLst>
          </p:cNvPr>
          <p:cNvSpPr>
            <a:spLocks noChangeArrowheads="1"/>
          </p:cNvSpPr>
          <p:nvPr/>
        </p:nvSpPr>
        <p:spPr bwMode="auto">
          <a:xfrm>
            <a:off x="1524001" y="27647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graphicFrame>
        <p:nvGraphicFramePr>
          <p:cNvPr id="584714" name="Object 10">
            <a:extLst>
              <a:ext uri="{FF2B5EF4-FFF2-40B4-BE49-F238E27FC236}">
                <a16:creationId xmlns:a16="http://schemas.microsoft.com/office/drawing/2014/main" id="{16E357A3-4702-48D7-9A54-E369FAD5A162}"/>
              </a:ext>
            </a:extLst>
          </p:cNvPr>
          <p:cNvGraphicFramePr>
            <a:graphicFrameLocks noChangeAspect="1"/>
          </p:cNvGraphicFramePr>
          <p:nvPr/>
        </p:nvGraphicFramePr>
        <p:xfrm>
          <a:off x="3792539" y="3552825"/>
          <a:ext cx="4319587" cy="1893888"/>
        </p:xfrm>
        <a:graphic>
          <a:graphicData uri="http://schemas.openxmlformats.org/presentationml/2006/ole">
            <mc:AlternateContent xmlns:mc="http://schemas.openxmlformats.org/markup-compatibility/2006">
              <mc:Choice xmlns:v="urn:schemas-microsoft-com:vml" Requires="v">
                <p:oleObj spid="_x0000_s4106" name="公式" r:id="rId5" imgW="1981080" imgH="863280" progId="Equation.3">
                  <p:embed/>
                </p:oleObj>
              </mc:Choice>
              <mc:Fallback>
                <p:oleObj name="公式" r:id="rId5" imgW="1981080" imgH="863280" progId="Equation.3">
                  <p:embed/>
                  <p:pic>
                    <p:nvPicPr>
                      <p:cNvPr id="584714" name="Object 10">
                        <a:extLst>
                          <a:ext uri="{FF2B5EF4-FFF2-40B4-BE49-F238E27FC236}">
                            <a16:creationId xmlns:a16="http://schemas.microsoft.com/office/drawing/2014/main" id="{16E357A3-4702-48D7-9A54-E369FAD5A1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92539" y="3552825"/>
                        <a:ext cx="4319587" cy="1893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4715" name="Rectangle 11">
            <a:extLst>
              <a:ext uri="{FF2B5EF4-FFF2-40B4-BE49-F238E27FC236}">
                <a16:creationId xmlns:a16="http://schemas.microsoft.com/office/drawing/2014/main" id="{7CAE8913-CAA5-4547-98D3-9C23AC39DCD2}"/>
              </a:ext>
            </a:extLst>
          </p:cNvPr>
          <p:cNvSpPr>
            <a:spLocks noChangeArrowheads="1"/>
          </p:cNvSpPr>
          <p:nvPr/>
        </p:nvSpPr>
        <p:spPr bwMode="auto">
          <a:xfrm>
            <a:off x="2282826" y="185738"/>
            <a:ext cx="31654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为此，令</a:t>
            </a:r>
          </a:p>
        </p:txBody>
      </p:sp>
      <p:sp>
        <p:nvSpPr>
          <p:cNvPr id="584716" name="Rectangle 12">
            <a:extLst>
              <a:ext uri="{FF2B5EF4-FFF2-40B4-BE49-F238E27FC236}">
                <a16:creationId xmlns:a16="http://schemas.microsoft.com/office/drawing/2014/main" id="{6DF3FF5B-F9DC-4CDE-B469-59AC9AACCBA1}"/>
              </a:ext>
            </a:extLst>
          </p:cNvPr>
          <p:cNvSpPr>
            <a:spLocks noChangeArrowheads="1"/>
          </p:cNvSpPr>
          <p:nvPr/>
        </p:nvSpPr>
        <p:spPr bwMode="auto">
          <a:xfrm>
            <a:off x="1919288" y="3933826"/>
            <a:ext cx="16557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即：</a:t>
            </a:r>
          </a:p>
        </p:txBody>
      </p:sp>
      <p:graphicFrame>
        <p:nvGraphicFramePr>
          <p:cNvPr id="584717" name="Object 13">
            <a:extLst>
              <a:ext uri="{FF2B5EF4-FFF2-40B4-BE49-F238E27FC236}">
                <a16:creationId xmlns:a16="http://schemas.microsoft.com/office/drawing/2014/main" id="{2072BEB8-6E82-4D74-A104-B8D16F6DA8F9}"/>
              </a:ext>
            </a:extLst>
          </p:cNvPr>
          <p:cNvGraphicFramePr>
            <a:graphicFrameLocks noChangeAspect="1"/>
          </p:cNvGraphicFramePr>
          <p:nvPr/>
        </p:nvGraphicFramePr>
        <p:xfrm>
          <a:off x="3000376" y="2060575"/>
          <a:ext cx="828675" cy="857250"/>
        </p:xfrm>
        <a:graphic>
          <a:graphicData uri="http://schemas.openxmlformats.org/presentationml/2006/ole">
            <mc:AlternateContent xmlns:mc="http://schemas.openxmlformats.org/markup-compatibility/2006">
              <mc:Choice xmlns:v="urn:schemas-microsoft-com:vml" Requires="v">
                <p:oleObj spid="_x0000_s4107" name="公式" r:id="rId7" imgW="393480" imgH="406080" progId="Equation.3">
                  <p:embed/>
                </p:oleObj>
              </mc:Choice>
              <mc:Fallback>
                <p:oleObj name="公式" r:id="rId7" imgW="393480" imgH="406080" progId="Equation.3">
                  <p:embed/>
                  <p:pic>
                    <p:nvPicPr>
                      <p:cNvPr id="584717" name="Object 13">
                        <a:extLst>
                          <a:ext uri="{FF2B5EF4-FFF2-40B4-BE49-F238E27FC236}">
                            <a16:creationId xmlns:a16="http://schemas.microsoft.com/office/drawing/2014/main" id="{2072BEB8-6E82-4D74-A104-B8D16F6DA8F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00376" y="2060575"/>
                        <a:ext cx="828675" cy="857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4718" name="Object 14">
            <a:extLst>
              <a:ext uri="{FF2B5EF4-FFF2-40B4-BE49-F238E27FC236}">
                <a16:creationId xmlns:a16="http://schemas.microsoft.com/office/drawing/2014/main" id="{31D002F7-E0F4-48CF-93E2-854D18D00F25}"/>
              </a:ext>
            </a:extLst>
          </p:cNvPr>
          <p:cNvGraphicFramePr>
            <a:graphicFrameLocks noChangeAspect="1"/>
          </p:cNvGraphicFramePr>
          <p:nvPr/>
        </p:nvGraphicFramePr>
        <p:xfrm>
          <a:off x="3073401" y="981075"/>
          <a:ext cx="828675" cy="857250"/>
        </p:xfrm>
        <a:graphic>
          <a:graphicData uri="http://schemas.openxmlformats.org/presentationml/2006/ole">
            <mc:AlternateContent xmlns:mc="http://schemas.openxmlformats.org/markup-compatibility/2006">
              <mc:Choice xmlns:v="urn:schemas-microsoft-com:vml" Requires="v">
                <p:oleObj spid="_x0000_s4108" name="公式" r:id="rId9" imgW="393480" imgH="406080" progId="Equation.3">
                  <p:embed/>
                </p:oleObj>
              </mc:Choice>
              <mc:Fallback>
                <p:oleObj name="公式" r:id="rId9" imgW="393480" imgH="406080" progId="Equation.3">
                  <p:embed/>
                  <p:pic>
                    <p:nvPicPr>
                      <p:cNvPr id="584718" name="Object 14">
                        <a:extLst>
                          <a:ext uri="{FF2B5EF4-FFF2-40B4-BE49-F238E27FC236}">
                            <a16:creationId xmlns:a16="http://schemas.microsoft.com/office/drawing/2014/main" id="{31D002F7-E0F4-48CF-93E2-854D18D00F2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73401" y="981075"/>
                        <a:ext cx="828675" cy="857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4719" name="Object 15">
            <a:extLst>
              <a:ext uri="{FF2B5EF4-FFF2-40B4-BE49-F238E27FC236}">
                <a16:creationId xmlns:a16="http://schemas.microsoft.com/office/drawing/2014/main" id="{8712F716-9192-49AA-93EE-E37C305F04BB}"/>
              </a:ext>
            </a:extLst>
          </p:cNvPr>
          <p:cNvGraphicFramePr>
            <a:graphicFrameLocks noChangeAspect="1"/>
          </p:cNvGraphicFramePr>
          <p:nvPr/>
        </p:nvGraphicFramePr>
        <p:xfrm>
          <a:off x="6527800" y="1268414"/>
          <a:ext cx="533400" cy="376237"/>
        </p:xfrm>
        <a:graphic>
          <a:graphicData uri="http://schemas.openxmlformats.org/presentationml/2006/ole">
            <mc:AlternateContent xmlns:mc="http://schemas.openxmlformats.org/markup-compatibility/2006">
              <mc:Choice xmlns:v="urn:schemas-microsoft-com:vml" Requires="v">
                <p:oleObj spid="_x0000_s4109" name="公式" r:id="rId11" imgW="253800" imgH="177480" progId="Equation.3">
                  <p:embed/>
                </p:oleObj>
              </mc:Choice>
              <mc:Fallback>
                <p:oleObj name="公式" r:id="rId11" imgW="253800" imgH="177480" progId="Equation.3">
                  <p:embed/>
                  <p:pic>
                    <p:nvPicPr>
                      <p:cNvPr id="584719" name="Object 15">
                        <a:extLst>
                          <a:ext uri="{FF2B5EF4-FFF2-40B4-BE49-F238E27FC236}">
                            <a16:creationId xmlns:a16="http://schemas.microsoft.com/office/drawing/2014/main" id="{8712F716-9192-49AA-93EE-E37C305F04B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27800" y="1268414"/>
                        <a:ext cx="533400" cy="376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4720" name="Object 16">
            <a:extLst>
              <a:ext uri="{FF2B5EF4-FFF2-40B4-BE49-F238E27FC236}">
                <a16:creationId xmlns:a16="http://schemas.microsoft.com/office/drawing/2014/main" id="{9A1A2353-F633-4BF8-A43C-3900126B78FB}"/>
              </a:ext>
            </a:extLst>
          </p:cNvPr>
          <p:cNvGraphicFramePr>
            <a:graphicFrameLocks noChangeAspect="1"/>
          </p:cNvGraphicFramePr>
          <p:nvPr/>
        </p:nvGraphicFramePr>
        <p:xfrm>
          <a:off x="3935414" y="2060576"/>
          <a:ext cx="2994025" cy="911225"/>
        </p:xfrm>
        <a:graphic>
          <a:graphicData uri="http://schemas.openxmlformats.org/presentationml/2006/ole">
            <mc:AlternateContent xmlns:mc="http://schemas.openxmlformats.org/markup-compatibility/2006">
              <mc:Choice xmlns:v="urn:schemas-microsoft-com:vml" Requires="v">
                <p:oleObj spid="_x0000_s4110" name="公式" r:id="rId13" imgW="1422360" imgH="431640" progId="Equation.3">
                  <p:embed/>
                </p:oleObj>
              </mc:Choice>
              <mc:Fallback>
                <p:oleObj name="公式" r:id="rId13" imgW="1422360" imgH="431640" progId="Equation.3">
                  <p:embed/>
                  <p:pic>
                    <p:nvPicPr>
                      <p:cNvPr id="584720" name="Object 16">
                        <a:extLst>
                          <a:ext uri="{FF2B5EF4-FFF2-40B4-BE49-F238E27FC236}">
                            <a16:creationId xmlns:a16="http://schemas.microsoft.com/office/drawing/2014/main" id="{9A1A2353-F633-4BF8-A43C-3900126B78F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35414" y="2060576"/>
                        <a:ext cx="2994025" cy="911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4721" name="Object 17">
            <a:extLst>
              <a:ext uri="{FF2B5EF4-FFF2-40B4-BE49-F238E27FC236}">
                <a16:creationId xmlns:a16="http://schemas.microsoft.com/office/drawing/2014/main" id="{19F4461E-38BD-4FBE-A8B4-CD441E9612EF}"/>
              </a:ext>
            </a:extLst>
          </p:cNvPr>
          <p:cNvGraphicFramePr>
            <a:graphicFrameLocks noChangeAspect="1"/>
          </p:cNvGraphicFramePr>
          <p:nvPr/>
        </p:nvGraphicFramePr>
        <p:xfrm>
          <a:off x="6888163" y="2276475"/>
          <a:ext cx="533400" cy="376238"/>
        </p:xfrm>
        <a:graphic>
          <a:graphicData uri="http://schemas.openxmlformats.org/presentationml/2006/ole">
            <mc:AlternateContent xmlns:mc="http://schemas.openxmlformats.org/markup-compatibility/2006">
              <mc:Choice xmlns:v="urn:schemas-microsoft-com:vml" Requires="v">
                <p:oleObj spid="_x0000_s4111" name="公式" r:id="rId15" imgW="253800" imgH="177480" progId="Equation.3">
                  <p:embed/>
                </p:oleObj>
              </mc:Choice>
              <mc:Fallback>
                <p:oleObj name="公式" r:id="rId15" imgW="253800" imgH="177480" progId="Equation.3">
                  <p:embed/>
                  <p:pic>
                    <p:nvPicPr>
                      <p:cNvPr id="584721" name="Object 17">
                        <a:extLst>
                          <a:ext uri="{FF2B5EF4-FFF2-40B4-BE49-F238E27FC236}">
                            <a16:creationId xmlns:a16="http://schemas.microsoft.com/office/drawing/2014/main" id="{19F4461E-38BD-4FBE-A8B4-CD441E9612E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88163" y="2276475"/>
                        <a:ext cx="533400" cy="376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4722" name="AutoShape 18">
            <a:extLst>
              <a:ext uri="{FF2B5EF4-FFF2-40B4-BE49-F238E27FC236}">
                <a16:creationId xmlns:a16="http://schemas.microsoft.com/office/drawing/2014/main" id="{C78D3D2A-2BD7-40B2-875A-933805319A77}"/>
              </a:ext>
            </a:extLst>
          </p:cNvPr>
          <p:cNvSpPr>
            <a:spLocks/>
          </p:cNvSpPr>
          <p:nvPr/>
        </p:nvSpPr>
        <p:spPr bwMode="auto">
          <a:xfrm>
            <a:off x="2855914" y="1268413"/>
            <a:ext cx="71437" cy="1439862"/>
          </a:xfrm>
          <a:prstGeom prst="leftBrace">
            <a:avLst>
              <a:gd name="adj1" fmla="val 167964"/>
              <a:gd name="adj2" fmla="val 50000"/>
            </a:avLst>
          </a:prstGeom>
          <a:noFill/>
          <a:ln w="1905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84715"/>
                                        </p:tgtEl>
                                        <p:attrNameLst>
                                          <p:attrName>style.visibility</p:attrName>
                                        </p:attrNameLst>
                                      </p:cBhvr>
                                      <p:to>
                                        <p:strVal val="visible"/>
                                      </p:to>
                                    </p:set>
                                    <p:animEffect transition="in" filter="wipe(left)">
                                      <p:cBhvr>
                                        <p:cTn id="7" dur="500"/>
                                        <p:tgtEl>
                                          <p:spTgt spid="5847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84718"/>
                                        </p:tgtEl>
                                        <p:attrNameLst>
                                          <p:attrName>style.visibility</p:attrName>
                                        </p:attrNameLst>
                                      </p:cBhvr>
                                      <p:to>
                                        <p:strVal val="visible"/>
                                      </p:to>
                                    </p:set>
                                    <p:animEffect transition="in" filter="wipe(left)">
                                      <p:cBhvr>
                                        <p:cTn id="12" dur="1000"/>
                                        <p:tgtEl>
                                          <p:spTgt spid="5847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84712"/>
                                        </p:tgtEl>
                                        <p:attrNameLst>
                                          <p:attrName>style.visibility</p:attrName>
                                        </p:attrNameLst>
                                      </p:cBhvr>
                                      <p:to>
                                        <p:strVal val="visible"/>
                                      </p:to>
                                    </p:set>
                                    <p:animEffect transition="in" filter="wipe(left)">
                                      <p:cBhvr>
                                        <p:cTn id="17" dur="1000"/>
                                        <p:tgtEl>
                                          <p:spTgt spid="584712"/>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584719"/>
                                        </p:tgtEl>
                                        <p:attrNameLst>
                                          <p:attrName>style.visibility</p:attrName>
                                        </p:attrNameLst>
                                      </p:cBhvr>
                                      <p:to>
                                        <p:strVal val="visible"/>
                                      </p:to>
                                    </p:set>
                                    <p:animEffect transition="in" filter="wipe(left)">
                                      <p:cBhvr>
                                        <p:cTn id="21" dur="1000"/>
                                        <p:tgtEl>
                                          <p:spTgt spid="58471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584717"/>
                                        </p:tgtEl>
                                        <p:attrNameLst>
                                          <p:attrName>style.visibility</p:attrName>
                                        </p:attrNameLst>
                                      </p:cBhvr>
                                      <p:to>
                                        <p:strVal val="visible"/>
                                      </p:to>
                                    </p:set>
                                    <p:animEffect transition="in" filter="wipe(left)">
                                      <p:cBhvr>
                                        <p:cTn id="26" dur="1000"/>
                                        <p:tgtEl>
                                          <p:spTgt spid="58471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584720"/>
                                        </p:tgtEl>
                                        <p:attrNameLst>
                                          <p:attrName>style.visibility</p:attrName>
                                        </p:attrNameLst>
                                      </p:cBhvr>
                                      <p:to>
                                        <p:strVal val="visible"/>
                                      </p:to>
                                    </p:set>
                                    <p:animEffect transition="in" filter="wipe(left)">
                                      <p:cBhvr>
                                        <p:cTn id="31" dur="1000"/>
                                        <p:tgtEl>
                                          <p:spTgt spid="584720"/>
                                        </p:tgtEl>
                                      </p:cBhvr>
                                    </p:animEffect>
                                  </p:childTnLst>
                                </p:cTn>
                              </p:par>
                            </p:childTnLst>
                          </p:cTn>
                        </p:par>
                        <p:par>
                          <p:cTn id="32" fill="hold" nodeType="afterGroup">
                            <p:stCondLst>
                              <p:cond delay="1000"/>
                            </p:stCondLst>
                            <p:childTnLst>
                              <p:par>
                                <p:cTn id="33" presetID="22" presetClass="entr" presetSubtype="8" fill="hold" nodeType="afterEffect">
                                  <p:stCondLst>
                                    <p:cond delay="0"/>
                                  </p:stCondLst>
                                  <p:childTnLst>
                                    <p:set>
                                      <p:cBhvr>
                                        <p:cTn id="34" dur="1" fill="hold">
                                          <p:stCondLst>
                                            <p:cond delay="0"/>
                                          </p:stCondLst>
                                        </p:cTn>
                                        <p:tgtEl>
                                          <p:spTgt spid="584721"/>
                                        </p:tgtEl>
                                        <p:attrNameLst>
                                          <p:attrName>style.visibility</p:attrName>
                                        </p:attrNameLst>
                                      </p:cBhvr>
                                      <p:to>
                                        <p:strVal val="visible"/>
                                      </p:to>
                                    </p:set>
                                    <p:animEffect transition="in" filter="wipe(left)">
                                      <p:cBhvr>
                                        <p:cTn id="35" dur="1000"/>
                                        <p:tgtEl>
                                          <p:spTgt spid="584721"/>
                                        </p:tgtEl>
                                      </p:cBhvr>
                                    </p:animEffect>
                                  </p:childTnLst>
                                </p:cTn>
                              </p:par>
                            </p:childTnLst>
                          </p:cTn>
                        </p:par>
                        <p:par>
                          <p:cTn id="36" fill="hold" nodeType="afterGroup">
                            <p:stCondLst>
                              <p:cond delay="2000"/>
                            </p:stCondLst>
                            <p:childTnLst>
                              <p:par>
                                <p:cTn id="37" presetID="22" presetClass="entr" presetSubtype="2" fill="hold" nodeType="afterEffect">
                                  <p:stCondLst>
                                    <p:cond delay="0"/>
                                  </p:stCondLst>
                                  <p:childTnLst>
                                    <p:set>
                                      <p:cBhvr>
                                        <p:cTn id="38" dur="1" fill="hold">
                                          <p:stCondLst>
                                            <p:cond delay="0"/>
                                          </p:stCondLst>
                                        </p:cTn>
                                        <p:tgtEl>
                                          <p:spTgt spid="584722"/>
                                        </p:tgtEl>
                                        <p:attrNameLst>
                                          <p:attrName>style.visibility</p:attrName>
                                        </p:attrNameLst>
                                      </p:cBhvr>
                                      <p:to>
                                        <p:strVal val="visible"/>
                                      </p:to>
                                    </p:set>
                                    <p:animEffect transition="in" filter="wipe(right)">
                                      <p:cBhvr>
                                        <p:cTn id="39" dur="500"/>
                                        <p:tgtEl>
                                          <p:spTgt spid="584722"/>
                                        </p:tgtEl>
                                      </p:cBhvr>
                                    </p:animEffect>
                                  </p:childTnLst>
                                </p:cTn>
                              </p:par>
                            </p:childTnLst>
                          </p:cTn>
                        </p:par>
                        <p:par>
                          <p:cTn id="40" fill="hold" nodeType="afterGroup">
                            <p:stCondLst>
                              <p:cond delay="2500"/>
                            </p:stCondLst>
                            <p:childTnLst>
                              <p:par>
                                <p:cTn id="41" presetID="22" presetClass="entr" presetSubtype="8" fill="hold" grpId="0" nodeType="afterEffect">
                                  <p:stCondLst>
                                    <p:cond delay="0"/>
                                  </p:stCondLst>
                                  <p:childTnLst>
                                    <p:set>
                                      <p:cBhvr>
                                        <p:cTn id="42" dur="1" fill="hold">
                                          <p:stCondLst>
                                            <p:cond delay="0"/>
                                          </p:stCondLst>
                                        </p:cTn>
                                        <p:tgtEl>
                                          <p:spTgt spid="584716"/>
                                        </p:tgtEl>
                                        <p:attrNameLst>
                                          <p:attrName>style.visibility</p:attrName>
                                        </p:attrNameLst>
                                      </p:cBhvr>
                                      <p:to>
                                        <p:strVal val="visible"/>
                                      </p:to>
                                    </p:set>
                                    <p:animEffect transition="in" filter="wipe(left)">
                                      <p:cBhvr>
                                        <p:cTn id="43" dur="500"/>
                                        <p:tgtEl>
                                          <p:spTgt spid="58471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2" presetClass="entr" presetSubtype="4" fill="hold" nodeType="clickEffect">
                                  <p:stCondLst>
                                    <p:cond delay="0"/>
                                  </p:stCondLst>
                                  <p:childTnLst>
                                    <p:set>
                                      <p:cBhvr>
                                        <p:cTn id="47" dur="1" fill="hold">
                                          <p:stCondLst>
                                            <p:cond delay="0"/>
                                          </p:stCondLst>
                                        </p:cTn>
                                        <p:tgtEl>
                                          <p:spTgt spid="584714"/>
                                        </p:tgtEl>
                                        <p:attrNameLst>
                                          <p:attrName>style.visibility</p:attrName>
                                        </p:attrNameLst>
                                      </p:cBhvr>
                                      <p:to>
                                        <p:strVal val="visible"/>
                                      </p:to>
                                    </p:set>
                                    <p:animEffect transition="in" filter="slide(fromBottom)">
                                      <p:cBhvr>
                                        <p:cTn id="48" dur="1000"/>
                                        <p:tgtEl>
                                          <p:spTgt spid="584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715" grpId="0"/>
      <p:bldP spid="5847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a:extLst>
              <a:ext uri="{FF2B5EF4-FFF2-40B4-BE49-F238E27FC236}">
                <a16:creationId xmlns:a16="http://schemas.microsoft.com/office/drawing/2014/main" id="{2A722743-8A09-4439-8668-A141C9A04DCE}"/>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85731" name="Rectangle 3">
            <a:extLst>
              <a:ext uri="{FF2B5EF4-FFF2-40B4-BE49-F238E27FC236}">
                <a16:creationId xmlns:a16="http://schemas.microsoft.com/office/drawing/2014/main" id="{004B9931-C925-4743-BCD0-19383A13E8E8}"/>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85732" name="Rectangle 4">
            <a:extLst>
              <a:ext uri="{FF2B5EF4-FFF2-40B4-BE49-F238E27FC236}">
                <a16:creationId xmlns:a16="http://schemas.microsoft.com/office/drawing/2014/main" id="{3EF6A3E6-5C52-48FD-8DD9-69231FAAF92F}"/>
              </a:ext>
            </a:extLst>
          </p:cNvPr>
          <p:cNvSpPr>
            <a:spLocks noChangeArrowheads="1"/>
          </p:cNvSpPr>
          <p:nvPr/>
        </p:nvSpPr>
        <p:spPr bwMode="auto">
          <a:xfrm>
            <a:off x="1524001" y="27647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85733" name="Rectangle 5">
            <a:extLst>
              <a:ext uri="{FF2B5EF4-FFF2-40B4-BE49-F238E27FC236}">
                <a16:creationId xmlns:a16="http://schemas.microsoft.com/office/drawing/2014/main" id="{92CD8A47-F245-4A17-B3CB-51ADCA97B70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85734" name="Rectangle 6">
            <a:extLst>
              <a:ext uri="{FF2B5EF4-FFF2-40B4-BE49-F238E27FC236}">
                <a16:creationId xmlns:a16="http://schemas.microsoft.com/office/drawing/2014/main" id="{C46B9E5E-DFFB-4A6A-99C1-CC410E75EA1E}"/>
              </a:ext>
            </a:extLst>
          </p:cNvPr>
          <p:cNvSpPr>
            <a:spLocks noChangeArrowheads="1"/>
          </p:cNvSpPr>
          <p:nvPr/>
        </p:nvSpPr>
        <p:spPr bwMode="auto">
          <a:xfrm>
            <a:off x="2495550" y="549276"/>
            <a:ext cx="79200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用克莱姆法则解此二元线性方程组，得 </a:t>
            </a:r>
            <a:r>
              <a:rPr kumimoji="1" lang="en-US" altLang="zh-CN" sz="2800" b="1" i="1">
                <a:solidFill>
                  <a:srgbClr val="007A77"/>
                </a:solidFill>
                <a:latin typeface="Times New Roman" panose="02020603050405020304" pitchFamily="18" charset="0"/>
                <a:ea typeface="楷体_GB2312" pitchFamily="49" charset="-122"/>
              </a:rPr>
              <a:t>a</a:t>
            </a:r>
            <a:r>
              <a:rPr kumimoji="1" lang="zh-CN" altLang="en-US" sz="2800" b="1" i="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b</a:t>
            </a:r>
          </a:p>
        </p:txBody>
      </p:sp>
      <p:sp>
        <p:nvSpPr>
          <p:cNvPr id="585735" name="Rectangle 7">
            <a:extLst>
              <a:ext uri="{FF2B5EF4-FFF2-40B4-BE49-F238E27FC236}">
                <a16:creationId xmlns:a16="http://schemas.microsoft.com/office/drawing/2014/main" id="{8AF18D5B-7CFB-4AA8-AF0B-FF9EE6F5E6ED}"/>
              </a:ext>
            </a:extLst>
          </p:cNvPr>
          <p:cNvSpPr>
            <a:spLocks noChangeArrowheads="1"/>
          </p:cNvSpPr>
          <p:nvPr/>
        </p:nvSpPr>
        <p:spPr bwMode="auto">
          <a:xfrm>
            <a:off x="1774826" y="1341438"/>
            <a:ext cx="36734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的最小二乘估计：</a:t>
            </a:r>
          </a:p>
        </p:txBody>
      </p:sp>
      <p:sp>
        <p:nvSpPr>
          <p:cNvPr id="585736" name="Rectangle 8">
            <a:extLst>
              <a:ext uri="{FF2B5EF4-FFF2-40B4-BE49-F238E27FC236}">
                <a16:creationId xmlns:a16="http://schemas.microsoft.com/office/drawing/2014/main" id="{5517FA77-ED18-4079-A52E-07A7067BE1DA}"/>
              </a:ext>
            </a:extLst>
          </p:cNvPr>
          <p:cNvSpPr>
            <a:spLocks noChangeArrowheads="1"/>
          </p:cNvSpPr>
          <p:nvPr/>
        </p:nvSpPr>
        <p:spPr bwMode="auto">
          <a:xfrm>
            <a:off x="1847850" y="3141664"/>
            <a:ext cx="34559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可以证明</a:t>
            </a:r>
            <a:r>
              <a:rPr kumimoji="1" lang="zh-CN" altLang="en-US" sz="3200" b="1">
                <a:solidFill>
                  <a:srgbClr val="0000FF"/>
                </a:solidFill>
                <a:latin typeface="Times New Roman" panose="02020603050405020304" pitchFamily="18" charset="0"/>
                <a:ea typeface="楷体_GB2312" pitchFamily="49" charset="-122"/>
                <a:sym typeface="Wingdings" panose="05000000000000000000" pitchFamily="2" charset="2"/>
              </a:rPr>
              <a:t>：</a:t>
            </a:r>
          </a:p>
        </p:txBody>
      </p:sp>
      <p:graphicFrame>
        <p:nvGraphicFramePr>
          <p:cNvPr id="585737" name="Object 9">
            <a:extLst>
              <a:ext uri="{FF2B5EF4-FFF2-40B4-BE49-F238E27FC236}">
                <a16:creationId xmlns:a16="http://schemas.microsoft.com/office/drawing/2014/main" id="{CDC4067F-8C36-4CA5-B270-84BD13E67975}"/>
              </a:ext>
            </a:extLst>
          </p:cNvPr>
          <p:cNvGraphicFramePr>
            <a:graphicFrameLocks noChangeAspect="1"/>
          </p:cNvGraphicFramePr>
          <p:nvPr/>
        </p:nvGraphicFramePr>
        <p:xfrm>
          <a:off x="4943475" y="1052514"/>
          <a:ext cx="3887788" cy="1214437"/>
        </p:xfrm>
        <a:graphic>
          <a:graphicData uri="http://schemas.openxmlformats.org/presentationml/2006/ole">
            <mc:AlternateContent xmlns:mc="http://schemas.openxmlformats.org/markup-compatibility/2006">
              <mc:Choice xmlns:v="urn:schemas-microsoft-com:vml" Requires="v">
                <p:oleObj spid="_x0000_s5127" name="公式" r:id="rId3" imgW="1460160" imgH="457200" progId="Equation.3">
                  <p:embed/>
                </p:oleObj>
              </mc:Choice>
              <mc:Fallback>
                <p:oleObj name="公式" r:id="rId3" imgW="1460160" imgH="457200" progId="Equation.3">
                  <p:embed/>
                  <p:pic>
                    <p:nvPicPr>
                      <p:cNvPr id="585737" name="Object 9">
                        <a:extLst>
                          <a:ext uri="{FF2B5EF4-FFF2-40B4-BE49-F238E27FC236}">
                            <a16:creationId xmlns:a16="http://schemas.microsoft.com/office/drawing/2014/main" id="{CDC4067F-8C36-4CA5-B270-84BD13E679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3475" y="1052514"/>
                        <a:ext cx="3887788" cy="1214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5738" name="Rectangle 10">
            <a:extLst>
              <a:ext uri="{FF2B5EF4-FFF2-40B4-BE49-F238E27FC236}">
                <a16:creationId xmlns:a16="http://schemas.microsoft.com/office/drawing/2014/main" id="{49D3EAAF-1CCC-4B99-83AF-BF1B9887293E}"/>
              </a:ext>
            </a:extLst>
          </p:cNvPr>
          <p:cNvSpPr>
            <a:spLocks noChangeArrowheads="1"/>
          </p:cNvSpPr>
          <p:nvPr/>
        </p:nvSpPr>
        <p:spPr bwMode="auto">
          <a:xfrm>
            <a:off x="1847851" y="2276476"/>
            <a:ext cx="41767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从而得回归方程：</a:t>
            </a:r>
          </a:p>
        </p:txBody>
      </p:sp>
      <p:graphicFrame>
        <p:nvGraphicFramePr>
          <p:cNvPr id="585739" name="Object 11">
            <a:extLst>
              <a:ext uri="{FF2B5EF4-FFF2-40B4-BE49-F238E27FC236}">
                <a16:creationId xmlns:a16="http://schemas.microsoft.com/office/drawing/2014/main" id="{BE31CCC9-E4C0-4CC6-9231-34EFB2B1B385}"/>
              </a:ext>
            </a:extLst>
          </p:cNvPr>
          <p:cNvGraphicFramePr>
            <a:graphicFrameLocks noChangeAspect="1"/>
          </p:cNvGraphicFramePr>
          <p:nvPr/>
        </p:nvGraphicFramePr>
        <p:xfrm>
          <a:off x="4943476" y="2205038"/>
          <a:ext cx="2016125" cy="684212"/>
        </p:xfrm>
        <a:graphic>
          <a:graphicData uri="http://schemas.openxmlformats.org/presentationml/2006/ole">
            <mc:AlternateContent xmlns:mc="http://schemas.openxmlformats.org/markup-compatibility/2006">
              <mc:Choice xmlns:v="urn:schemas-microsoft-com:vml" Requires="v">
                <p:oleObj spid="_x0000_s5128" name="公式" r:id="rId5" imgW="698400" imgH="241200" progId="Equation.3">
                  <p:embed/>
                </p:oleObj>
              </mc:Choice>
              <mc:Fallback>
                <p:oleObj name="公式" r:id="rId5" imgW="698400" imgH="241200" progId="Equation.3">
                  <p:embed/>
                  <p:pic>
                    <p:nvPicPr>
                      <p:cNvPr id="585739" name="Object 11">
                        <a:extLst>
                          <a:ext uri="{FF2B5EF4-FFF2-40B4-BE49-F238E27FC236}">
                            <a16:creationId xmlns:a16="http://schemas.microsoft.com/office/drawing/2014/main" id="{BE31CCC9-E4C0-4CC6-9231-34EFB2B1B38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43476" y="2205038"/>
                        <a:ext cx="2016125" cy="684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85740" name="Group 12">
            <a:extLst>
              <a:ext uri="{FF2B5EF4-FFF2-40B4-BE49-F238E27FC236}">
                <a16:creationId xmlns:a16="http://schemas.microsoft.com/office/drawing/2014/main" id="{A5797897-7932-4379-B606-6B165FCD21C6}"/>
              </a:ext>
            </a:extLst>
          </p:cNvPr>
          <p:cNvGrpSpPr>
            <a:grpSpLocks/>
          </p:cNvGrpSpPr>
          <p:nvPr/>
        </p:nvGrpSpPr>
        <p:grpSpPr bwMode="auto">
          <a:xfrm>
            <a:off x="3792538" y="3068639"/>
            <a:ext cx="6534150" cy="625475"/>
            <a:chOff x="1338" y="1979"/>
            <a:chExt cx="4116" cy="394"/>
          </a:xfrm>
        </p:grpSpPr>
        <p:sp>
          <p:nvSpPr>
            <p:cNvPr id="585741" name="Rectangle 13">
              <a:extLst>
                <a:ext uri="{FF2B5EF4-FFF2-40B4-BE49-F238E27FC236}">
                  <a16:creationId xmlns:a16="http://schemas.microsoft.com/office/drawing/2014/main" id="{3822A604-29D6-4756-AA19-4850DA8D0A36}"/>
                </a:ext>
              </a:extLst>
            </p:cNvPr>
            <p:cNvSpPr>
              <a:spLocks noChangeArrowheads="1"/>
            </p:cNvSpPr>
            <p:nvPr/>
          </p:nvSpPr>
          <p:spPr bwMode="auto">
            <a:xfrm>
              <a:off x="1338" y="2024"/>
              <a:ext cx="41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              </a:t>
              </a:r>
              <a:r>
                <a:rPr kumimoji="1" lang="zh-CN" altLang="en-US" sz="2800" b="1">
                  <a:solidFill>
                    <a:srgbClr val="007A77"/>
                  </a:solidFill>
                  <a:latin typeface="Times New Roman" panose="02020603050405020304" pitchFamily="18" charset="0"/>
                  <a:ea typeface="楷体_GB2312" pitchFamily="49" charset="-122"/>
                  <a:sym typeface="Wingdings" panose="05000000000000000000" pitchFamily="2" charset="2"/>
                </a:rPr>
                <a:t>也是</a:t>
              </a:r>
              <a:r>
                <a:rPr kumimoji="1" lang="en-US" altLang="zh-CN" sz="2800" b="1" i="1">
                  <a:solidFill>
                    <a:srgbClr val="007A77"/>
                  </a:solidFill>
                  <a:latin typeface="Times New Roman" panose="02020603050405020304" pitchFamily="18" charset="0"/>
                  <a:ea typeface="楷体_GB2312" pitchFamily="49" charset="-122"/>
                </a:rPr>
                <a:t>a</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b</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的极大似然估计</a:t>
              </a:r>
              <a:r>
                <a:rPr kumimoji="1" lang="en-US" altLang="zh-CN" sz="2800" b="1">
                  <a:solidFill>
                    <a:srgbClr val="007A77"/>
                  </a:solidFill>
                  <a:latin typeface="Times New Roman" panose="02020603050405020304" pitchFamily="18" charset="0"/>
                  <a:ea typeface="楷体_GB2312" pitchFamily="49" charset="-122"/>
                </a:rPr>
                <a:t>.</a:t>
              </a:r>
            </a:p>
          </p:txBody>
        </p:sp>
        <p:graphicFrame>
          <p:nvGraphicFramePr>
            <p:cNvPr id="585742" name="Object 14">
              <a:extLst>
                <a:ext uri="{FF2B5EF4-FFF2-40B4-BE49-F238E27FC236}">
                  <a16:creationId xmlns:a16="http://schemas.microsoft.com/office/drawing/2014/main" id="{4A0C29F4-1B01-4875-B1EA-4E4716719466}"/>
                </a:ext>
              </a:extLst>
            </p:cNvPr>
            <p:cNvGraphicFramePr>
              <a:graphicFrameLocks noChangeAspect="1"/>
            </p:cNvGraphicFramePr>
            <p:nvPr/>
          </p:nvGraphicFramePr>
          <p:xfrm>
            <a:off x="1655" y="1979"/>
            <a:ext cx="590" cy="394"/>
          </p:xfrm>
          <a:graphic>
            <a:graphicData uri="http://schemas.openxmlformats.org/presentationml/2006/ole">
              <mc:AlternateContent xmlns:mc="http://schemas.openxmlformats.org/markup-compatibility/2006">
                <mc:Choice xmlns:v="urn:schemas-microsoft-com:vml" Requires="v">
                  <p:oleObj spid="_x0000_s5129" name="公式" r:id="rId7" imgW="355320" imgH="241200" progId="Equation.3">
                    <p:embed/>
                  </p:oleObj>
                </mc:Choice>
                <mc:Fallback>
                  <p:oleObj name="公式" r:id="rId7" imgW="355320" imgH="241200" progId="Equation.3">
                    <p:embed/>
                    <p:pic>
                      <p:nvPicPr>
                        <p:cNvPr id="585742" name="Object 14">
                          <a:extLst>
                            <a:ext uri="{FF2B5EF4-FFF2-40B4-BE49-F238E27FC236}">
                              <a16:creationId xmlns:a16="http://schemas.microsoft.com/office/drawing/2014/main" id="{4A0C29F4-1B01-4875-B1EA-4E471671946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55" y="1979"/>
                          <a:ext cx="590" cy="3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85743" name="Group 15">
            <a:extLst>
              <a:ext uri="{FF2B5EF4-FFF2-40B4-BE49-F238E27FC236}">
                <a16:creationId xmlns:a16="http://schemas.microsoft.com/office/drawing/2014/main" id="{735FEF07-1F31-4D5D-9E6E-3244831DFFD4}"/>
              </a:ext>
            </a:extLst>
          </p:cNvPr>
          <p:cNvGrpSpPr>
            <a:grpSpLocks/>
          </p:cNvGrpSpPr>
          <p:nvPr/>
        </p:nvGrpSpPr>
        <p:grpSpPr bwMode="auto">
          <a:xfrm>
            <a:off x="2063750" y="3860800"/>
            <a:ext cx="6534150" cy="673100"/>
            <a:chOff x="295" y="2485"/>
            <a:chExt cx="4116" cy="424"/>
          </a:xfrm>
        </p:grpSpPr>
        <p:sp>
          <p:nvSpPr>
            <p:cNvPr id="585744" name="Rectangle 16">
              <a:extLst>
                <a:ext uri="{FF2B5EF4-FFF2-40B4-BE49-F238E27FC236}">
                  <a16:creationId xmlns:a16="http://schemas.microsoft.com/office/drawing/2014/main" id="{942260BF-6F41-43DF-BB48-E2CA29D5FE47}"/>
                </a:ext>
              </a:extLst>
            </p:cNvPr>
            <p:cNvSpPr>
              <a:spLocks noChangeArrowheads="1"/>
            </p:cNvSpPr>
            <p:nvPr/>
          </p:nvSpPr>
          <p:spPr bwMode="auto">
            <a:xfrm>
              <a:off x="295" y="2523"/>
              <a:ext cx="41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              </a:t>
              </a:r>
              <a:r>
                <a:rPr kumimoji="1" lang="zh-CN" altLang="en-US" sz="2800" b="1">
                  <a:solidFill>
                    <a:srgbClr val="007A77"/>
                  </a:solidFill>
                  <a:latin typeface="Times New Roman" panose="02020603050405020304" pitchFamily="18" charset="0"/>
                  <a:ea typeface="楷体_GB2312" pitchFamily="49" charset="-122"/>
                  <a:sym typeface="Wingdings" panose="05000000000000000000" pitchFamily="2" charset="2"/>
                </a:rPr>
                <a:t>是 </a:t>
              </a:r>
              <a:r>
                <a:rPr kumimoji="1" lang="en-US" altLang="zh-CN" sz="2800" b="1" i="1">
                  <a:solidFill>
                    <a:srgbClr val="007A77"/>
                  </a:solidFill>
                  <a:latin typeface="Times New Roman" panose="02020603050405020304" pitchFamily="18" charset="0"/>
                  <a:ea typeface="楷体_GB2312" pitchFamily="49" charset="-122"/>
                </a:rPr>
                <a:t>y</a:t>
              </a:r>
              <a:r>
                <a:rPr kumimoji="1" lang="en-US" altLang="zh-CN" sz="2800" b="1" baseline="-25000">
                  <a:solidFill>
                    <a:srgbClr val="007A77"/>
                  </a:solidFill>
                  <a:latin typeface="Times New Roman" panose="02020603050405020304" pitchFamily="18" charset="0"/>
                  <a:ea typeface="楷体_GB2312" pitchFamily="49" charset="-122"/>
                </a:rPr>
                <a:t>1</a:t>
              </a:r>
              <a:r>
                <a:rPr kumimoji="1" lang="en-US" altLang="zh-CN" sz="2800" b="1">
                  <a:solidFill>
                    <a:srgbClr val="007A77"/>
                  </a:solidFill>
                  <a:latin typeface="Times New Roman" panose="02020603050405020304" pitchFamily="18" charset="0"/>
                  <a:ea typeface="楷体_GB2312" pitchFamily="49" charset="-122"/>
                </a:rPr>
                <a:t> , </a:t>
              </a:r>
              <a:r>
                <a:rPr kumimoji="1" lang="en-US" altLang="zh-CN" sz="2800" b="1" i="1">
                  <a:solidFill>
                    <a:srgbClr val="007A77"/>
                  </a:solidFill>
                  <a:latin typeface="Times New Roman" panose="02020603050405020304" pitchFamily="18" charset="0"/>
                  <a:ea typeface="楷体_GB2312" pitchFamily="49" charset="-122"/>
                </a:rPr>
                <a:t>y</a:t>
              </a:r>
              <a:r>
                <a:rPr kumimoji="1" lang="en-US" altLang="zh-CN" sz="2800" b="1" baseline="-25000">
                  <a:solidFill>
                    <a:srgbClr val="007A77"/>
                  </a:solidFill>
                  <a:latin typeface="Times New Roman" panose="02020603050405020304" pitchFamily="18" charset="0"/>
                  <a:ea typeface="楷体_GB2312" pitchFamily="49" charset="-122"/>
                </a:rPr>
                <a:t>2 </a:t>
              </a:r>
              <a:r>
                <a:rPr kumimoji="1" lang="en-US" altLang="zh-CN" sz="2800" b="1">
                  <a:solidFill>
                    <a:srgbClr val="007A77"/>
                  </a:solidFill>
                  <a:latin typeface="Times New Roman" panose="02020603050405020304" pitchFamily="18" charset="0"/>
                  <a:ea typeface="楷体_GB2312" pitchFamily="49" charset="-122"/>
                </a:rPr>
                <a:t>, </a:t>
              </a:r>
              <a:r>
                <a:rPr kumimoji="1" lang="en-US" altLang="en-US" sz="2800" b="1">
                  <a:solidFill>
                    <a:srgbClr val="007A77"/>
                  </a:solidFill>
                  <a:latin typeface="Times New Roman" panose="02020603050405020304" pitchFamily="18" charset="0"/>
                  <a:ea typeface="宋体" panose="02010600030101010101" pitchFamily="2" charset="-122"/>
                </a:rPr>
                <a:t>…</a:t>
              </a: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y</a:t>
              </a:r>
              <a:r>
                <a:rPr kumimoji="1" lang="en-US" altLang="zh-CN" sz="2800" b="1" i="1" baseline="-25000">
                  <a:solidFill>
                    <a:srgbClr val="007A77"/>
                  </a:solidFill>
                  <a:latin typeface="Times New Roman" panose="02020603050405020304" pitchFamily="18" charset="0"/>
                  <a:ea typeface="楷体_GB2312" pitchFamily="49" charset="-122"/>
                </a:rPr>
                <a:t>n </a:t>
              </a:r>
              <a:r>
                <a:rPr kumimoji="1" lang="zh-CN" altLang="en-US" sz="2800" b="1">
                  <a:solidFill>
                    <a:srgbClr val="007A77"/>
                  </a:solidFill>
                  <a:latin typeface="Times New Roman" panose="02020603050405020304" pitchFamily="18" charset="0"/>
                  <a:ea typeface="楷体_GB2312" pitchFamily="49" charset="-122"/>
                </a:rPr>
                <a:t>的线性函数</a:t>
              </a:r>
              <a:r>
                <a:rPr kumimoji="1" lang="en-US" altLang="zh-CN" sz="2800" b="1">
                  <a:solidFill>
                    <a:srgbClr val="007A77"/>
                  </a:solidFill>
                  <a:latin typeface="Times New Roman" panose="02020603050405020304" pitchFamily="18" charset="0"/>
                  <a:ea typeface="楷体_GB2312" pitchFamily="49" charset="-122"/>
                </a:rPr>
                <a:t>.</a:t>
              </a:r>
            </a:p>
          </p:txBody>
        </p:sp>
        <p:graphicFrame>
          <p:nvGraphicFramePr>
            <p:cNvPr id="585745" name="Object 17">
              <a:extLst>
                <a:ext uri="{FF2B5EF4-FFF2-40B4-BE49-F238E27FC236}">
                  <a16:creationId xmlns:a16="http://schemas.microsoft.com/office/drawing/2014/main" id="{4981ECCF-1B0D-4D07-B1FC-97827BB568D3}"/>
                </a:ext>
              </a:extLst>
            </p:cNvPr>
            <p:cNvGraphicFramePr>
              <a:graphicFrameLocks noChangeAspect="1"/>
            </p:cNvGraphicFramePr>
            <p:nvPr/>
          </p:nvGraphicFramePr>
          <p:xfrm>
            <a:off x="612" y="2485"/>
            <a:ext cx="635" cy="424"/>
          </p:xfrm>
          <a:graphic>
            <a:graphicData uri="http://schemas.openxmlformats.org/presentationml/2006/ole">
              <mc:AlternateContent xmlns:mc="http://schemas.openxmlformats.org/markup-compatibility/2006">
                <mc:Choice xmlns:v="urn:schemas-microsoft-com:vml" Requires="v">
                  <p:oleObj spid="_x0000_s5130" name="公式" r:id="rId9" imgW="355320" imgH="241200" progId="Equation.3">
                    <p:embed/>
                  </p:oleObj>
                </mc:Choice>
                <mc:Fallback>
                  <p:oleObj name="公式" r:id="rId9" imgW="355320" imgH="241200" progId="Equation.3">
                    <p:embed/>
                    <p:pic>
                      <p:nvPicPr>
                        <p:cNvPr id="585745" name="Object 17">
                          <a:extLst>
                            <a:ext uri="{FF2B5EF4-FFF2-40B4-BE49-F238E27FC236}">
                              <a16:creationId xmlns:a16="http://schemas.microsoft.com/office/drawing/2014/main" id="{4981ECCF-1B0D-4D07-B1FC-97827BB568D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2" y="2485"/>
                          <a:ext cx="635" cy="4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85746" name="Group 18">
            <a:extLst>
              <a:ext uri="{FF2B5EF4-FFF2-40B4-BE49-F238E27FC236}">
                <a16:creationId xmlns:a16="http://schemas.microsoft.com/office/drawing/2014/main" id="{423ACB1A-9D2A-461B-AC73-29F1F4A7BB04}"/>
              </a:ext>
            </a:extLst>
          </p:cNvPr>
          <p:cNvGrpSpPr>
            <a:grpSpLocks/>
          </p:cNvGrpSpPr>
          <p:nvPr/>
        </p:nvGrpSpPr>
        <p:grpSpPr bwMode="auto">
          <a:xfrm>
            <a:off x="1919288" y="4614863"/>
            <a:ext cx="8280400" cy="1308100"/>
            <a:chOff x="249" y="2907"/>
            <a:chExt cx="5216" cy="824"/>
          </a:xfrm>
        </p:grpSpPr>
        <p:sp>
          <p:nvSpPr>
            <p:cNvPr id="585747" name="Rectangle 19">
              <a:extLst>
                <a:ext uri="{FF2B5EF4-FFF2-40B4-BE49-F238E27FC236}">
                  <a16:creationId xmlns:a16="http://schemas.microsoft.com/office/drawing/2014/main" id="{03E5BFBD-0A67-41D1-872D-B107D379276C}"/>
                </a:ext>
              </a:extLst>
            </p:cNvPr>
            <p:cNvSpPr>
              <a:spLocks noChangeArrowheads="1"/>
            </p:cNvSpPr>
            <p:nvPr/>
          </p:nvSpPr>
          <p:spPr bwMode="auto">
            <a:xfrm>
              <a:off x="249" y="2907"/>
              <a:ext cx="5216" cy="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3)              </a:t>
              </a:r>
              <a:r>
                <a:rPr kumimoji="1" lang="zh-CN" altLang="en-US" sz="2800" b="1">
                  <a:solidFill>
                    <a:srgbClr val="007A77"/>
                  </a:solidFill>
                  <a:latin typeface="Times New Roman" panose="02020603050405020304" pitchFamily="18" charset="0"/>
                  <a:ea typeface="楷体_GB2312" pitchFamily="49" charset="-122"/>
                  <a:sym typeface="Wingdings" panose="05000000000000000000" pitchFamily="2" charset="2"/>
                </a:rPr>
                <a:t>是</a:t>
              </a:r>
              <a:r>
                <a:rPr kumimoji="1" lang="en-US" altLang="zh-CN" sz="2800" b="1" i="1">
                  <a:solidFill>
                    <a:srgbClr val="007A77"/>
                  </a:solidFill>
                  <a:latin typeface="Times New Roman" panose="02020603050405020304" pitchFamily="18" charset="0"/>
                  <a:ea typeface="楷体_GB2312" pitchFamily="49" charset="-122"/>
                </a:rPr>
                <a:t>a</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b</a:t>
              </a:r>
              <a:r>
                <a:rPr kumimoji="1" lang="zh-CN" altLang="en-US" sz="2800" b="1">
                  <a:solidFill>
                    <a:srgbClr val="007A77"/>
                  </a:solidFill>
                  <a:latin typeface="Times New Roman" panose="02020603050405020304" pitchFamily="18" charset="0"/>
                  <a:ea typeface="楷体_GB2312" pitchFamily="49" charset="-122"/>
                </a:rPr>
                <a:t>的无偏估计，且是</a:t>
              </a:r>
              <a:r>
                <a:rPr kumimoji="1" lang="en-US" altLang="zh-CN" sz="2800" b="1" i="1">
                  <a:solidFill>
                    <a:srgbClr val="007A77"/>
                  </a:solidFill>
                  <a:latin typeface="Times New Roman" panose="02020603050405020304" pitchFamily="18" charset="0"/>
                  <a:ea typeface="楷体_GB2312" pitchFamily="49" charset="-122"/>
                </a:rPr>
                <a:t>a</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b</a:t>
              </a:r>
              <a:r>
                <a:rPr kumimoji="1" lang="zh-CN" altLang="en-US" sz="2800" b="1">
                  <a:solidFill>
                    <a:srgbClr val="007A77"/>
                  </a:solidFill>
                  <a:latin typeface="Times New Roman" panose="02020603050405020304" pitchFamily="18" charset="0"/>
                  <a:ea typeface="楷体_GB2312" pitchFamily="49" charset="-122"/>
                </a:rPr>
                <a:t>的一切线性无偏估计量中方差最小的估计量</a:t>
              </a:r>
              <a:r>
                <a:rPr kumimoji="1" lang="en-US" altLang="zh-CN" sz="2800" b="1">
                  <a:solidFill>
                    <a:srgbClr val="007A77"/>
                  </a:solidFill>
                  <a:latin typeface="Times New Roman" panose="02020603050405020304" pitchFamily="18" charset="0"/>
                  <a:ea typeface="楷体_GB2312" pitchFamily="49" charset="-122"/>
                </a:rPr>
                <a:t>.</a:t>
              </a:r>
            </a:p>
          </p:txBody>
        </p:sp>
        <p:graphicFrame>
          <p:nvGraphicFramePr>
            <p:cNvPr id="585748" name="Object 20">
              <a:extLst>
                <a:ext uri="{FF2B5EF4-FFF2-40B4-BE49-F238E27FC236}">
                  <a16:creationId xmlns:a16="http://schemas.microsoft.com/office/drawing/2014/main" id="{044802D1-B6B7-4B20-A378-491EC863B543}"/>
                </a:ext>
              </a:extLst>
            </p:cNvPr>
            <p:cNvGraphicFramePr>
              <a:graphicFrameLocks noChangeAspect="1"/>
            </p:cNvGraphicFramePr>
            <p:nvPr/>
          </p:nvGraphicFramePr>
          <p:xfrm>
            <a:off x="567" y="2976"/>
            <a:ext cx="590" cy="394"/>
          </p:xfrm>
          <a:graphic>
            <a:graphicData uri="http://schemas.openxmlformats.org/presentationml/2006/ole">
              <mc:AlternateContent xmlns:mc="http://schemas.openxmlformats.org/markup-compatibility/2006">
                <mc:Choice xmlns:v="urn:schemas-microsoft-com:vml" Requires="v">
                  <p:oleObj spid="_x0000_s5131" name="公式" r:id="rId10" imgW="355320" imgH="241200" progId="Equation.3">
                    <p:embed/>
                  </p:oleObj>
                </mc:Choice>
                <mc:Fallback>
                  <p:oleObj name="公式" r:id="rId10" imgW="355320" imgH="241200" progId="Equation.3">
                    <p:embed/>
                    <p:pic>
                      <p:nvPicPr>
                        <p:cNvPr id="585748" name="Object 20">
                          <a:extLst>
                            <a:ext uri="{FF2B5EF4-FFF2-40B4-BE49-F238E27FC236}">
                              <a16:creationId xmlns:a16="http://schemas.microsoft.com/office/drawing/2014/main" id="{044802D1-B6B7-4B20-A378-491EC863B54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7" y="2976"/>
                          <a:ext cx="590" cy="3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85734"/>
                                        </p:tgtEl>
                                        <p:attrNameLst>
                                          <p:attrName>style.visibility</p:attrName>
                                        </p:attrNameLst>
                                      </p:cBhvr>
                                      <p:to>
                                        <p:strVal val="visible"/>
                                      </p:to>
                                    </p:set>
                                    <p:animEffect transition="in" filter="wipe(left)">
                                      <p:cBhvr>
                                        <p:cTn id="7" dur="1000"/>
                                        <p:tgtEl>
                                          <p:spTgt spid="585734"/>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585735"/>
                                        </p:tgtEl>
                                        <p:attrNameLst>
                                          <p:attrName>style.visibility</p:attrName>
                                        </p:attrNameLst>
                                      </p:cBhvr>
                                      <p:to>
                                        <p:strVal val="visible"/>
                                      </p:to>
                                    </p:set>
                                    <p:animEffect transition="in" filter="wipe(left)">
                                      <p:cBhvr>
                                        <p:cTn id="11" dur="1000"/>
                                        <p:tgtEl>
                                          <p:spTgt spid="58573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4" fill="hold" nodeType="clickEffect">
                                  <p:stCondLst>
                                    <p:cond delay="0"/>
                                  </p:stCondLst>
                                  <p:childTnLst>
                                    <p:set>
                                      <p:cBhvr>
                                        <p:cTn id="15" dur="1" fill="hold">
                                          <p:stCondLst>
                                            <p:cond delay="0"/>
                                          </p:stCondLst>
                                        </p:cTn>
                                        <p:tgtEl>
                                          <p:spTgt spid="585737"/>
                                        </p:tgtEl>
                                        <p:attrNameLst>
                                          <p:attrName>style.visibility</p:attrName>
                                        </p:attrNameLst>
                                      </p:cBhvr>
                                      <p:to>
                                        <p:strVal val="visible"/>
                                      </p:to>
                                    </p:set>
                                    <p:animEffect transition="in" filter="slide(fromBottom)">
                                      <p:cBhvr>
                                        <p:cTn id="16" dur="1000"/>
                                        <p:tgtEl>
                                          <p:spTgt spid="58573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85738"/>
                                        </p:tgtEl>
                                        <p:attrNameLst>
                                          <p:attrName>style.visibility</p:attrName>
                                        </p:attrNameLst>
                                      </p:cBhvr>
                                      <p:to>
                                        <p:strVal val="visible"/>
                                      </p:to>
                                    </p:set>
                                    <p:animEffect transition="in" filter="wipe(left)">
                                      <p:cBhvr>
                                        <p:cTn id="21" dur="1000"/>
                                        <p:tgtEl>
                                          <p:spTgt spid="585738"/>
                                        </p:tgtEl>
                                      </p:cBhvr>
                                    </p:animEffect>
                                  </p:childTnLst>
                                </p:cTn>
                              </p:par>
                            </p:childTnLst>
                          </p:cTn>
                        </p:par>
                        <p:par>
                          <p:cTn id="22" fill="hold" nodeType="afterGroup">
                            <p:stCondLst>
                              <p:cond delay="1000"/>
                            </p:stCondLst>
                            <p:childTnLst>
                              <p:par>
                                <p:cTn id="23" presetID="12" presetClass="entr" presetSubtype="2" fill="hold" nodeType="afterEffect">
                                  <p:stCondLst>
                                    <p:cond delay="0"/>
                                  </p:stCondLst>
                                  <p:childTnLst>
                                    <p:set>
                                      <p:cBhvr>
                                        <p:cTn id="24" dur="1" fill="hold">
                                          <p:stCondLst>
                                            <p:cond delay="0"/>
                                          </p:stCondLst>
                                        </p:cTn>
                                        <p:tgtEl>
                                          <p:spTgt spid="585739"/>
                                        </p:tgtEl>
                                        <p:attrNameLst>
                                          <p:attrName>style.visibility</p:attrName>
                                        </p:attrNameLst>
                                      </p:cBhvr>
                                      <p:to>
                                        <p:strVal val="visible"/>
                                      </p:to>
                                    </p:set>
                                    <p:animEffect transition="in" filter="slide(fromRight)">
                                      <p:cBhvr>
                                        <p:cTn id="25" dur="1000"/>
                                        <p:tgtEl>
                                          <p:spTgt spid="58573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85736"/>
                                        </p:tgtEl>
                                        <p:attrNameLst>
                                          <p:attrName>style.visibility</p:attrName>
                                        </p:attrNameLst>
                                      </p:cBhvr>
                                      <p:to>
                                        <p:strVal val="visible"/>
                                      </p:to>
                                    </p:set>
                                    <p:animEffect transition="in" filter="wipe(left)">
                                      <p:cBhvr>
                                        <p:cTn id="30" dur="500"/>
                                        <p:tgtEl>
                                          <p:spTgt spid="585736"/>
                                        </p:tgtEl>
                                      </p:cBhvr>
                                    </p:animEffect>
                                  </p:childTnLst>
                                </p:cTn>
                              </p:par>
                            </p:childTnLst>
                          </p:cTn>
                        </p:par>
                        <p:par>
                          <p:cTn id="31" fill="hold" nodeType="afterGroup">
                            <p:stCondLst>
                              <p:cond delay="500"/>
                            </p:stCondLst>
                            <p:childTnLst>
                              <p:par>
                                <p:cTn id="32" presetID="12" presetClass="entr" presetSubtype="4" fill="hold" nodeType="afterEffect">
                                  <p:stCondLst>
                                    <p:cond delay="0"/>
                                  </p:stCondLst>
                                  <p:childTnLst>
                                    <p:set>
                                      <p:cBhvr>
                                        <p:cTn id="33" dur="1" fill="hold">
                                          <p:stCondLst>
                                            <p:cond delay="0"/>
                                          </p:stCondLst>
                                        </p:cTn>
                                        <p:tgtEl>
                                          <p:spTgt spid="585740"/>
                                        </p:tgtEl>
                                        <p:attrNameLst>
                                          <p:attrName>style.visibility</p:attrName>
                                        </p:attrNameLst>
                                      </p:cBhvr>
                                      <p:to>
                                        <p:strVal val="visible"/>
                                      </p:to>
                                    </p:set>
                                    <p:animEffect transition="in" filter="slide(fromBottom)">
                                      <p:cBhvr>
                                        <p:cTn id="34" dur="1000"/>
                                        <p:tgtEl>
                                          <p:spTgt spid="58574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4" fill="hold" nodeType="clickEffect">
                                  <p:stCondLst>
                                    <p:cond delay="0"/>
                                  </p:stCondLst>
                                  <p:childTnLst>
                                    <p:set>
                                      <p:cBhvr>
                                        <p:cTn id="38" dur="1" fill="hold">
                                          <p:stCondLst>
                                            <p:cond delay="0"/>
                                          </p:stCondLst>
                                        </p:cTn>
                                        <p:tgtEl>
                                          <p:spTgt spid="585743"/>
                                        </p:tgtEl>
                                        <p:attrNameLst>
                                          <p:attrName>style.visibility</p:attrName>
                                        </p:attrNameLst>
                                      </p:cBhvr>
                                      <p:to>
                                        <p:strVal val="visible"/>
                                      </p:to>
                                    </p:set>
                                    <p:animEffect transition="in" filter="slide(fromBottom)">
                                      <p:cBhvr>
                                        <p:cTn id="39" dur="1000"/>
                                        <p:tgtEl>
                                          <p:spTgt spid="58574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2" presetClass="entr" presetSubtype="4" fill="hold" nodeType="clickEffect">
                                  <p:stCondLst>
                                    <p:cond delay="0"/>
                                  </p:stCondLst>
                                  <p:childTnLst>
                                    <p:set>
                                      <p:cBhvr>
                                        <p:cTn id="43" dur="1" fill="hold">
                                          <p:stCondLst>
                                            <p:cond delay="0"/>
                                          </p:stCondLst>
                                        </p:cTn>
                                        <p:tgtEl>
                                          <p:spTgt spid="585746"/>
                                        </p:tgtEl>
                                        <p:attrNameLst>
                                          <p:attrName>style.visibility</p:attrName>
                                        </p:attrNameLst>
                                      </p:cBhvr>
                                      <p:to>
                                        <p:strVal val="visible"/>
                                      </p:to>
                                    </p:set>
                                    <p:animEffect transition="in" filter="slide(fromBottom)">
                                      <p:cBhvr>
                                        <p:cTn id="44" dur="1000"/>
                                        <p:tgtEl>
                                          <p:spTgt spid="585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734" grpId="0"/>
      <p:bldP spid="585735" grpId="0"/>
      <p:bldP spid="585736" grpId="0"/>
      <p:bldP spid="58573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a:extLst>
              <a:ext uri="{FF2B5EF4-FFF2-40B4-BE49-F238E27FC236}">
                <a16:creationId xmlns:a16="http://schemas.microsoft.com/office/drawing/2014/main" id="{89B2FDED-FD34-40AC-B226-8D4EA69BD1D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86755" name="Rectangle 3">
            <a:extLst>
              <a:ext uri="{FF2B5EF4-FFF2-40B4-BE49-F238E27FC236}">
                <a16:creationId xmlns:a16="http://schemas.microsoft.com/office/drawing/2014/main" id="{A8560B8E-C825-4B13-B0A5-E1FFC927DDDA}"/>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86756" name="Rectangle 4">
            <a:extLst>
              <a:ext uri="{FF2B5EF4-FFF2-40B4-BE49-F238E27FC236}">
                <a16:creationId xmlns:a16="http://schemas.microsoft.com/office/drawing/2014/main" id="{12DE088F-C593-44E1-A042-0449D8FCB374}"/>
              </a:ext>
            </a:extLst>
          </p:cNvPr>
          <p:cNvSpPr>
            <a:spLocks noChangeArrowheads="1"/>
          </p:cNvSpPr>
          <p:nvPr/>
        </p:nvSpPr>
        <p:spPr bwMode="auto">
          <a:xfrm>
            <a:off x="-323850" y="291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86757" name="Rectangle 5">
            <a:extLst>
              <a:ext uri="{FF2B5EF4-FFF2-40B4-BE49-F238E27FC236}">
                <a16:creationId xmlns:a16="http://schemas.microsoft.com/office/drawing/2014/main" id="{1B14D47B-2564-473F-9EC7-3D7F17E84996}"/>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86758" name="Rectangle 6">
            <a:extLst>
              <a:ext uri="{FF2B5EF4-FFF2-40B4-BE49-F238E27FC236}">
                <a16:creationId xmlns:a16="http://schemas.microsoft.com/office/drawing/2014/main" id="{091D385D-426B-4A85-A083-4551E96FACE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graphicFrame>
        <p:nvGraphicFramePr>
          <p:cNvPr id="586759" name="Object 7">
            <a:extLst>
              <a:ext uri="{FF2B5EF4-FFF2-40B4-BE49-F238E27FC236}">
                <a16:creationId xmlns:a16="http://schemas.microsoft.com/office/drawing/2014/main" id="{ECF42111-32B1-4E7D-BBEB-77090039373F}"/>
              </a:ext>
            </a:extLst>
          </p:cNvPr>
          <p:cNvGraphicFramePr>
            <a:graphicFrameLocks noChangeAspect="1"/>
          </p:cNvGraphicFramePr>
          <p:nvPr/>
        </p:nvGraphicFramePr>
        <p:xfrm>
          <a:off x="4943475" y="3213101"/>
          <a:ext cx="2520950" cy="1063625"/>
        </p:xfrm>
        <a:graphic>
          <a:graphicData uri="http://schemas.openxmlformats.org/presentationml/2006/ole">
            <mc:AlternateContent xmlns:mc="http://schemas.openxmlformats.org/markup-compatibility/2006">
              <mc:Choice xmlns:v="urn:schemas-microsoft-com:vml" Requires="v">
                <p:oleObj spid="_x0000_s6152" name="公式" r:id="rId3" imgW="1015920" imgH="431640" progId="Equation.3">
                  <p:embed/>
                </p:oleObj>
              </mc:Choice>
              <mc:Fallback>
                <p:oleObj name="公式" r:id="rId3" imgW="1015920" imgH="431640" progId="Equation.3">
                  <p:embed/>
                  <p:pic>
                    <p:nvPicPr>
                      <p:cNvPr id="586759" name="Object 7">
                        <a:extLst>
                          <a:ext uri="{FF2B5EF4-FFF2-40B4-BE49-F238E27FC236}">
                            <a16:creationId xmlns:a16="http://schemas.microsoft.com/office/drawing/2014/main" id="{ECF42111-32B1-4E7D-BBEB-7709003937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3475" y="3213101"/>
                        <a:ext cx="2520950" cy="1063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6760" name="Rectangle 8">
            <a:extLst>
              <a:ext uri="{FF2B5EF4-FFF2-40B4-BE49-F238E27FC236}">
                <a16:creationId xmlns:a16="http://schemas.microsoft.com/office/drawing/2014/main" id="{12DEE857-48AE-4B94-B792-062BA52B3440}"/>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86761" name="Rectangle 9">
            <a:extLst>
              <a:ext uri="{FF2B5EF4-FFF2-40B4-BE49-F238E27FC236}">
                <a16:creationId xmlns:a16="http://schemas.microsoft.com/office/drawing/2014/main" id="{0C50D1CE-8BCD-49FD-AB1D-6A0170A6ACBB}"/>
              </a:ext>
            </a:extLst>
          </p:cNvPr>
          <p:cNvSpPr>
            <a:spLocks noChangeArrowheads="1"/>
          </p:cNvSpPr>
          <p:nvPr/>
        </p:nvSpPr>
        <p:spPr bwMode="auto">
          <a:xfrm>
            <a:off x="1524001" y="2956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86762" name="Rectangle 10">
            <a:extLst>
              <a:ext uri="{FF2B5EF4-FFF2-40B4-BE49-F238E27FC236}">
                <a16:creationId xmlns:a16="http://schemas.microsoft.com/office/drawing/2014/main" id="{CDDD3128-F848-4214-A004-2E3B5C7B3ACF}"/>
              </a:ext>
            </a:extLst>
          </p:cNvPr>
          <p:cNvSpPr>
            <a:spLocks noChangeArrowheads="1"/>
          </p:cNvSpPr>
          <p:nvPr/>
        </p:nvSpPr>
        <p:spPr bwMode="auto">
          <a:xfrm>
            <a:off x="1774826" y="2060576"/>
            <a:ext cx="54721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回归直线的两个重要特征：</a:t>
            </a:r>
          </a:p>
        </p:txBody>
      </p:sp>
      <p:grpSp>
        <p:nvGrpSpPr>
          <p:cNvPr id="586763" name="Group 11">
            <a:extLst>
              <a:ext uri="{FF2B5EF4-FFF2-40B4-BE49-F238E27FC236}">
                <a16:creationId xmlns:a16="http://schemas.microsoft.com/office/drawing/2014/main" id="{0E168E9B-A453-41CD-BD38-36F87ABBF22B}"/>
              </a:ext>
            </a:extLst>
          </p:cNvPr>
          <p:cNvGrpSpPr>
            <a:grpSpLocks/>
          </p:cNvGrpSpPr>
          <p:nvPr/>
        </p:nvGrpSpPr>
        <p:grpSpPr bwMode="auto">
          <a:xfrm>
            <a:off x="1524000" y="2565401"/>
            <a:ext cx="7416800" cy="719138"/>
            <a:chOff x="0" y="709"/>
            <a:chExt cx="4672" cy="453"/>
          </a:xfrm>
        </p:grpSpPr>
        <p:sp>
          <p:nvSpPr>
            <p:cNvPr id="586764" name="Rectangle 12">
              <a:extLst>
                <a:ext uri="{FF2B5EF4-FFF2-40B4-BE49-F238E27FC236}">
                  <a16:creationId xmlns:a16="http://schemas.microsoft.com/office/drawing/2014/main" id="{D2B7F8F7-CCCF-4F07-9CE1-2ABD94515271}"/>
                </a:ext>
              </a:extLst>
            </p:cNvPr>
            <p:cNvSpPr>
              <a:spLocks noChangeArrowheads="1"/>
            </p:cNvSpPr>
            <p:nvPr/>
          </p:nvSpPr>
          <p:spPr bwMode="auto">
            <a:xfrm>
              <a:off x="0" y="709"/>
              <a:ext cx="4672" cy="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20000"/>
                </a:spcBef>
                <a:spcAft>
                  <a:spcPct val="0"/>
                </a:spcAft>
              </a:pPr>
              <a:r>
                <a:rPr kumimoji="1" lang="en-US" altLang="zh-CN" sz="2800" b="1">
                  <a:solidFill>
                    <a:srgbClr val="007A77"/>
                  </a:solidFill>
                  <a:latin typeface="Times New Roman" panose="02020603050405020304" pitchFamily="18" charset="0"/>
                  <a:ea typeface="楷体_GB2312" pitchFamily="49" charset="-122"/>
                </a:rPr>
                <a:t>1</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y</a:t>
              </a:r>
              <a:r>
                <a:rPr kumimoji="1" lang="en-US" altLang="zh-CN" sz="2800" b="1" i="1" baseline="-25000">
                  <a:solidFill>
                    <a:srgbClr val="007A77"/>
                  </a:solidFill>
                  <a:latin typeface="Times New Roman" panose="02020603050405020304" pitchFamily="18" charset="0"/>
                  <a:ea typeface="楷体_GB2312" pitchFamily="49" charset="-122"/>
                </a:rPr>
                <a:t>i </a:t>
              </a:r>
              <a:r>
                <a:rPr kumimoji="1" lang="zh-CN" altLang="en-US" sz="2800" b="1">
                  <a:solidFill>
                    <a:srgbClr val="007A77"/>
                  </a:solidFill>
                  <a:latin typeface="Times New Roman" panose="02020603050405020304" pitchFamily="18" charset="0"/>
                  <a:ea typeface="楷体_GB2312" pitchFamily="49" charset="-122"/>
                </a:rPr>
                <a:t>偏离回归值    的总和为零，即</a:t>
              </a:r>
            </a:p>
          </p:txBody>
        </p:sp>
        <p:graphicFrame>
          <p:nvGraphicFramePr>
            <p:cNvPr id="586765" name="Object 13">
              <a:extLst>
                <a:ext uri="{FF2B5EF4-FFF2-40B4-BE49-F238E27FC236}">
                  <a16:creationId xmlns:a16="http://schemas.microsoft.com/office/drawing/2014/main" id="{21F76B58-1BA5-4EC2-87A9-5798470396A7}"/>
                </a:ext>
              </a:extLst>
            </p:cNvPr>
            <p:cNvGraphicFramePr>
              <a:graphicFrameLocks noChangeAspect="1"/>
            </p:cNvGraphicFramePr>
            <p:nvPr/>
          </p:nvGraphicFramePr>
          <p:xfrm>
            <a:off x="1701" y="845"/>
            <a:ext cx="242" cy="317"/>
          </p:xfrm>
          <a:graphic>
            <a:graphicData uri="http://schemas.openxmlformats.org/presentationml/2006/ole">
              <mc:AlternateContent xmlns:mc="http://schemas.openxmlformats.org/markup-compatibility/2006">
                <mc:Choice xmlns:v="urn:schemas-microsoft-com:vml" Requires="v">
                  <p:oleObj spid="_x0000_s6153" name="公式" r:id="rId5" imgW="177480" imgH="228600" progId="Equation.3">
                    <p:embed/>
                  </p:oleObj>
                </mc:Choice>
                <mc:Fallback>
                  <p:oleObj name="公式" r:id="rId5" imgW="177480" imgH="228600" progId="Equation.3">
                    <p:embed/>
                    <p:pic>
                      <p:nvPicPr>
                        <p:cNvPr id="586765" name="Object 13">
                          <a:extLst>
                            <a:ext uri="{FF2B5EF4-FFF2-40B4-BE49-F238E27FC236}">
                              <a16:creationId xmlns:a16="http://schemas.microsoft.com/office/drawing/2014/main" id="{21F76B58-1BA5-4EC2-87A9-5798470396A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1" y="845"/>
                          <a:ext cx="242" cy="3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86766" name="Group 14">
            <a:extLst>
              <a:ext uri="{FF2B5EF4-FFF2-40B4-BE49-F238E27FC236}">
                <a16:creationId xmlns:a16="http://schemas.microsoft.com/office/drawing/2014/main" id="{CB94BC2E-5F51-4C77-A7E0-9493AD6CDDE0}"/>
              </a:ext>
            </a:extLst>
          </p:cNvPr>
          <p:cNvGrpSpPr>
            <a:grpSpLocks/>
          </p:cNvGrpSpPr>
          <p:nvPr/>
        </p:nvGrpSpPr>
        <p:grpSpPr bwMode="auto">
          <a:xfrm>
            <a:off x="1774826" y="4076700"/>
            <a:ext cx="7954963" cy="781050"/>
            <a:chOff x="0" y="1480"/>
            <a:chExt cx="5011" cy="492"/>
          </a:xfrm>
        </p:grpSpPr>
        <p:sp>
          <p:nvSpPr>
            <p:cNvPr id="586767" name="Rectangle 15">
              <a:extLst>
                <a:ext uri="{FF2B5EF4-FFF2-40B4-BE49-F238E27FC236}">
                  <a16:creationId xmlns:a16="http://schemas.microsoft.com/office/drawing/2014/main" id="{79BB8827-EBEE-4FC6-B2CA-7AE643F8A46B}"/>
                </a:ext>
              </a:extLst>
            </p:cNvPr>
            <p:cNvSpPr>
              <a:spLocks noChangeArrowheads="1"/>
            </p:cNvSpPr>
            <p:nvPr/>
          </p:nvSpPr>
          <p:spPr bwMode="auto">
            <a:xfrm>
              <a:off x="0" y="1480"/>
              <a:ext cx="3221" cy="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20000"/>
                </a:spcBef>
                <a:spcAft>
                  <a:spcPct val="0"/>
                </a:spcAft>
              </a:pPr>
              <a:r>
                <a:rPr kumimoji="1" lang="en-US" altLang="zh-CN" sz="2800" b="1">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）平面上</a:t>
              </a:r>
              <a:r>
                <a:rPr kumimoji="1" lang="en-US" altLang="zh-CN" sz="2800" b="1" i="1">
                  <a:solidFill>
                    <a:srgbClr val="007A77"/>
                  </a:solidFill>
                  <a:latin typeface="Times New Roman" panose="02020603050405020304" pitchFamily="18" charset="0"/>
                  <a:ea typeface="楷体_GB2312" pitchFamily="49" charset="-122"/>
                </a:rPr>
                <a:t>n</a:t>
              </a:r>
              <a:r>
                <a:rPr kumimoji="1" lang="zh-CN" altLang="en-US" sz="2800" b="1">
                  <a:solidFill>
                    <a:srgbClr val="007A77"/>
                  </a:solidFill>
                  <a:latin typeface="Times New Roman" panose="02020603050405020304" pitchFamily="18" charset="0"/>
                  <a:ea typeface="楷体_GB2312" pitchFamily="49" charset="-122"/>
                </a:rPr>
                <a:t>个点</a:t>
              </a:r>
            </a:p>
          </p:txBody>
        </p:sp>
        <p:graphicFrame>
          <p:nvGraphicFramePr>
            <p:cNvPr id="586768" name="Object 16">
              <a:extLst>
                <a:ext uri="{FF2B5EF4-FFF2-40B4-BE49-F238E27FC236}">
                  <a16:creationId xmlns:a16="http://schemas.microsoft.com/office/drawing/2014/main" id="{97AD3409-DCC5-4B8D-A978-A552504EFA07}"/>
                </a:ext>
              </a:extLst>
            </p:cNvPr>
            <p:cNvGraphicFramePr>
              <a:graphicFrameLocks noChangeAspect="1"/>
            </p:cNvGraphicFramePr>
            <p:nvPr/>
          </p:nvGraphicFramePr>
          <p:xfrm>
            <a:off x="1791" y="1570"/>
            <a:ext cx="3220" cy="402"/>
          </p:xfrm>
          <a:graphic>
            <a:graphicData uri="http://schemas.openxmlformats.org/presentationml/2006/ole">
              <mc:AlternateContent xmlns:mc="http://schemas.openxmlformats.org/markup-compatibility/2006">
                <mc:Choice xmlns:v="urn:schemas-microsoft-com:vml" Requires="v">
                  <p:oleObj spid="_x0000_s6154" name="公式" r:id="rId7" imgW="1828800" imgH="228600" progId="Equation.3">
                    <p:embed/>
                  </p:oleObj>
                </mc:Choice>
                <mc:Fallback>
                  <p:oleObj name="公式" r:id="rId7" imgW="1828800" imgH="228600" progId="Equation.3">
                    <p:embed/>
                    <p:pic>
                      <p:nvPicPr>
                        <p:cNvPr id="586768" name="Object 16">
                          <a:extLst>
                            <a:ext uri="{FF2B5EF4-FFF2-40B4-BE49-F238E27FC236}">
                              <a16:creationId xmlns:a16="http://schemas.microsoft.com/office/drawing/2014/main" id="{97AD3409-DCC5-4B8D-A978-A552504EFA0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1" y="1570"/>
                          <a:ext cx="3220" cy="4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86769" name="Group 17">
            <a:extLst>
              <a:ext uri="{FF2B5EF4-FFF2-40B4-BE49-F238E27FC236}">
                <a16:creationId xmlns:a16="http://schemas.microsoft.com/office/drawing/2014/main" id="{7CEC64E5-83CB-46EC-BABB-BE02BD7EE26A}"/>
              </a:ext>
            </a:extLst>
          </p:cNvPr>
          <p:cNvGrpSpPr>
            <a:grpSpLocks/>
          </p:cNvGrpSpPr>
          <p:nvPr/>
        </p:nvGrpSpPr>
        <p:grpSpPr bwMode="auto">
          <a:xfrm>
            <a:off x="1774825" y="4941890"/>
            <a:ext cx="7201952" cy="712788"/>
            <a:chOff x="113" y="2024"/>
            <a:chExt cx="3890" cy="449"/>
          </a:xfrm>
        </p:grpSpPr>
        <p:sp>
          <p:nvSpPr>
            <p:cNvPr id="586770" name="Rectangle 18">
              <a:extLst>
                <a:ext uri="{FF2B5EF4-FFF2-40B4-BE49-F238E27FC236}">
                  <a16:creationId xmlns:a16="http://schemas.microsoft.com/office/drawing/2014/main" id="{0C61CD7F-34CB-4082-9C79-72D48887A115}"/>
                </a:ext>
              </a:extLst>
            </p:cNvPr>
            <p:cNvSpPr>
              <a:spLocks noChangeArrowheads="1"/>
            </p:cNvSpPr>
            <p:nvPr/>
          </p:nvSpPr>
          <p:spPr bwMode="auto">
            <a:xfrm>
              <a:off x="2109" y="2024"/>
              <a:ext cx="1894" cy="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150000"/>
                </a:lnSpc>
                <a:spcBef>
                  <a:spcPct val="20000"/>
                </a:spcBef>
                <a:spcAft>
                  <a:spcPct val="0"/>
                </a:spcAft>
              </a:pPr>
              <a:r>
                <a:rPr kumimoji="1" lang="zh-CN" altLang="en-US" sz="2800" b="1">
                  <a:solidFill>
                    <a:srgbClr val="007A77"/>
                  </a:solidFill>
                  <a:latin typeface="Times New Roman" panose="02020603050405020304" pitchFamily="18" charset="0"/>
                  <a:ea typeface="楷体_GB2312" pitchFamily="49" charset="-122"/>
                </a:rPr>
                <a:t>落在回归直线上。即 </a:t>
              </a:r>
            </a:p>
          </p:txBody>
        </p:sp>
        <p:sp>
          <p:nvSpPr>
            <p:cNvPr id="586771" name="Rectangle 19">
              <a:extLst>
                <a:ext uri="{FF2B5EF4-FFF2-40B4-BE49-F238E27FC236}">
                  <a16:creationId xmlns:a16="http://schemas.microsoft.com/office/drawing/2014/main" id="{FC016C15-1BF7-4239-97A7-C12C1543312B}"/>
                </a:ext>
              </a:extLst>
            </p:cNvPr>
            <p:cNvSpPr>
              <a:spLocks noChangeArrowheads="1"/>
            </p:cNvSpPr>
            <p:nvPr/>
          </p:nvSpPr>
          <p:spPr bwMode="auto">
            <a:xfrm>
              <a:off x="113" y="2115"/>
              <a:ext cx="10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的几何中心</a:t>
              </a:r>
            </a:p>
          </p:txBody>
        </p:sp>
        <p:graphicFrame>
          <p:nvGraphicFramePr>
            <p:cNvPr id="586772" name="Object 20">
              <a:extLst>
                <a:ext uri="{FF2B5EF4-FFF2-40B4-BE49-F238E27FC236}">
                  <a16:creationId xmlns:a16="http://schemas.microsoft.com/office/drawing/2014/main" id="{B8BB44E5-33F0-47BF-992F-46AB650BCF7C}"/>
                </a:ext>
              </a:extLst>
            </p:cNvPr>
            <p:cNvGraphicFramePr>
              <a:graphicFrameLocks noChangeAspect="1"/>
            </p:cNvGraphicFramePr>
            <p:nvPr/>
          </p:nvGraphicFramePr>
          <p:xfrm>
            <a:off x="1383" y="2115"/>
            <a:ext cx="726" cy="358"/>
          </p:xfrm>
          <a:graphic>
            <a:graphicData uri="http://schemas.openxmlformats.org/presentationml/2006/ole">
              <mc:AlternateContent xmlns:mc="http://schemas.openxmlformats.org/markup-compatibility/2006">
                <mc:Choice xmlns:v="urn:schemas-microsoft-com:vml" Requires="v">
                  <p:oleObj spid="_x0000_s6155" name="公式" r:id="rId9" imgW="406080" imgH="203040" progId="Equation.3">
                    <p:embed/>
                  </p:oleObj>
                </mc:Choice>
                <mc:Fallback>
                  <p:oleObj name="公式" r:id="rId9" imgW="406080" imgH="203040" progId="Equation.3">
                    <p:embed/>
                    <p:pic>
                      <p:nvPicPr>
                        <p:cNvPr id="586772" name="Object 20">
                          <a:extLst>
                            <a:ext uri="{FF2B5EF4-FFF2-40B4-BE49-F238E27FC236}">
                              <a16:creationId xmlns:a16="http://schemas.microsoft.com/office/drawing/2014/main" id="{B8BB44E5-33F0-47BF-992F-46AB650BCF7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83" y="2115"/>
                          <a:ext cx="726" cy="3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586773" name="Object 21">
            <a:extLst>
              <a:ext uri="{FF2B5EF4-FFF2-40B4-BE49-F238E27FC236}">
                <a16:creationId xmlns:a16="http://schemas.microsoft.com/office/drawing/2014/main" id="{99726F3A-4B40-4C90-A73B-269E981C07E3}"/>
              </a:ext>
            </a:extLst>
          </p:cNvPr>
          <p:cNvGraphicFramePr>
            <a:graphicFrameLocks noChangeAspect="1"/>
          </p:cNvGraphicFramePr>
          <p:nvPr/>
        </p:nvGraphicFramePr>
        <p:xfrm>
          <a:off x="4800600" y="5734050"/>
          <a:ext cx="1968500" cy="666750"/>
        </p:xfrm>
        <a:graphic>
          <a:graphicData uri="http://schemas.openxmlformats.org/presentationml/2006/ole">
            <mc:AlternateContent xmlns:mc="http://schemas.openxmlformats.org/markup-compatibility/2006">
              <mc:Choice xmlns:v="urn:schemas-microsoft-com:vml" Requires="v">
                <p:oleObj spid="_x0000_s6156" name="公式" r:id="rId11" imgW="698400" imgH="241200" progId="Equation.3">
                  <p:embed/>
                </p:oleObj>
              </mc:Choice>
              <mc:Fallback>
                <p:oleObj name="公式" r:id="rId11" imgW="698400" imgH="241200" progId="Equation.3">
                  <p:embed/>
                  <p:pic>
                    <p:nvPicPr>
                      <p:cNvPr id="586773" name="Object 21">
                        <a:extLst>
                          <a:ext uri="{FF2B5EF4-FFF2-40B4-BE49-F238E27FC236}">
                            <a16:creationId xmlns:a16="http://schemas.microsoft.com/office/drawing/2014/main" id="{99726F3A-4B40-4C90-A73B-269E981C07E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00600" y="5734050"/>
                        <a:ext cx="1968500"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6774" name="Rectangle 22">
            <a:extLst>
              <a:ext uri="{FF2B5EF4-FFF2-40B4-BE49-F238E27FC236}">
                <a16:creationId xmlns:a16="http://schemas.microsoft.com/office/drawing/2014/main" id="{467EF3EC-0907-44A9-BA10-10D1CDF63BCB}"/>
              </a:ext>
            </a:extLst>
          </p:cNvPr>
          <p:cNvSpPr>
            <a:spLocks noChangeArrowheads="1"/>
          </p:cNvSpPr>
          <p:nvPr/>
        </p:nvSpPr>
        <p:spPr bwMode="auto">
          <a:xfrm>
            <a:off x="1524000" y="1161103"/>
            <a:ext cx="8496300"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由</a:t>
            </a:r>
            <a:r>
              <a:rPr kumimoji="1" lang="en-US" altLang="zh-CN" sz="2800" b="1" i="1">
                <a:solidFill>
                  <a:srgbClr val="007A77"/>
                </a:solidFill>
                <a:latin typeface="Times New Roman" panose="02020603050405020304" pitchFamily="18" charset="0"/>
                <a:ea typeface="楷体_GB2312" pitchFamily="49" charset="-122"/>
              </a:rPr>
              <a:t>a</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b </a:t>
            </a:r>
            <a:r>
              <a:rPr kumimoji="1" lang="zh-CN" altLang="en-US" sz="2800" b="1">
                <a:solidFill>
                  <a:srgbClr val="007A77"/>
                </a:solidFill>
                <a:latin typeface="Times New Roman" panose="02020603050405020304" pitchFamily="18" charset="0"/>
                <a:ea typeface="楷体_GB2312" pitchFamily="49" charset="-122"/>
              </a:rPr>
              <a:t>的最小二乘估计的推导过程可得：</a:t>
            </a:r>
            <a:endParaRPr kumimoji="1" lang="zh-CN" altLang="en-US" sz="2800" b="1" i="1">
              <a:solidFill>
                <a:srgbClr val="007A77"/>
              </a:solidFill>
              <a:latin typeface="Times New Roman" panose="02020603050405020304" pitchFamily="18" charset="0"/>
              <a:ea typeface="楷体_GB2312" pitchFamily="49" charset="-122"/>
            </a:endParaRPr>
          </a:p>
        </p:txBody>
      </p:sp>
      <p:grpSp>
        <p:nvGrpSpPr>
          <p:cNvPr id="586775" name="Group 23">
            <a:extLst>
              <a:ext uri="{FF2B5EF4-FFF2-40B4-BE49-F238E27FC236}">
                <a16:creationId xmlns:a16="http://schemas.microsoft.com/office/drawing/2014/main" id="{C22A74CA-4A92-468F-B640-58F46B9B331F}"/>
              </a:ext>
            </a:extLst>
          </p:cNvPr>
          <p:cNvGrpSpPr>
            <a:grpSpLocks/>
          </p:cNvGrpSpPr>
          <p:nvPr/>
        </p:nvGrpSpPr>
        <p:grpSpPr bwMode="auto">
          <a:xfrm>
            <a:off x="1992313" y="476250"/>
            <a:ext cx="9144000" cy="679450"/>
            <a:chOff x="0" y="1142"/>
            <a:chExt cx="5760" cy="428"/>
          </a:xfrm>
        </p:grpSpPr>
        <p:sp>
          <p:nvSpPr>
            <p:cNvPr id="586776" name="Rectangle 24">
              <a:extLst>
                <a:ext uri="{FF2B5EF4-FFF2-40B4-BE49-F238E27FC236}">
                  <a16:creationId xmlns:a16="http://schemas.microsoft.com/office/drawing/2014/main" id="{A225DB0D-97C6-4792-BFD4-46E569C91668}"/>
                </a:ext>
              </a:extLst>
            </p:cNvPr>
            <p:cNvSpPr>
              <a:spLocks noChangeArrowheads="1"/>
            </p:cNvSpPr>
            <p:nvPr/>
          </p:nvSpPr>
          <p:spPr bwMode="auto">
            <a:xfrm>
              <a:off x="0" y="1207"/>
              <a:ext cx="576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称                          为观察值</a:t>
              </a: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y</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en-US" altLang="zh-CN" sz="2800" b="1" i="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的回归值</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i</a:t>
              </a:r>
              <a:r>
                <a:rPr kumimoji="1" lang="en-US" altLang="zh-CN" sz="2800" b="1">
                  <a:solidFill>
                    <a:srgbClr val="007A77"/>
                  </a:solidFill>
                  <a:latin typeface="Times New Roman" panose="02020603050405020304" pitchFamily="18" charset="0"/>
                  <a:ea typeface="楷体_GB2312" pitchFamily="49" charset="-122"/>
                </a:rPr>
                <a:t>=1,2, </a:t>
              </a:r>
              <a:r>
                <a:rPr kumimoji="1" lang="en-US" altLang="en-US" sz="2800" b="1">
                  <a:solidFill>
                    <a:srgbClr val="007A77"/>
                  </a:solidFill>
                  <a:latin typeface="宋体" panose="02010600030101010101" pitchFamily="2" charset="-122"/>
                  <a:ea typeface="宋体" panose="02010600030101010101" pitchFamily="2" charset="-122"/>
                </a:rPr>
                <a:t>…</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n </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a:t>
              </a:r>
            </a:p>
          </p:txBody>
        </p:sp>
        <p:graphicFrame>
          <p:nvGraphicFramePr>
            <p:cNvPr id="586777" name="Object 25">
              <a:extLst>
                <a:ext uri="{FF2B5EF4-FFF2-40B4-BE49-F238E27FC236}">
                  <a16:creationId xmlns:a16="http://schemas.microsoft.com/office/drawing/2014/main" id="{D035976A-97C2-4295-BC93-BE7B5D364876}"/>
                </a:ext>
              </a:extLst>
            </p:cNvPr>
            <p:cNvGraphicFramePr>
              <a:graphicFrameLocks noChangeAspect="1"/>
            </p:cNvGraphicFramePr>
            <p:nvPr/>
          </p:nvGraphicFramePr>
          <p:xfrm>
            <a:off x="295" y="1142"/>
            <a:ext cx="1451" cy="428"/>
          </p:xfrm>
          <a:graphic>
            <a:graphicData uri="http://schemas.openxmlformats.org/presentationml/2006/ole">
              <mc:AlternateContent xmlns:mc="http://schemas.openxmlformats.org/markup-compatibility/2006">
                <mc:Choice xmlns:v="urn:schemas-microsoft-com:vml" Requires="v">
                  <p:oleObj spid="_x0000_s6157" name="公式" r:id="rId13" imgW="787320" imgH="253800" progId="Equation.3">
                    <p:embed/>
                  </p:oleObj>
                </mc:Choice>
                <mc:Fallback>
                  <p:oleObj name="公式" r:id="rId13" imgW="787320" imgH="253800" progId="Equation.3">
                    <p:embed/>
                    <p:pic>
                      <p:nvPicPr>
                        <p:cNvPr id="586777" name="Object 25">
                          <a:extLst>
                            <a:ext uri="{FF2B5EF4-FFF2-40B4-BE49-F238E27FC236}">
                              <a16:creationId xmlns:a16="http://schemas.microsoft.com/office/drawing/2014/main" id="{D035976A-97C2-4295-BC93-BE7B5D36487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5" y="1142"/>
                          <a:ext cx="1451" cy="4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86775"/>
                                        </p:tgtEl>
                                        <p:attrNameLst>
                                          <p:attrName>style.visibility</p:attrName>
                                        </p:attrNameLst>
                                      </p:cBhvr>
                                      <p:to>
                                        <p:strVal val="visible"/>
                                      </p:to>
                                    </p:set>
                                    <p:animEffect transition="in" filter="wipe(left)">
                                      <p:cBhvr>
                                        <p:cTn id="7" dur="1000"/>
                                        <p:tgtEl>
                                          <p:spTgt spid="5867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586774"/>
                                        </p:tgtEl>
                                        <p:attrNameLst>
                                          <p:attrName>style.visibility</p:attrName>
                                        </p:attrNameLst>
                                      </p:cBhvr>
                                      <p:to>
                                        <p:strVal val="visible"/>
                                      </p:to>
                                    </p:set>
                                    <p:animEffect transition="in" filter="slide(fromBottom)">
                                      <p:cBhvr>
                                        <p:cTn id="12" dur="1000"/>
                                        <p:tgtEl>
                                          <p:spTgt spid="586774"/>
                                        </p:tgtEl>
                                      </p:cBhvr>
                                    </p:animEffect>
                                  </p:childTnLst>
                                </p:cTn>
                              </p:par>
                            </p:childTnLst>
                          </p:cTn>
                        </p:par>
                        <p:par>
                          <p:cTn id="13" fill="hold" nodeType="afterGroup">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586762"/>
                                        </p:tgtEl>
                                        <p:attrNameLst>
                                          <p:attrName>style.visibility</p:attrName>
                                        </p:attrNameLst>
                                      </p:cBhvr>
                                      <p:to>
                                        <p:strVal val="visible"/>
                                      </p:to>
                                    </p:set>
                                    <p:animEffect transition="in" filter="wipe(left)">
                                      <p:cBhvr>
                                        <p:cTn id="16" dur="1000"/>
                                        <p:tgtEl>
                                          <p:spTgt spid="58676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586763"/>
                                        </p:tgtEl>
                                        <p:attrNameLst>
                                          <p:attrName>style.visibility</p:attrName>
                                        </p:attrNameLst>
                                      </p:cBhvr>
                                      <p:to>
                                        <p:strVal val="visible"/>
                                      </p:to>
                                    </p:set>
                                    <p:animEffect transition="in" filter="wipe(left)">
                                      <p:cBhvr>
                                        <p:cTn id="21" dur="1000"/>
                                        <p:tgtEl>
                                          <p:spTgt spid="586763"/>
                                        </p:tgtEl>
                                      </p:cBhvr>
                                    </p:animEffect>
                                  </p:childTnLst>
                                </p:cTn>
                              </p:par>
                            </p:childTnLst>
                          </p:cTn>
                        </p:par>
                        <p:par>
                          <p:cTn id="22" fill="hold" nodeType="afterGroup">
                            <p:stCondLst>
                              <p:cond delay="1000"/>
                            </p:stCondLst>
                            <p:childTnLst>
                              <p:par>
                                <p:cTn id="23" presetID="22" presetClass="entr" presetSubtype="8" fill="hold" nodeType="afterEffect">
                                  <p:stCondLst>
                                    <p:cond delay="0"/>
                                  </p:stCondLst>
                                  <p:childTnLst>
                                    <p:set>
                                      <p:cBhvr>
                                        <p:cTn id="24" dur="1" fill="hold">
                                          <p:stCondLst>
                                            <p:cond delay="0"/>
                                          </p:stCondLst>
                                        </p:cTn>
                                        <p:tgtEl>
                                          <p:spTgt spid="586759"/>
                                        </p:tgtEl>
                                        <p:attrNameLst>
                                          <p:attrName>style.visibility</p:attrName>
                                        </p:attrNameLst>
                                      </p:cBhvr>
                                      <p:to>
                                        <p:strVal val="visible"/>
                                      </p:to>
                                    </p:set>
                                    <p:animEffect transition="in" filter="wipe(left)">
                                      <p:cBhvr>
                                        <p:cTn id="25" dur="1000"/>
                                        <p:tgtEl>
                                          <p:spTgt spid="58675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586766"/>
                                        </p:tgtEl>
                                        <p:attrNameLst>
                                          <p:attrName>style.visibility</p:attrName>
                                        </p:attrNameLst>
                                      </p:cBhvr>
                                      <p:to>
                                        <p:strVal val="visible"/>
                                      </p:to>
                                    </p:set>
                                    <p:animEffect transition="in" filter="wipe(left)">
                                      <p:cBhvr>
                                        <p:cTn id="30" dur="1000"/>
                                        <p:tgtEl>
                                          <p:spTgt spid="586766"/>
                                        </p:tgtEl>
                                      </p:cBhvr>
                                    </p:animEffect>
                                  </p:childTnLst>
                                </p:cTn>
                              </p:par>
                            </p:childTnLst>
                          </p:cTn>
                        </p:par>
                        <p:par>
                          <p:cTn id="31" fill="hold" nodeType="afterGroup">
                            <p:stCondLst>
                              <p:cond delay="1000"/>
                            </p:stCondLst>
                            <p:childTnLst>
                              <p:par>
                                <p:cTn id="32" presetID="22" presetClass="entr" presetSubtype="8" fill="hold" nodeType="afterEffect">
                                  <p:stCondLst>
                                    <p:cond delay="0"/>
                                  </p:stCondLst>
                                  <p:childTnLst>
                                    <p:set>
                                      <p:cBhvr>
                                        <p:cTn id="33" dur="1" fill="hold">
                                          <p:stCondLst>
                                            <p:cond delay="0"/>
                                          </p:stCondLst>
                                        </p:cTn>
                                        <p:tgtEl>
                                          <p:spTgt spid="586769"/>
                                        </p:tgtEl>
                                        <p:attrNameLst>
                                          <p:attrName>style.visibility</p:attrName>
                                        </p:attrNameLst>
                                      </p:cBhvr>
                                      <p:to>
                                        <p:strVal val="visible"/>
                                      </p:to>
                                    </p:set>
                                    <p:animEffect transition="in" filter="wipe(left)">
                                      <p:cBhvr>
                                        <p:cTn id="34" dur="1000"/>
                                        <p:tgtEl>
                                          <p:spTgt spid="586769"/>
                                        </p:tgtEl>
                                      </p:cBhvr>
                                    </p:animEffect>
                                  </p:childTnLst>
                                </p:cTn>
                              </p:par>
                            </p:childTnLst>
                          </p:cTn>
                        </p:par>
                        <p:par>
                          <p:cTn id="35" fill="hold" nodeType="afterGroup">
                            <p:stCondLst>
                              <p:cond delay="2000"/>
                            </p:stCondLst>
                            <p:childTnLst>
                              <p:par>
                                <p:cTn id="36" presetID="22" presetClass="entr" presetSubtype="8" fill="hold" nodeType="afterEffect">
                                  <p:stCondLst>
                                    <p:cond delay="0"/>
                                  </p:stCondLst>
                                  <p:childTnLst>
                                    <p:set>
                                      <p:cBhvr>
                                        <p:cTn id="37" dur="1" fill="hold">
                                          <p:stCondLst>
                                            <p:cond delay="0"/>
                                          </p:stCondLst>
                                        </p:cTn>
                                        <p:tgtEl>
                                          <p:spTgt spid="586773"/>
                                        </p:tgtEl>
                                        <p:attrNameLst>
                                          <p:attrName>style.visibility</p:attrName>
                                        </p:attrNameLst>
                                      </p:cBhvr>
                                      <p:to>
                                        <p:strVal val="visible"/>
                                      </p:to>
                                    </p:set>
                                    <p:animEffect transition="in" filter="wipe(left)">
                                      <p:cBhvr>
                                        <p:cTn id="38" dur="1000"/>
                                        <p:tgtEl>
                                          <p:spTgt spid="5867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6762" grpId="0"/>
      <p:bldP spid="58677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a:extLst>
              <a:ext uri="{FF2B5EF4-FFF2-40B4-BE49-F238E27FC236}">
                <a16:creationId xmlns:a16="http://schemas.microsoft.com/office/drawing/2014/main" id="{BF2FF3CC-E7BF-4859-B33C-83861B69A917}"/>
              </a:ext>
            </a:extLst>
          </p:cNvPr>
          <p:cNvSpPr>
            <a:spLocks noChangeArrowheads="1"/>
          </p:cNvSpPr>
          <p:nvPr/>
        </p:nvSpPr>
        <p:spPr bwMode="auto">
          <a:xfrm>
            <a:off x="1524000" y="981076"/>
            <a:ext cx="8713788" cy="1400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1. </a:t>
            </a:r>
            <a:r>
              <a:rPr kumimoji="1" lang="zh-CN" altLang="en-US" sz="2800" b="1">
                <a:solidFill>
                  <a:srgbClr val="007A77"/>
                </a:solidFill>
                <a:latin typeface="Times New Roman" panose="02020603050405020304" pitchFamily="18" charset="0"/>
                <a:ea typeface="楷体_GB2312" pitchFamily="49" charset="-122"/>
              </a:rPr>
              <a:t>记录市场上某种商品的价格 </a:t>
            </a:r>
            <a:r>
              <a:rPr kumimoji="1" lang="en-US" altLang="zh-CN" sz="2800" b="1" i="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与实际供给量 </a:t>
            </a:r>
            <a:r>
              <a:rPr kumimoji="1" lang="en-US" altLang="zh-CN" sz="2800" b="1" i="1">
                <a:solidFill>
                  <a:srgbClr val="007A77"/>
                </a:solidFill>
                <a:latin typeface="Times New Roman" panose="02020603050405020304" pitchFamily="18" charset="0"/>
                <a:ea typeface="楷体_GB2312" pitchFamily="49" charset="-122"/>
              </a:rPr>
              <a:t>y </a:t>
            </a:r>
            <a:r>
              <a:rPr kumimoji="1" lang="zh-CN" altLang="en-US" sz="2800" b="1">
                <a:solidFill>
                  <a:srgbClr val="007A77"/>
                </a:solidFill>
                <a:latin typeface="Times New Roman" panose="02020603050405020304" pitchFamily="18" charset="0"/>
                <a:ea typeface="楷体_GB2312" pitchFamily="49" charset="-122"/>
              </a:rPr>
              <a:t>之间的一组数据如下：</a:t>
            </a:r>
          </a:p>
        </p:txBody>
      </p:sp>
      <p:graphicFrame>
        <p:nvGraphicFramePr>
          <p:cNvPr id="587793" name="Group 17">
            <a:extLst>
              <a:ext uri="{FF2B5EF4-FFF2-40B4-BE49-F238E27FC236}">
                <a16:creationId xmlns:a16="http://schemas.microsoft.com/office/drawing/2014/main" id="{249A375C-4742-4D62-97D5-C884D55D9826}"/>
              </a:ext>
            </a:extLst>
          </p:cNvPr>
          <p:cNvGraphicFramePr>
            <a:graphicFrameLocks noGrp="1"/>
          </p:cNvGraphicFramePr>
          <p:nvPr/>
        </p:nvGraphicFramePr>
        <p:xfrm>
          <a:off x="1847851" y="2924175"/>
          <a:ext cx="8640763" cy="1889760"/>
        </p:xfrm>
        <a:graphic>
          <a:graphicData uri="http://schemas.openxmlformats.org/drawingml/2006/table">
            <a:tbl>
              <a:tblPr/>
              <a:tblGrid>
                <a:gridCol w="509588">
                  <a:extLst>
                    <a:ext uri="{9D8B030D-6E8A-4147-A177-3AD203B41FA5}">
                      <a16:colId xmlns:a16="http://schemas.microsoft.com/office/drawing/2014/main" val="160645869"/>
                    </a:ext>
                  </a:extLst>
                </a:gridCol>
                <a:gridCol w="8131175">
                  <a:extLst>
                    <a:ext uri="{9D8B030D-6E8A-4147-A177-3AD203B41FA5}">
                      <a16:colId xmlns:a16="http://schemas.microsoft.com/office/drawing/2014/main" val="2355830653"/>
                    </a:ext>
                  </a:extLst>
                </a:gridCol>
              </a:tblGrid>
              <a:tr h="361950">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tabLst/>
                      </a:pPr>
                      <a:r>
                        <a:rPr kumimoji="0" lang="en-US" altLang="zh-CN" sz="2800" b="1" i="1" u="none" strike="noStrike" cap="none" normalizeH="0" baseline="0">
                          <a:ln>
                            <a:noFill/>
                          </a:ln>
                          <a:solidFill>
                            <a:schemeClr val="tx1"/>
                          </a:solidFill>
                          <a:effectLst/>
                          <a:latin typeface="Arial" panose="020B0604020202020204" pitchFamily="34" charset="0"/>
                          <a:ea typeface="楷体_GB2312" pitchFamily="49" charset="-122"/>
                        </a:rPr>
                        <a:t>x</a:t>
                      </a:r>
                      <a:endPar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endParaRP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  9     12     6     10     9      10     7      8     12    6      11    8 </a:t>
                      </a: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3178594898"/>
                  </a:ext>
                </a:extLst>
              </a:tr>
              <a:tr h="503238">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y</a:t>
                      </a: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 76    76    52    56    57    77    58     55    67    53    72    64  </a:t>
                      </a: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353890917"/>
                  </a:ext>
                </a:extLst>
              </a:tr>
            </a:tbl>
          </a:graphicData>
        </a:graphic>
      </p:graphicFrame>
      <p:sp>
        <p:nvSpPr>
          <p:cNvPr id="587790" name="Rectangle 14">
            <a:extLst>
              <a:ext uri="{FF2B5EF4-FFF2-40B4-BE49-F238E27FC236}">
                <a16:creationId xmlns:a16="http://schemas.microsoft.com/office/drawing/2014/main" id="{6D184A4A-21BB-4222-AD8C-B48D7A30F354}"/>
              </a:ext>
            </a:extLst>
          </p:cNvPr>
          <p:cNvSpPr>
            <a:spLocks noChangeArrowheads="1"/>
          </p:cNvSpPr>
          <p:nvPr/>
        </p:nvSpPr>
        <p:spPr bwMode="auto">
          <a:xfrm>
            <a:off x="1774825" y="5084764"/>
            <a:ext cx="7956550"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试求该商品的供给量</a:t>
            </a:r>
            <a:r>
              <a:rPr kumimoji="1" lang="en-US" altLang="zh-CN" sz="2800" b="1" i="1">
                <a:solidFill>
                  <a:srgbClr val="007A77"/>
                </a:solidFill>
                <a:latin typeface="Times New Roman" panose="02020603050405020304" pitchFamily="18" charset="0"/>
                <a:ea typeface="楷体_GB2312" pitchFamily="49" charset="-122"/>
              </a:rPr>
              <a:t>y </a:t>
            </a:r>
            <a:r>
              <a:rPr kumimoji="1" lang="zh-CN" altLang="en-US" sz="2800" b="1">
                <a:solidFill>
                  <a:srgbClr val="007A77"/>
                </a:solidFill>
                <a:latin typeface="Times New Roman" panose="02020603050405020304" pitchFamily="18" charset="0"/>
                <a:ea typeface="楷体_GB2312" pitchFamily="49" charset="-122"/>
              </a:rPr>
              <a:t>倚价格</a:t>
            </a:r>
            <a:r>
              <a:rPr kumimoji="1" lang="en-US" altLang="zh-CN" sz="2800" b="1" i="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的回归方程。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87778"/>
                                        </p:tgtEl>
                                        <p:attrNameLst>
                                          <p:attrName>style.visibility</p:attrName>
                                        </p:attrNameLst>
                                      </p:cBhvr>
                                      <p:to>
                                        <p:strVal val="visible"/>
                                      </p:to>
                                    </p:set>
                                    <p:animEffect transition="in" filter="slide(fromBottom)">
                                      <p:cBhvr>
                                        <p:cTn id="7" dur="1000"/>
                                        <p:tgtEl>
                                          <p:spTgt spid="587778"/>
                                        </p:tgtEl>
                                      </p:cBhvr>
                                    </p:animEffect>
                                  </p:childTnLst>
                                </p:cTn>
                              </p:par>
                            </p:childTnLst>
                          </p:cTn>
                        </p:par>
                        <p:par>
                          <p:cTn id="8" fill="hold" nodeType="afterGroup">
                            <p:stCondLst>
                              <p:cond delay="1000"/>
                            </p:stCondLst>
                            <p:childTnLst>
                              <p:par>
                                <p:cTn id="9" presetID="12" presetClass="entr" presetSubtype="4" fill="hold" nodeType="afterEffect">
                                  <p:stCondLst>
                                    <p:cond delay="0"/>
                                  </p:stCondLst>
                                  <p:childTnLst>
                                    <p:set>
                                      <p:cBhvr>
                                        <p:cTn id="10" dur="1" fill="hold">
                                          <p:stCondLst>
                                            <p:cond delay="0"/>
                                          </p:stCondLst>
                                        </p:cTn>
                                        <p:tgtEl>
                                          <p:spTgt spid="587793"/>
                                        </p:tgtEl>
                                        <p:attrNameLst>
                                          <p:attrName>style.visibility</p:attrName>
                                        </p:attrNameLst>
                                      </p:cBhvr>
                                      <p:to>
                                        <p:strVal val="visible"/>
                                      </p:to>
                                    </p:set>
                                    <p:animEffect transition="in" filter="slide(fromBottom)">
                                      <p:cBhvr>
                                        <p:cTn id="11" dur="1000"/>
                                        <p:tgtEl>
                                          <p:spTgt spid="587793"/>
                                        </p:tgtEl>
                                      </p:cBhvr>
                                    </p:animEffect>
                                  </p:childTnLst>
                                </p:cTn>
                              </p:par>
                            </p:childTnLst>
                          </p:cTn>
                        </p:par>
                        <p:par>
                          <p:cTn id="12" fill="hold" nodeType="afterGroup">
                            <p:stCondLst>
                              <p:cond delay="2000"/>
                            </p:stCondLst>
                            <p:childTnLst>
                              <p:par>
                                <p:cTn id="13" presetID="12" presetClass="entr" presetSubtype="4" fill="hold" grpId="0" nodeType="afterEffect">
                                  <p:stCondLst>
                                    <p:cond delay="0"/>
                                  </p:stCondLst>
                                  <p:childTnLst>
                                    <p:set>
                                      <p:cBhvr>
                                        <p:cTn id="14" dur="1" fill="hold">
                                          <p:stCondLst>
                                            <p:cond delay="0"/>
                                          </p:stCondLst>
                                        </p:cTn>
                                        <p:tgtEl>
                                          <p:spTgt spid="587790"/>
                                        </p:tgtEl>
                                        <p:attrNameLst>
                                          <p:attrName>style.visibility</p:attrName>
                                        </p:attrNameLst>
                                      </p:cBhvr>
                                      <p:to>
                                        <p:strVal val="visible"/>
                                      </p:to>
                                    </p:set>
                                    <p:animEffect transition="in" filter="slide(fromBottom)">
                                      <p:cBhvr>
                                        <p:cTn id="15" dur="1000"/>
                                        <p:tgtEl>
                                          <p:spTgt spid="587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7778" grpId="0"/>
      <p:bldP spid="58779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a:extLst>
              <a:ext uri="{FF2B5EF4-FFF2-40B4-BE49-F238E27FC236}">
                <a16:creationId xmlns:a16="http://schemas.microsoft.com/office/drawing/2014/main" id="{19526B4C-0235-47EA-BAC0-4330D05DF48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graphicFrame>
        <p:nvGraphicFramePr>
          <p:cNvPr id="588803" name="Object 3">
            <a:extLst>
              <a:ext uri="{FF2B5EF4-FFF2-40B4-BE49-F238E27FC236}">
                <a16:creationId xmlns:a16="http://schemas.microsoft.com/office/drawing/2014/main" id="{3A98BAE8-0888-4976-B448-1C7FDDF73673}"/>
              </a:ext>
            </a:extLst>
          </p:cNvPr>
          <p:cNvGraphicFramePr>
            <a:graphicFrameLocks noChangeAspect="1"/>
          </p:cNvGraphicFramePr>
          <p:nvPr/>
        </p:nvGraphicFramePr>
        <p:xfrm>
          <a:off x="2640013" y="333376"/>
          <a:ext cx="1968500" cy="1027113"/>
        </p:xfrm>
        <a:graphic>
          <a:graphicData uri="http://schemas.openxmlformats.org/presentationml/2006/ole">
            <mc:AlternateContent xmlns:mc="http://schemas.openxmlformats.org/markup-compatibility/2006">
              <mc:Choice xmlns:v="urn:schemas-microsoft-com:vml" Requires="v">
                <p:oleObj spid="_x0000_s7182" name="公式" r:id="rId3" imgW="825480" imgH="431640" progId="Equation.3">
                  <p:embed/>
                </p:oleObj>
              </mc:Choice>
              <mc:Fallback>
                <p:oleObj name="公式" r:id="rId3" imgW="825480" imgH="431640" progId="Equation.3">
                  <p:embed/>
                  <p:pic>
                    <p:nvPicPr>
                      <p:cNvPr id="588803" name="Object 3">
                        <a:extLst>
                          <a:ext uri="{FF2B5EF4-FFF2-40B4-BE49-F238E27FC236}">
                            <a16:creationId xmlns:a16="http://schemas.microsoft.com/office/drawing/2014/main" id="{3A98BAE8-0888-4976-B448-1C7FDDF736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0013" y="333376"/>
                        <a:ext cx="1968500" cy="1027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8804" name="Object 4">
            <a:extLst>
              <a:ext uri="{FF2B5EF4-FFF2-40B4-BE49-F238E27FC236}">
                <a16:creationId xmlns:a16="http://schemas.microsoft.com/office/drawing/2014/main" id="{C31A0CB2-B247-4341-AC18-3E40C37594B7}"/>
              </a:ext>
            </a:extLst>
          </p:cNvPr>
          <p:cNvGraphicFramePr>
            <a:graphicFrameLocks noChangeAspect="1"/>
          </p:cNvGraphicFramePr>
          <p:nvPr/>
        </p:nvGraphicFramePr>
        <p:xfrm>
          <a:off x="4957763" y="333376"/>
          <a:ext cx="2197100" cy="1019175"/>
        </p:xfrm>
        <a:graphic>
          <a:graphicData uri="http://schemas.openxmlformats.org/presentationml/2006/ole">
            <mc:AlternateContent xmlns:mc="http://schemas.openxmlformats.org/markup-compatibility/2006">
              <mc:Choice xmlns:v="urn:schemas-microsoft-com:vml" Requires="v">
                <p:oleObj spid="_x0000_s7183" name="公式" r:id="rId5" imgW="927000" imgH="431640" progId="Equation.3">
                  <p:embed/>
                </p:oleObj>
              </mc:Choice>
              <mc:Fallback>
                <p:oleObj name="公式" r:id="rId5" imgW="927000" imgH="431640" progId="Equation.3">
                  <p:embed/>
                  <p:pic>
                    <p:nvPicPr>
                      <p:cNvPr id="588804" name="Object 4">
                        <a:extLst>
                          <a:ext uri="{FF2B5EF4-FFF2-40B4-BE49-F238E27FC236}">
                            <a16:creationId xmlns:a16="http://schemas.microsoft.com/office/drawing/2014/main" id="{C31A0CB2-B247-4341-AC18-3E40C37594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7763" y="333376"/>
                        <a:ext cx="2197100"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8805" name="Object 5">
            <a:extLst>
              <a:ext uri="{FF2B5EF4-FFF2-40B4-BE49-F238E27FC236}">
                <a16:creationId xmlns:a16="http://schemas.microsoft.com/office/drawing/2014/main" id="{E7C981B4-6648-4115-8F89-5EC25A6910F4}"/>
              </a:ext>
            </a:extLst>
          </p:cNvPr>
          <p:cNvGraphicFramePr>
            <a:graphicFrameLocks noChangeAspect="1"/>
          </p:cNvGraphicFramePr>
          <p:nvPr/>
        </p:nvGraphicFramePr>
        <p:xfrm>
          <a:off x="2016126" y="1628776"/>
          <a:ext cx="3960813" cy="1077913"/>
        </p:xfrm>
        <a:graphic>
          <a:graphicData uri="http://schemas.openxmlformats.org/presentationml/2006/ole">
            <mc:AlternateContent xmlns:mc="http://schemas.openxmlformats.org/markup-compatibility/2006">
              <mc:Choice xmlns:v="urn:schemas-microsoft-com:vml" Requires="v">
                <p:oleObj spid="_x0000_s7184" name="公式" r:id="rId7" imgW="1574640" imgH="431640" progId="Equation.3">
                  <p:embed/>
                </p:oleObj>
              </mc:Choice>
              <mc:Fallback>
                <p:oleObj name="公式" r:id="rId7" imgW="1574640" imgH="431640" progId="Equation.3">
                  <p:embed/>
                  <p:pic>
                    <p:nvPicPr>
                      <p:cNvPr id="588805" name="Object 5">
                        <a:extLst>
                          <a:ext uri="{FF2B5EF4-FFF2-40B4-BE49-F238E27FC236}">
                            <a16:creationId xmlns:a16="http://schemas.microsoft.com/office/drawing/2014/main" id="{E7C981B4-6648-4115-8F89-5EC25A6910F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16126" y="1628776"/>
                        <a:ext cx="3960813" cy="1077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8806" name="Object 6">
            <a:extLst>
              <a:ext uri="{FF2B5EF4-FFF2-40B4-BE49-F238E27FC236}">
                <a16:creationId xmlns:a16="http://schemas.microsoft.com/office/drawing/2014/main" id="{44F73FE2-EF42-4F5D-920B-26253E356C6A}"/>
              </a:ext>
            </a:extLst>
          </p:cNvPr>
          <p:cNvGraphicFramePr>
            <a:graphicFrameLocks noChangeAspect="1"/>
          </p:cNvGraphicFramePr>
          <p:nvPr/>
        </p:nvGraphicFramePr>
        <p:xfrm>
          <a:off x="2008188" y="2936876"/>
          <a:ext cx="1897062" cy="987425"/>
        </p:xfrm>
        <a:graphic>
          <a:graphicData uri="http://schemas.openxmlformats.org/presentationml/2006/ole">
            <mc:AlternateContent xmlns:mc="http://schemas.openxmlformats.org/markup-compatibility/2006">
              <mc:Choice xmlns:v="urn:schemas-microsoft-com:vml" Requires="v">
                <p:oleObj spid="_x0000_s7185" name="公式" r:id="rId9" imgW="825480" imgH="431640" progId="Equation.3">
                  <p:embed/>
                </p:oleObj>
              </mc:Choice>
              <mc:Fallback>
                <p:oleObj name="公式" r:id="rId9" imgW="825480" imgH="431640" progId="Equation.3">
                  <p:embed/>
                  <p:pic>
                    <p:nvPicPr>
                      <p:cNvPr id="588806" name="Object 6">
                        <a:extLst>
                          <a:ext uri="{FF2B5EF4-FFF2-40B4-BE49-F238E27FC236}">
                            <a16:creationId xmlns:a16="http://schemas.microsoft.com/office/drawing/2014/main" id="{44F73FE2-EF42-4F5D-920B-26253E356C6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08188" y="2936876"/>
                        <a:ext cx="1897062" cy="987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8807" name="Object 7">
            <a:extLst>
              <a:ext uri="{FF2B5EF4-FFF2-40B4-BE49-F238E27FC236}">
                <a16:creationId xmlns:a16="http://schemas.microsoft.com/office/drawing/2014/main" id="{D4C59D6D-F34D-483F-9E58-4BD3C3B25E11}"/>
              </a:ext>
            </a:extLst>
          </p:cNvPr>
          <p:cNvGraphicFramePr>
            <a:graphicFrameLocks noChangeAspect="1"/>
          </p:cNvGraphicFramePr>
          <p:nvPr/>
        </p:nvGraphicFramePr>
        <p:xfrm>
          <a:off x="4367214" y="3141664"/>
          <a:ext cx="1995487" cy="561975"/>
        </p:xfrm>
        <a:graphic>
          <a:graphicData uri="http://schemas.openxmlformats.org/presentationml/2006/ole">
            <mc:AlternateContent xmlns:mc="http://schemas.openxmlformats.org/markup-compatibility/2006">
              <mc:Choice xmlns:v="urn:schemas-microsoft-com:vml" Requires="v">
                <p:oleObj spid="_x0000_s7186" name="公式" r:id="rId11" imgW="850680" imgH="241200" progId="Equation.3">
                  <p:embed/>
                </p:oleObj>
              </mc:Choice>
              <mc:Fallback>
                <p:oleObj name="公式" r:id="rId11" imgW="850680" imgH="241200" progId="Equation.3">
                  <p:embed/>
                  <p:pic>
                    <p:nvPicPr>
                      <p:cNvPr id="588807" name="Object 7">
                        <a:extLst>
                          <a:ext uri="{FF2B5EF4-FFF2-40B4-BE49-F238E27FC236}">
                            <a16:creationId xmlns:a16="http://schemas.microsoft.com/office/drawing/2014/main" id="{D4C59D6D-F34D-483F-9E58-4BD3C3B25E1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67214" y="3141664"/>
                        <a:ext cx="1995487"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8808" name="Object 8">
            <a:extLst>
              <a:ext uri="{FF2B5EF4-FFF2-40B4-BE49-F238E27FC236}">
                <a16:creationId xmlns:a16="http://schemas.microsoft.com/office/drawing/2014/main" id="{72E0C182-EC8A-4682-95C8-93560C8A80AD}"/>
              </a:ext>
            </a:extLst>
          </p:cNvPr>
          <p:cNvGraphicFramePr>
            <a:graphicFrameLocks noChangeAspect="1"/>
          </p:cNvGraphicFramePr>
          <p:nvPr/>
        </p:nvGraphicFramePr>
        <p:xfrm>
          <a:off x="6888164" y="2925763"/>
          <a:ext cx="2270125" cy="982662"/>
        </p:xfrm>
        <a:graphic>
          <a:graphicData uri="http://schemas.openxmlformats.org/presentationml/2006/ole">
            <mc:AlternateContent xmlns:mc="http://schemas.openxmlformats.org/markup-compatibility/2006">
              <mc:Choice xmlns:v="urn:schemas-microsoft-com:vml" Requires="v">
                <p:oleObj spid="_x0000_s7187" name="公式" r:id="rId13" imgW="990360" imgH="431640" progId="Equation.3">
                  <p:embed/>
                </p:oleObj>
              </mc:Choice>
              <mc:Fallback>
                <p:oleObj name="公式" r:id="rId13" imgW="990360" imgH="431640" progId="Equation.3">
                  <p:embed/>
                  <p:pic>
                    <p:nvPicPr>
                      <p:cNvPr id="588808" name="Object 8">
                        <a:extLst>
                          <a:ext uri="{FF2B5EF4-FFF2-40B4-BE49-F238E27FC236}">
                            <a16:creationId xmlns:a16="http://schemas.microsoft.com/office/drawing/2014/main" id="{72E0C182-EC8A-4682-95C8-93560C8A80A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88164" y="2925763"/>
                        <a:ext cx="2270125" cy="982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8809" name="Object 9">
            <a:extLst>
              <a:ext uri="{FF2B5EF4-FFF2-40B4-BE49-F238E27FC236}">
                <a16:creationId xmlns:a16="http://schemas.microsoft.com/office/drawing/2014/main" id="{AD401488-0FDC-48FC-81A5-03004BA59663}"/>
              </a:ext>
            </a:extLst>
          </p:cNvPr>
          <p:cNvGraphicFramePr>
            <a:graphicFrameLocks noChangeAspect="1"/>
          </p:cNvGraphicFramePr>
          <p:nvPr/>
        </p:nvGraphicFramePr>
        <p:xfrm>
          <a:off x="1992313" y="4149725"/>
          <a:ext cx="4608512" cy="954088"/>
        </p:xfrm>
        <a:graphic>
          <a:graphicData uri="http://schemas.openxmlformats.org/presentationml/2006/ole">
            <mc:AlternateContent xmlns:mc="http://schemas.openxmlformats.org/markup-compatibility/2006">
              <mc:Choice xmlns:v="urn:schemas-microsoft-com:vml" Requires="v">
                <p:oleObj spid="_x0000_s7188" name="公式" r:id="rId15" imgW="2070000" imgH="431640" progId="Equation.3">
                  <p:embed/>
                </p:oleObj>
              </mc:Choice>
              <mc:Fallback>
                <p:oleObj name="公式" r:id="rId15" imgW="2070000" imgH="431640" progId="Equation.3">
                  <p:embed/>
                  <p:pic>
                    <p:nvPicPr>
                      <p:cNvPr id="588809" name="Object 9">
                        <a:extLst>
                          <a:ext uri="{FF2B5EF4-FFF2-40B4-BE49-F238E27FC236}">
                            <a16:creationId xmlns:a16="http://schemas.microsoft.com/office/drawing/2014/main" id="{AD401488-0FDC-48FC-81A5-03004BA5966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92313" y="4149725"/>
                        <a:ext cx="4608512" cy="954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8810" name="Rectangle 10">
            <a:extLst>
              <a:ext uri="{FF2B5EF4-FFF2-40B4-BE49-F238E27FC236}">
                <a16:creationId xmlns:a16="http://schemas.microsoft.com/office/drawing/2014/main" id="{B0D916D9-362C-4366-9512-44B41A8E639C}"/>
              </a:ext>
            </a:extLst>
          </p:cNvPr>
          <p:cNvSpPr>
            <a:spLocks noChangeArrowheads="1"/>
          </p:cNvSpPr>
          <p:nvPr/>
        </p:nvSpPr>
        <p:spPr bwMode="auto">
          <a:xfrm>
            <a:off x="1524001" y="-3260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graphicFrame>
        <p:nvGraphicFramePr>
          <p:cNvPr id="588811" name="Object 11">
            <a:extLst>
              <a:ext uri="{FF2B5EF4-FFF2-40B4-BE49-F238E27FC236}">
                <a16:creationId xmlns:a16="http://schemas.microsoft.com/office/drawing/2014/main" id="{76ECFE78-86E3-41F1-8ED7-DCE3D26A3224}"/>
              </a:ext>
            </a:extLst>
          </p:cNvPr>
          <p:cNvGraphicFramePr>
            <a:graphicFrameLocks noChangeAspect="1"/>
          </p:cNvGraphicFramePr>
          <p:nvPr/>
        </p:nvGraphicFramePr>
        <p:xfrm>
          <a:off x="6024563" y="1700213"/>
          <a:ext cx="2559050" cy="893762"/>
        </p:xfrm>
        <a:graphic>
          <a:graphicData uri="http://schemas.openxmlformats.org/presentationml/2006/ole">
            <mc:AlternateContent xmlns:mc="http://schemas.openxmlformats.org/markup-compatibility/2006">
              <mc:Choice xmlns:v="urn:schemas-microsoft-com:vml" Requires="v">
                <p:oleObj spid="_x0000_s7189" name="公式" r:id="rId17" imgW="1155600" imgH="406080" progId="Equation.3">
                  <p:embed/>
                </p:oleObj>
              </mc:Choice>
              <mc:Fallback>
                <p:oleObj name="公式" r:id="rId17" imgW="1155600" imgH="406080" progId="Equation.3">
                  <p:embed/>
                  <p:pic>
                    <p:nvPicPr>
                      <p:cNvPr id="588811" name="Object 11">
                        <a:extLst>
                          <a:ext uri="{FF2B5EF4-FFF2-40B4-BE49-F238E27FC236}">
                            <a16:creationId xmlns:a16="http://schemas.microsoft.com/office/drawing/2014/main" id="{76ECFE78-86E3-41F1-8ED7-DCE3D26A322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24563" y="1700213"/>
                        <a:ext cx="2559050" cy="893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8812" name="Object 12">
            <a:extLst>
              <a:ext uri="{FF2B5EF4-FFF2-40B4-BE49-F238E27FC236}">
                <a16:creationId xmlns:a16="http://schemas.microsoft.com/office/drawing/2014/main" id="{CDECEDE5-8ED2-46FB-A893-3EE0334115BE}"/>
              </a:ext>
            </a:extLst>
          </p:cNvPr>
          <p:cNvGraphicFramePr>
            <a:graphicFrameLocks noChangeAspect="1"/>
          </p:cNvGraphicFramePr>
          <p:nvPr/>
        </p:nvGraphicFramePr>
        <p:xfrm>
          <a:off x="6024564" y="5518151"/>
          <a:ext cx="962025" cy="430213"/>
        </p:xfrm>
        <a:graphic>
          <a:graphicData uri="http://schemas.openxmlformats.org/presentationml/2006/ole">
            <mc:AlternateContent xmlns:mc="http://schemas.openxmlformats.org/markup-compatibility/2006">
              <mc:Choice xmlns:v="urn:schemas-microsoft-com:vml" Requires="v">
                <p:oleObj spid="_x0000_s7190" name="公式" r:id="rId19" imgW="393480" imgH="177480" progId="Equation.3">
                  <p:embed/>
                </p:oleObj>
              </mc:Choice>
              <mc:Fallback>
                <p:oleObj name="公式" r:id="rId19" imgW="393480" imgH="177480" progId="Equation.3">
                  <p:embed/>
                  <p:pic>
                    <p:nvPicPr>
                      <p:cNvPr id="588812" name="Object 12">
                        <a:extLst>
                          <a:ext uri="{FF2B5EF4-FFF2-40B4-BE49-F238E27FC236}">
                            <a16:creationId xmlns:a16="http://schemas.microsoft.com/office/drawing/2014/main" id="{CDECEDE5-8ED2-46FB-A893-3EE0334115BE}"/>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024564" y="5518151"/>
                        <a:ext cx="962025" cy="43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8813" name="Object 13">
            <a:extLst>
              <a:ext uri="{FF2B5EF4-FFF2-40B4-BE49-F238E27FC236}">
                <a16:creationId xmlns:a16="http://schemas.microsoft.com/office/drawing/2014/main" id="{D7B0374C-787F-42EE-A802-DEFCF8FEF5F6}"/>
              </a:ext>
            </a:extLst>
          </p:cNvPr>
          <p:cNvGraphicFramePr>
            <a:graphicFrameLocks noChangeAspect="1"/>
          </p:cNvGraphicFramePr>
          <p:nvPr/>
        </p:nvGraphicFramePr>
        <p:xfrm>
          <a:off x="8785226" y="1955801"/>
          <a:ext cx="790575" cy="422275"/>
        </p:xfrm>
        <a:graphic>
          <a:graphicData uri="http://schemas.openxmlformats.org/presentationml/2006/ole">
            <mc:AlternateContent xmlns:mc="http://schemas.openxmlformats.org/markup-compatibility/2006">
              <mc:Choice xmlns:v="urn:schemas-microsoft-com:vml" Requires="v">
                <p:oleObj spid="_x0000_s7191" name="公式" r:id="rId21" imgW="330120" imgH="177480" progId="Equation.3">
                  <p:embed/>
                </p:oleObj>
              </mc:Choice>
              <mc:Fallback>
                <p:oleObj name="公式" r:id="rId21" imgW="330120" imgH="177480" progId="Equation.3">
                  <p:embed/>
                  <p:pic>
                    <p:nvPicPr>
                      <p:cNvPr id="588813" name="Object 13">
                        <a:extLst>
                          <a:ext uri="{FF2B5EF4-FFF2-40B4-BE49-F238E27FC236}">
                            <a16:creationId xmlns:a16="http://schemas.microsoft.com/office/drawing/2014/main" id="{D7B0374C-787F-42EE-A802-DEFCF8FEF5F6}"/>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785226" y="1955801"/>
                        <a:ext cx="790575"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8814" name="Object 14">
            <a:extLst>
              <a:ext uri="{FF2B5EF4-FFF2-40B4-BE49-F238E27FC236}">
                <a16:creationId xmlns:a16="http://schemas.microsoft.com/office/drawing/2014/main" id="{EC4B10CB-FCE4-4935-AC10-25C608AF887A}"/>
              </a:ext>
            </a:extLst>
          </p:cNvPr>
          <p:cNvGraphicFramePr>
            <a:graphicFrameLocks noChangeAspect="1"/>
          </p:cNvGraphicFramePr>
          <p:nvPr/>
        </p:nvGraphicFramePr>
        <p:xfrm>
          <a:off x="2640013" y="5302251"/>
          <a:ext cx="3314700" cy="949325"/>
        </p:xfrm>
        <a:graphic>
          <a:graphicData uri="http://schemas.openxmlformats.org/presentationml/2006/ole">
            <mc:AlternateContent xmlns:mc="http://schemas.openxmlformats.org/markup-compatibility/2006">
              <mc:Choice xmlns:v="urn:schemas-microsoft-com:vml" Requires="v">
                <p:oleObj spid="_x0000_s7192" name="公式" r:id="rId23" imgW="1409400" imgH="406080" progId="Equation.3">
                  <p:embed/>
                </p:oleObj>
              </mc:Choice>
              <mc:Fallback>
                <p:oleObj name="公式" r:id="rId23" imgW="1409400" imgH="406080" progId="Equation.3">
                  <p:embed/>
                  <p:pic>
                    <p:nvPicPr>
                      <p:cNvPr id="588814" name="Object 14">
                        <a:extLst>
                          <a:ext uri="{FF2B5EF4-FFF2-40B4-BE49-F238E27FC236}">
                            <a16:creationId xmlns:a16="http://schemas.microsoft.com/office/drawing/2014/main" id="{EC4B10CB-FCE4-4935-AC10-25C608AF887A}"/>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640013" y="5302251"/>
                        <a:ext cx="3314700" cy="949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8815" name="Rectangle 15">
            <a:extLst>
              <a:ext uri="{FF2B5EF4-FFF2-40B4-BE49-F238E27FC236}">
                <a16:creationId xmlns:a16="http://schemas.microsoft.com/office/drawing/2014/main" id="{DF3578E9-DD62-42A6-959C-D53F16C845CD}"/>
              </a:ext>
            </a:extLst>
          </p:cNvPr>
          <p:cNvSpPr>
            <a:spLocks noChangeArrowheads="1"/>
          </p:cNvSpPr>
          <p:nvPr/>
        </p:nvSpPr>
        <p:spPr bwMode="auto">
          <a:xfrm>
            <a:off x="1774826" y="477839"/>
            <a:ext cx="10001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p>
        </p:txBody>
      </p:sp>
      <p:graphicFrame>
        <p:nvGraphicFramePr>
          <p:cNvPr id="588816" name="Object 16">
            <a:extLst>
              <a:ext uri="{FF2B5EF4-FFF2-40B4-BE49-F238E27FC236}">
                <a16:creationId xmlns:a16="http://schemas.microsoft.com/office/drawing/2014/main" id="{1AF3B1AD-4E10-42C9-B115-81E1304FE6E8}"/>
              </a:ext>
            </a:extLst>
          </p:cNvPr>
          <p:cNvGraphicFramePr>
            <a:graphicFrameLocks noChangeAspect="1"/>
          </p:cNvGraphicFramePr>
          <p:nvPr/>
        </p:nvGraphicFramePr>
        <p:xfrm>
          <a:off x="7410450" y="549275"/>
          <a:ext cx="901700" cy="509588"/>
        </p:xfrm>
        <a:graphic>
          <a:graphicData uri="http://schemas.openxmlformats.org/presentationml/2006/ole">
            <mc:AlternateContent xmlns:mc="http://schemas.openxmlformats.org/markup-compatibility/2006">
              <mc:Choice xmlns:v="urn:schemas-microsoft-com:vml" Requires="v">
                <p:oleObj spid="_x0000_s7193" name="公式" r:id="rId25" imgW="380880" imgH="215640" progId="Equation.3">
                  <p:embed/>
                </p:oleObj>
              </mc:Choice>
              <mc:Fallback>
                <p:oleObj name="公式" r:id="rId25" imgW="380880" imgH="215640" progId="Equation.3">
                  <p:embed/>
                  <p:pic>
                    <p:nvPicPr>
                      <p:cNvPr id="588816" name="Object 16">
                        <a:extLst>
                          <a:ext uri="{FF2B5EF4-FFF2-40B4-BE49-F238E27FC236}">
                            <a16:creationId xmlns:a16="http://schemas.microsoft.com/office/drawing/2014/main" id="{1AF3B1AD-4E10-42C9-B115-81E1304FE6E8}"/>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410450" y="549275"/>
                        <a:ext cx="901700" cy="509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88815"/>
                                        </p:tgtEl>
                                        <p:attrNameLst>
                                          <p:attrName>style.visibility</p:attrName>
                                        </p:attrNameLst>
                                      </p:cBhvr>
                                      <p:to>
                                        <p:strVal val="visible"/>
                                      </p:to>
                                    </p:set>
                                    <p:animEffect transition="in" filter="wipe(left)">
                                      <p:cBhvr>
                                        <p:cTn id="7" dur="500"/>
                                        <p:tgtEl>
                                          <p:spTgt spid="5888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88803"/>
                                        </p:tgtEl>
                                        <p:attrNameLst>
                                          <p:attrName>style.visibility</p:attrName>
                                        </p:attrNameLst>
                                      </p:cBhvr>
                                      <p:to>
                                        <p:strVal val="visible"/>
                                      </p:to>
                                    </p:set>
                                    <p:animEffect transition="in" filter="wipe(left)">
                                      <p:cBhvr>
                                        <p:cTn id="12" dur="1000"/>
                                        <p:tgtEl>
                                          <p:spTgt spid="58880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88804"/>
                                        </p:tgtEl>
                                        <p:attrNameLst>
                                          <p:attrName>style.visibility</p:attrName>
                                        </p:attrNameLst>
                                      </p:cBhvr>
                                      <p:to>
                                        <p:strVal val="visible"/>
                                      </p:to>
                                    </p:set>
                                    <p:animEffect transition="in" filter="wipe(left)">
                                      <p:cBhvr>
                                        <p:cTn id="17" dur="1000"/>
                                        <p:tgtEl>
                                          <p:spTgt spid="5888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88816"/>
                                        </p:tgtEl>
                                        <p:attrNameLst>
                                          <p:attrName>style.visibility</p:attrName>
                                        </p:attrNameLst>
                                      </p:cBhvr>
                                      <p:to>
                                        <p:strVal val="visible"/>
                                      </p:to>
                                    </p:set>
                                    <p:animEffect transition="in" filter="wipe(left)">
                                      <p:cBhvr>
                                        <p:cTn id="22" dur="1000"/>
                                        <p:tgtEl>
                                          <p:spTgt spid="5888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88805"/>
                                        </p:tgtEl>
                                        <p:attrNameLst>
                                          <p:attrName>style.visibility</p:attrName>
                                        </p:attrNameLst>
                                      </p:cBhvr>
                                      <p:to>
                                        <p:strVal val="visible"/>
                                      </p:to>
                                    </p:set>
                                    <p:animEffect transition="in" filter="wipe(left)">
                                      <p:cBhvr>
                                        <p:cTn id="27" dur="1000"/>
                                        <p:tgtEl>
                                          <p:spTgt spid="58880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88811"/>
                                        </p:tgtEl>
                                        <p:attrNameLst>
                                          <p:attrName>style.visibility</p:attrName>
                                        </p:attrNameLst>
                                      </p:cBhvr>
                                      <p:to>
                                        <p:strVal val="visible"/>
                                      </p:to>
                                    </p:set>
                                    <p:animEffect transition="in" filter="wipe(left)">
                                      <p:cBhvr>
                                        <p:cTn id="32" dur="1000"/>
                                        <p:tgtEl>
                                          <p:spTgt spid="58881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88813"/>
                                        </p:tgtEl>
                                        <p:attrNameLst>
                                          <p:attrName>style.visibility</p:attrName>
                                        </p:attrNameLst>
                                      </p:cBhvr>
                                      <p:to>
                                        <p:strVal val="visible"/>
                                      </p:to>
                                    </p:set>
                                    <p:animEffect transition="in" filter="wipe(left)">
                                      <p:cBhvr>
                                        <p:cTn id="37" dur="1000"/>
                                        <p:tgtEl>
                                          <p:spTgt spid="58881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88806"/>
                                        </p:tgtEl>
                                        <p:attrNameLst>
                                          <p:attrName>style.visibility</p:attrName>
                                        </p:attrNameLst>
                                      </p:cBhvr>
                                      <p:to>
                                        <p:strVal val="visible"/>
                                      </p:to>
                                    </p:set>
                                    <p:animEffect transition="in" filter="wipe(left)">
                                      <p:cBhvr>
                                        <p:cTn id="42" dur="1000"/>
                                        <p:tgtEl>
                                          <p:spTgt spid="58880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88807"/>
                                        </p:tgtEl>
                                        <p:attrNameLst>
                                          <p:attrName>style.visibility</p:attrName>
                                        </p:attrNameLst>
                                      </p:cBhvr>
                                      <p:to>
                                        <p:strVal val="visible"/>
                                      </p:to>
                                    </p:set>
                                    <p:animEffect transition="in" filter="wipe(left)">
                                      <p:cBhvr>
                                        <p:cTn id="47" dur="1000"/>
                                        <p:tgtEl>
                                          <p:spTgt spid="58880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88808"/>
                                        </p:tgtEl>
                                        <p:attrNameLst>
                                          <p:attrName>style.visibility</p:attrName>
                                        </p:attrNameLst>
                                      </p:cBhvr>
                                      <p:to>
                                        <p:strVal val="visible"/>
                                      </p:to>
                                    </p:set>
                                    <p:animEffect transition="in" filter="wipe(left)">
                                      <p:cBhvr>
                                        <p:cTn id="52" dur="1000"/>
                                        <p:tgtEl>
                                          <p:spTgt spid="58880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588809"/>
                                        </p:tgtEl>
                                        <p:attrNameLst>
                                          <p:attrName>style.visibility</p:attrName>
                                        </p:attrNameLst>
                                      </p:cBhvr>
                                      <p:to>
                                        <p:strVal val="visible"/>
                                      </p:to>
                                    </p:set>
                                    <p:animEffect transition="in" filter="wipe(left)">
                                      <p:cBhvr>
                                        <p:cTn id="57" dur="1000"/>
                                        <p:tgtEl>
                                          <p:spTgt spid="58880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588814"/>
                                        </p:tgtEl>
                                        <p:attrNameLst>
                                          <p:attrName>style.visibility</p:attrName>
                                        </p:attrNameLst>
                                      </p:cBhvr>
                                      <p:to>
                                        <p:strVal val="visible"/>
                                      </p:to>
                                    </p:set>
                                    <p:animEffect transition="in" filter="wipe(left)">
                                      <p:cBhvr>
                                        <p:cTn id="62" dur="1000"/>
                                        <p:tgtEl>
                                          <p:spTgt spid="58881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588812"/>
                                        </p:tgtEl>
                                        <p:attrNameLst>
                                          <p:attrName>style.visibility</p:attrName>
                                        </p:attrNameLst>
                                      </p:cBhvr>
                                      <p:to>
                                        <p:strVal val="visible"/>
                                      </p:to>
                                    </p:set>
                                    <p:animEffect transition="in" filter="wipe(left)">
                                      <p:cBhvr>
                                        <p:cTn id="67" dur="1000"/>
                                        <p:tgtEl>
                                          <p:spTgt spid="588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881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9826" name="Object 2">
            <a:extLst>
              <a:ext uri="{FF2B5EF4-FFF2-40B4-BE49-F238E27FC236}">
                <a16:creationId xmlns:a16="http://schemas.microsoft.com/office/drawing/2014/main" id="{326977A4-6120-4011-B327-43D7D0FFED09}"/>
              </a:ext>
            </a:extLst>
          </p:cNvPr>
          <p:cNvGraphicFramePr>
            <a:graphicFrameLocks noChangeAspect="1"/>
          </p:cNvGraphicFramePr>
          <p:nvPr/>
        </p:nvGraphicFramePr>
        <p:xfrm>
          <a:off x="7175501" y="1700214"/>
          <a:ext cx="1871663" cy="530225"/>
        </p:xfrm>
        <a:graphic>
          <a:graphicData uri="http://schemas.openxmlformats.org/presentationml/2006/ole">
            <mc:AlternateContent xmlns:mc="http://schemas.openxmlformats.org/markup-compatibility/2006">
              <mc:Choice xmlns:v="urn:schemas-microsoft-com:vml" Requires="v">
                <p:oleObj spid="_x0000_s8202" name="公式" r:id="rId3" imgW="711000" imgH="203040" progId="Equation.3">
                  <p:embed/>
                </p:oleObj>
              </mc:Choice>
              <mc:Fallback>
                <p:oleObj name="公式" r:id="rId3" imgW="711000" imgH="203040" progId="Equation.3">
                  <p:embed/>
                  <p:pic>
                    <p:nvPicPr>
                      <p:cNvPr id="589826" name="Object 2">
                        <a:extLst>
                          <a:ext uri="{FF2B5EF4-FFF2-40B4-BE49-F238E27FC236}">
                            <a16:creationId xmlns:a16="http://schemas.microsoft.com/office/drawing/2014/main" id="{326977A4-6120-4011-B327-43D7D0FFED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5501" y="1700214"/>
                        <a:ext cx="1871663"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9827" name="Rectangle 3">
            <a:extLst>
              <a:ext uri="{FF2B5EF4-FFF2-40B4-BE49-F238E27FC236}">
                <a16:creationId xmlns:a16="http://schemas.microsoft.com/office/drawing/2014/main" id="{1C540CFD-FB0F-4849-8B23-FC79CD42FA20}"/>
              </a:ext>
            </a:extLst>
          </p:cNvPr>
          <p:cNvSpPr>
            <a:spLocks noChangeArrowheads="1"/>
          </p:cNvSpPr>
          <p:nvPr/>
        </p:nvSpPr>
        <p:spPr bwMode="auto">
          <a:xfrm>
            <a:off x="1524001" y="-3260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graphicFrame>
        <p:nvGraphicFramePr>
          <p:cNvPr id="589828" name="Object 4">
            <a:extLst>
              <a:ext uri="{FF2B5EF4-FFF2-40B4-BE49-F238E27FC236}">
                <a16:creationId xmlns:a16="http://schemas.microsoft.com/office/drawing/2014/main" id="{ECDCEB30-3AFB-46BB-AA4A-9ADEDACEC94D}"/>
              </a:ext>
            </a:extLst>
          </p:cNvPr>
          <p:cNvGraphicFramePr>
            <a:graphicFrameLocks noChangeAspect="1"/>
          </p:cNvGraphicFramePr>
          <p:nvPr/>
        </p:nvGraphicFramePr>
        <p:xfrm>
          <a:off x="1919288" y="260350"/>
          <a:ext cx="1522412" cy="1214438"/>
        </p:xfrm>
        <a:graphic>
          <a:graphicData uri="http://schemas.openxmlformats.org/presentationml/2006/ole">
            <mc:AlternateContent xmlns:mc="http://schemas.openxmlformats.org/markup-compatibility/2006">
              <mc:Choice xmlns:v="urn:schemas-microsoft-com:vml" Requires="v">
                <p:oleObj spid="_x0000_s8203" name="公式" r:id="rId5" imgW="571320" imgH="457200" progId="Equation.3">
                  <p:embed/>
                </p:oleObj>
              </mc:Choice>
              <mc:Fallback>
                <p:oleObj name="公式" r:id="rId5" imgW="571320" imgH="457200" progId="Equation.3">
                  <p:embed/>
                  <p:pic>
                    <p:nvPicPr>
                      <p:cNvPr id="589828" name="Object 4">
                        <a:extLst>
                          <a:ext uri="{FF2B5EF4-FFF2-40B4-BE49-F238E27FC236}">
                            <a16:creationId xmlns:a16="http://schemas.microsoft.com/office/drawing/2014/main" id="{ECDCEB30-3AFB-46BB-AA4A-9ADEDACEC9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19288" y="260350"/>
                        <a:ext cx="1522412" cy="1214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9829" name="Object 5">
            <a:extLst>
              <a:ext uri="{FF2B5EF4-FFF2-40B4-BE49-F238E27FC236}">
                <a16:creationId xmlns:a16="http://schemas.microsoft.com/office/drawing/2014/main" id="{70BD72B3-188B-4D55-B070-3774660D1AE8}"/>
              </a:ext>
            </a:extLst>
          </p:cNvPr>
          <p:cNvGraphicFramePr>
            <a:graphicFrameLocks noChangeAspect="1"/>
          </p:cNvGraphicFramePr>
          <p:nvPr/>
        </p:nvGraphicFramePr>
        <p:xfrm>
          <a:off x="1524000" y="1627188"/>
          <a:ext cx="2097088" cy="641350"/>
        </p:xfrm>
        <a:graphic>
          <a:graphicData uri="http://schemas.openxmlformats.org/presentationml/2006/ole">
            <mc:AlternateContent xmlns:mc="http://schemas.openxmlformats.org/markup-compatibility/2006">
              <mc:Choice xmlns:v="urn:schemas-microsoft-com:vml" Requires="v">
                <p:oleObj spid="_x0000_s8204" name="公式" r:id="rId7" imgW="787320" imgH="241200" progId="Equation.3">
                  <p:embed/>
                </p:oleObj>
              </mc:Choice>
              <mc:Fallback>
                <p:oleObj name="公式" r:id="rId7" imgW="787320" imgH="241200" progId="Equation.3">
                  <p:embed/>
                  <p:pic>
                    <p:nvPicPr>
                      <p:cNvPr id="589829" name="Object 5">
                        <a:extLst>
                          <a:ext uri="{FF2B5EF4-FFF2-40B4-BE49-F238E27FC236}">
                            <a16:creationId xmlns:a16="http://schemas.microsoft.com/office/drawing/2014/main" id="{70BD72B3-188B-4D55-B070-3774660D1AE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1627188"/>
                        <a:ext cx="2097088" cy="64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9830" name="Object 6">
            <a:extLst>
              <a:ext uri="{FF2B5EF4-FFF2-40B4-BE49-F238E27FC236}">
                <a16:creationId xmlns:a16="http://schemas.microsoft.com/office/drawing/2014/main" id="{4308DD94-69B5-4777-A527-A174AF361C8A}"/>
              </a:ext>
            </a:extLst>
          </p:cNvPr>
          <p:cNvGraphicFramePr>
            <a:graphicFrameLocks noChangeAspect="1"/>
          </p:cNvGraphicFramePr>
          <p:nvPr/>
        </p:nvGraphicFramePr>
        <p:xfrm>
          <a:off x="3287713" y="333376"/>
          <a:ext cx="1079500" cy="1038225"/>
        </p:xfrm>
        <a:graphic>
          <a:graphicData uri="http://schemas.openxmlformats.org/presentationml/2006/ole">
            <mc:AlternateContent xmlns:mc="http://schemas.openxmlformats.org/markup-compatibility/2006">
              <mc:Choice xmlns:v="urn:schemas-microsoft-com:vml" Requires="v">
                <p:oleObj spid="_x0000_s8205" name="公式" r:id="rId9" imgW="419040" imgH="406080" progId="Equation.3">
                  <p:embed/>
                </p:oleObj>
              </mc:Choice>
              <mc:Fallback>
                <p:oleObj name="公式" r:id="rId9" imgW="419040" imgH="406080" progId="Equation.3">
                  <p:embed/>
                  <p:pic>
                    <p:nvPicPr>
                      <p:cNvPr id="589830" name="Object 6">
                        <a:extLst>
                          <a:ext uri="{FF2B5EF4-FFF2-40B4-BE49-F238E27FC236}">
                            <a16:creationId xmlns:a16="http://schemas.microsoft.com/office/drawing/2014/main" id="{4308DD94-69B5-4777-A527-A174AF361C8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87713" y="333376"/>
                        <a:ext cx="1079500" cy="1038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9831" name="Object 7">
            <a:extLst>
              <a:ext uri="{FF2B5EF4-FFF2-40B4-BE49-F238E27FC236}">
                <a16:creationId xmlns:a16="http://schemas.microsoft.com/office/drawing/2014/main" id="{D8C3827A-B5DD-4D36-9CDD-B31EE8E309D1}"/>
              </a:ext>
            </a:extLst>
          </p:cNvPr>
          <p:cNvGraphicFramePr>
            <a:graphicFrameLocks noChangeAspect="1"/>
          </p:cNvGraphicFramePr>
          <p:nvPr/>
        </p:nvGraphicFramePr>
        <p:xfrm>
          <a:off x="3668714" y="1717676"/>
          <a:ext cx="3290887" cy="455613"/>
        </p:xfrm>
        <a:graphic>
          <a:graphicData uri="http://schemas.openxmlformats.org/presentationml/2006/ole">
            <mc:AlternateContent xmlns:mc="http://schemas.openxmlformats.org/markup-compatibility/2006">
              <mc:Choice xmlns:v="urn:schemas-microsoft-com:vml" Requires="v">
                <p:oleObj spid="_x0000_s8206" name="公式" r:id="rId11" imgW="1282680" imgH="177480" progId="Equation.3">
                  <p:embed/>
                </p:oleObj>
              </mc:Choice>
              <mc:Fallback>
                <p:oleObj name="公式" r:id="rId11" imgW="1282680" imgH="177480" progId="Equation.3">
                  <p:embed/>
                  <p:pic>
                    <p:nvPicPr>
                      <p:cNvPr id="589831" name="Object 7">
                        <a:extLst>
                          <a:ext uri="{FF2B5EF4-FFF2-40B4-BE49-F238E27FC236}">
                            <a16:creationId xmlns:a16="http://schemas.microsoft.com/office/drawing/2014/main" id="{D8C3827A-B5DD-4D36-9CDD-B31EE8E309D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68714" y="1717676"/>
                        <a:ext cx="3290887" cy="455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9832" name="Object 8">
            <a:extLst>
              <a:ext uri="{FF2B5EF4-FFF2-40B4-BE49-F238E27FC236}">
                <a16:creationId xmlns:a16="http://schemas.microsoft.com/office/drawing/2014/main" id="{C480FE8B-E04B-4503-B161-D09F89D580A2}"/>
              </a:ext>
            </a:extLst>
          </p:cNvPr>
          <p:cNvGraphicFramePr>
            <a:graphicFrameLocks noChangeAspect="1"/>
          </p:cNvGraphicFramePr>
          <p:nvPr/>
        </p:nvGraphicFramePr>
        <p:xfrm>
          <a:off x="4583113" y="596901"/>
          <a:ext cx="1225550" cy="485775"/>
        </p:xfrm>
        <a:graphic>
          <a:graphicData uri="http://schemas.openxmlformats.org/presentationml/2006/ole">
            <mc:AlternateContent xmlns:mc="http://schemas.openxmlformats.org/markup-compatibility/2006">
              <mc:Choice xmlns:v="urn:schemas-microsoft-com:vml" Requires="v">
                <p:oleObj spid="_x0000_s8207" name="公式" r:id="rId13" imgW="444240" imgH="177480" progId="Equation.3">
                  <p:embed/>
                </p:oleObj>
              </mc:Choice>
              <mc:Fallback>
                <p:oleObj name="公式" r:id="rId13" imgW="444240" imgH="177480" progId="Equation.3">
                  <p:embed/>
                  <p:pic>
                    <p:nvPicPr>
                      <p:cNvPr id="589832" name="Object 8">
                        <a:extLst>
                          <a:ext uri="{FF2B5EF4-FFF2-40B4-BE49-F238E27FC236}">
                            <a16:creationId xmlns:a16="http://schemas.microsoft.com/office/drawing/2014/main" id="{C480FE8B-E04B-4503-B161-D09F89D580A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83113" y="596901"/>
                        <a:ext cx="1225550"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9833" name="Object 9">
            <a:extLst>
              <a:ext uri="{FF2B5EF4-FFF2-40B4-BE49-F238E27FC236}">
                <a16:creationId xmlns:a16="http://schemas.microsoft.com/office/drawing/2014/main" id="{F851F212-6E9B-431F-A612-8C82BCA9FB19}"/>
              </a:ext>
            </a:extLst>
          </p:cNvPr>
          <p:cNvGraphicFramePr>
            <a:graphicFrameLocks noChangeAspect="1"/>
          </p:cNvGraphicFramePr>
          <p:nvPr/>
        </p:nvGraphicFramePr>
        <p:xfrm>
          <a:off x="1992314" y="2565401"/>
          <a:ext cx="2016125" cy="684213"/>
        </p:xfrm>
        <a:graphic>
          <a:graphicData uri="http://schemas.openxmlformats.org/presentationml/2006/ole">
            <mc:AlternateContent xmlns:mc="http://schemas.openxmlformats.org/markup-compatibility/2006">
              <mc:Choice xmlns:v="urn:schemas-microsoft-com:vml" Requires="v">
                <p:oleObj spid="_x0000_s8208" name="公式" r:id="rId15" imgW="698400" imgH="241200" progId="Equation.3">
                  <p:embed/>
                </p:oleObj>
              </mc:Choice>
              <mc:Fallback>
                <p:oleObj name="公式" r:id="rId15" imgW="698400" imgH="241200" progId="Equation.3">
                  <p:embed/>
                  <p:pic>
                    <p:nvPicPr>
                      <p:cNvPr id="589833" name="Object 9">
                        <a:extLst>
                          <a:ext uri="{FF2B5EF4-FFF2-40B4-BE49-F238E27FC236}">
                            <a16:creationId xmlns:a16="http://schemas.microsoft.com/office/drawing/2014/main" id="{F851F212-6E9B-431F-A612-8C82BCA9FB1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92314" y="2565401"/>
                        <a:ext cx="2016125" cy="684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9834" name="Object 10">
            <a:extLst>
              <a:ext uri="{FF2B5EF4-FFF2-40B4-BE49-F238E27FC236}">
                <a16:creationId xmlns:a16="http://schemas.microsoft.com/office/drawing/2014/main" id="{FAEF6F61-1D0B-45E0-B2F7-35940A5F6722}"/>
              </a:ext>
            </a:extLst>
          </p:cNvPr>
          <p:cNvGraphicFramePr>
            <a:graphicFrameLocks noChangeAspect="1"/>
          </p:cNvGraphicFramePr>
          <p:nvPr/>
        </p:nvGraphicFramePr>
        <p:xfrm>
          <a:off x="4151313" y="2636839"/>
          <a:ext cx="3409950" cy="504825"/>
        </p:xfrm>
        <a:graphic>
          <a:graphicData uri="http://schemas.openxmlformats.org/presentationml/2006/ole">
            <mc:AlternateContent xmlns:mc="http://schemas.openxmlformats.org/markup-compatibility/2006">
              <mc:Choice xmlns:v="urn:schemas-microsoft-com:vml" Requires="v">
                <p:oleObj spid="_x0000_s8209" name="公式" r:id="rId17" imgW="1180800" imgH="177480" progId="Equation.3">
                  <p:embed/>
                </p:oleObj>
              </mc:Choice>
              <mc:Fallback>
                <p:oleObj name="公式" r:id="rId17" imgW="1180800" imgH="177480" progId="Equation.3">
                  <p:embed/>
                  <p:pic>
                    <p:nvPicPr>
                      <p:cNvPr id="589834" name="Object 10">
                        <a:extLst>
                          <a:ext uri="{FF2B5EF4-FFF2-40B4-BE49-F238E27FC236}">
                            <a16:creationId xmlns:a16="http://schemas.microsoft.com/office/drawing/2014/main" id="{FAEF6F61-1D0B-45E0-B2F7-35940A5F672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51313" y="2636839"/>
                        <a:ext cx="3409950"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9835" name="Rectangle 11">
            <a:extLst>
              <a:ext uri="{FF2B5EF4-FFF2-40B4-BE49-F238E27FC236}">
                <a16:creationId xmlns:a16="http://schemas.microsoft.com/office/drawing/2014/main" id="{D6F0A06E-F9BE-4D45-8934-36E9108CEE67}"/>
              </a:ext>
            </a:extLst>
          </p:cNvPr>
          <p:cNvSpPr>
            <a:spLocks noChangeArrowheads="1"/>
          </p:cNvSpPr>
          <p:nvPr/>
        </p:nvSpPr>
        <p:spPr bwMode="auto">
          <a:xfrm>
            <a:off x="1847851" y="3500438"/>
            <a:ext cx="56880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未知参数</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σ</a:t>
            </a:r>
            <a:r>
              <a:rPr kumimoji="1" lang="en-US" altLang="zh-CN" sz="2800" b="1" baseline="30000">
                <a:solidFill>
                  <a:srgbClr val="007A77"/>
                </a:solidFill>
                <a:latin typeface="Times New Roman" panose="02020603050405020304" pitchFamily="18" charset="0"/>
                <a:ea typeface="楷体_GB2312" pitchFamily="49" charset="-122"/>
                <a:cs typeface="Times New Roman" panose="02020603050405020304" pitchFamily="18" charset="0"/>
              </a:rPr>
              <a:t>2</a:t>
            </a:r>
            <a:r>
              <a:rPr kumimoji="1" lang="en-US" altLang="zh-CN" sz="2800" b="1" i="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的估计</a:t>
            </a:r>
          </a:p>
        </p:txBody>
      </p:sp>
      <p:sp>
        <p:nvSpPr>
          <p:cNvPr id="589836" name="Rectangle 12">
            <a:extLst>
              <a:ext uri="{FF2B5EF4-FFF2-40B4-BE49-F238E27FC236}">
                <a16:creationId xmlns:a16="http://schemas.microsoft.com/office/drawing/2014/main" id="{9C5B74F9-6AEC-4863-9892-C9FA1F554947}"/>
              </a:ext>
            </a:extLst>
          </p:cNvPr>
          <p:cNvSpPr>
            <a:spLocks noChangeArrowheads="1"/>
          </p:cNvSpPr>
          <p:nvPr/>
        </p:nvSpPr>
        <p:spPr bwMode="auto">
          <a:xfrm>
            <a:off x="1919288" y="4254236"/>
            <a:ext cx="8064500"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lnSpc>
                <a:spcPct val="150000"/>
              </a:lnSpc>
              <a:spcBef>
                <a:spcPct val="0"/>
              </a:spcBef>
              <a:spcAft>
                <a:spcPct val="0"/>
              </a:spcAft>
            </a:pPr>
            <a:r>
              <a:rPr lang="en-US" altLang="zh-CN" sz="2800" b="1">
                <a:solidFill>
                  <a:srgbClr val="007A77"/>
                </a:solidFill>
                <a:ea typeface="楷体_GB2312" pitchFamily="49" charset="-122"/>
              </a:rPr>
              <a:t>    </a:t>
            </a:r>
            <a:r>
              <a:rPr lang="zh-CN" altLang="en-US" sz="2800" b="1">
                <a:solidFill>
                  <a:srgbClr val="007A77"/>
                </a:solidFill>
                <a:ea typeface="楷体_GB2312" pitchFamily="49" charset="-122"/>
              </a:rPr>
              <a:t>首先给出残差平方和（剩余平方和）和回归平方和的概念</a:t>
            </a:r>
            <a:r>
              <a:rPr lang="en-US" altLang="zh-CN" sz="2800" b="1">
                <a:solidFill>
                  <a:srgbClr val="007A77"/>
                </a:solidFill>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afterEffect">
                                  <p:stCondLst>
                                    <p:cond delay="0"/>
                                  </p:stCondLst>
                                  <p:childTnLst>
                                    <p:set>
                                      <p:cBhvr>
                                        <p:cTn id="6" dur="1" fill="hold">
                                          <p:stCondLst>
                                            <p:cond delay="0"/>
                                          </p:stCondLst>
                                        </p:cTn>
                                        <p:tgtEl>
                                          <p:spTgt spid="589828"/>
                                        </p:tgtEl>
                                        <p:attrNameLst>
                                          <p:attrName>style.visibility</p:attrName>
                                        </p:attrNameLst>
                                      </p:cBhvr>
                                      <p:to>
                                        <p:strVal val="visible"/>
                                      </p:to>
                                    </p:set>
                                    <p:animEffect transition="in" filter="slide(fromLeft)">
                                      <p:cBhvr>
                                        <p:cTn id="7" dur="1000"/>
                                        <p:tgtEl>
                                          <p:spTgt spid="5898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89830"/>
                                        </p:tgtEl>
                                        <p:attrNameLst>
                                          <p:attrName>style.visibility</p:attrName>
                                        </p:attrNameLst>
                                      </p:cBhvr>
                                      <p:to>
                                        <p:strVal val="visible"/>
                                      </p:to>
                                    </p:set>
                                    <p:animEffect transition="in" filter="wipe(left)">
                                      <p:cBhvr>
                                        <p:cTn id="12" dur="1000"/>
                                        <p:tgtEl>
                                          <p:spTgt spid="5898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89832"/>
                                        </p:tgtEl>
                                        <p:attrNameLst>
                                          <p:attrName>style.visibility</p:attrName>
                                        </p:attrNameLst>
                                      </p:cBhvr>
                                      <p:to>
                                        <p:strVal val="visible"/>
                                      </p:to>
                                    </p:set>
                                    <p:animEffect transition="in" filter="wipe(left)">
                                      <p:cBhvr>
                                        <p:cTn id="17" dur="1000"/>
                                        <p:tgtEl>
                                          <p:spTgt spid="5898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589829"/>
                                        </p:tgtEl>
                                        <p:attrNameLst>
                                          <p:attrName>style.visibility</p:attrName>
                                        </p:attrNameLst>
                                      </p:cBhvr>
                                      <p:to>
                                        <p:strVal val="visible"/>
                                      </p:to>
                                    </p:set>
                                    <p:animEffect transition="in" filter="slide(fromBottom)">
                                      <p:cBhvr>
                                        <p:cTn id="22" dur="1000"/>
                                        <p:tgtEl>
                                          <p:spTgt spid="58982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589831"/>
                                        </p:tgtEl>
                                        <p:attrNameLst>
                                          <p:attrName>style.visibility</p:attrName>
                                        </p:attrNameLst>
                                      </p:cBhvr>
                                      <p:to>
                                        <p:strVal val="visible"/>
                                      </p:to>
                                    </p:set>
                                    <p:animEffect transition="in" filter="slide(fromBottom)">
                                      <p:cBhvr>
                                        <p:cTn id="27" dur="1000"/>
                                        <p:tgtEl>
                                          <p:spTgt spid="58983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89826"/>
                                        </p:tgtEl>
                                        <p:attrNameLst>
                                          <p:attrName>style.visibility</p:attrName>
                                        </p:attrNameLst>
                                      </p:cBhvr>
                                      <p:to>
                                        <p:strVal val="visible"/>
                                      </p:to>
                                    </p:set>
                                    <p:animEffect transition="in" filter="wipe(left)">
                                      <p:cBhvr>
                                        <p:cTn id="32" dur="1000"/>
                                        <p:tgtEl>
                                          <p:spTgt spid="58982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2" fill="hold" nodeType="clickEffect">
                                  <p:stCondLst>
                                    <p:cond delay="0"/>
                                  </p:stCondLst>
                                  <p:childTnLst>
                                    <p:set>
                                      <p:cBhvr>
                                        <p:cTn id="36" dur="1" fill="hold">
                                          <p:stCondLst>
                                            <p:cond delay="0"/>
                                          </p:stCondLst>
                                        </p:cTn>
                                        <p:tgtEl>
                                          <p:spTgt spid="589833"/>
                                        </p:tgtEl>
                                        <p:attrNameLst>
                                          <p:attrName>style.visibility</p:attrName>
                                        </p:attrNameLst>
                                      </p:cBhvr>
                                      <p:to>
                                        <p:strVal val="visible"/>
                                      </p:to>
                                    </p:set>
                                    <p:animEffect transition="in" filter="slide(fromRight)">
                                      <p:cBhvr>
                                        <p:cTn id="37" dur="1000"/>
                                        <p:tgtEl>
                                          <p:spTgt spid="589833"/>
                                        </p:tgtEl>
                                      </p:cBhvr>
                                    </p:animEffect>
                                  </p:childTnLst>
                                </p:cTn>
                              </p:par>
                            </p:childTnLst>
                          </p:cTn>
                        </p:par>
                        <p:par>
                          <p:cTn id="38" fill="hold" nodeType="afterGroup">
                            <p:stCondLst>
                              <p:cond delay="1000"/>
                            </p:stCondLst>
                            <p:childTnLst>
                              <p:par>
                                <p:cTn id="39" presetID="12" presetClass="entr" presetSubtype="2" fill="hold" nodeType="afterEffect">
                                  <p:stCondLst>
                                    <p:cond delay="0"/>
                                  </p:stCondLst>
                                  <p:childTnLst>
                                    <p:set>
                                      <p:cBhvr>
                                        <p:cTn id="40" dur="1" fill="hold">
                                          <p:stCondLst>
                                            <p:cond delay="0"/>
                                          </p:stCondLst>
                                        </p:cTn>
                                        <p:tgtEl>
                                          <p:spTgt spid="589834"/>
                                        </p:tgtEl>
                                        <p:attrNameLst>
                                          <p:attrName>style.visibility</p:attrName>
                                        </p:attrNameLst>
                                      </p:cBhvr>
                                      <p:to>
                                        <p:strVal val="visible"/>
                                      </p:to>
                                    </p:set>
                                    <p:animEffect transition="in" filter="slide(fromRight)">
                                      <p:cBhvr>
                                        <p:cTn id="41" dur="1000"/>
                                        <p:tgtEl>
                                          <p:spTgt spid="589834"/>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589835"/>
                                        </p:tgtEl>
                                        <p:attrNameLst>
                                          <p:attrName>style.visibility</p:attrName>
                                        </p:attrNameLst>
                                      </p:cBhvr>
                                      <p:to>
                                        <p:strVal val="visible"/>
                                      </p:to>
                                    </p:set>
                                    <p:animEffect transition="in" filter="wipe(left)">
                                      <p:cBhvr>
                                        <p:cTn id="46" dur="1000"/>
                                        <p:tgtEl>
                                          <p:spTgt spid="58983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2" presetClass="entr" presetSubtype="4" fill="hold" grpId="0" nodeType="clickEffect">
                                  <p:stCondLst>
                                    <p:cond delay="0"/>
                                  </p:stCondLst>
                                  <p:childTnLst>
                                    <p:set>
                                      <p:cBhvr>
                                        <p:cTn id="50" dur="1" fill="hold">
                                          <p:stCondLst>
                                            <p:cond delay="0"/>
                                          </p:stCondLst>
                                        </p:cTn>
                                        <p:tgtEl>
                                          <p:spTgt spid="589836"/>
                                        </p:tgtEl>
                                        <p:attrNameLst>
                                          <p:attrName>style.visibility</p:attrName>
                                        </p:attrNameLst>
                                      </p:cBhvr>
                                      <p:to>
                                        <p:strVal val="visible"/>
                                      </p:to>
                                    </p:set>
                                    <p:animEffect transition="in" filter="slide(fromBottom)">
                                      <p:cBhvr>
                                        <p:cTn id="51" dur="1000"/>
                                        <p:tgtEl>
                                          <p:spTgt spid="5898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835" grpId="0"/>
      <p:bldP spid="58983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Rectangle 2">
            <a:extLst>
              <a:ext uri="{FF2B5EF4-FFF2-40B4-BE49-F238E27FC236}">
                <a16:creationId xmlns:a16="http://schemas.microsoft.com/office/drawing/2014/main" id="{D2F27B5E-8D9E-4B13-9C8E-30C353FA2E9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90851" name="Rectangle 3">
            <a:extLst>
              <a:ext uri="{FF2B5EF4-FFF2-40B4-BE49-F238E27FC236}">
                <a16:creationId xmlns:a16="http://schemas.microsoft.com/office/drawing/2014/main" id="{147AC4A4-5EA6-4778-A82A-1803332684A3}"/>
              </a:ext>
            </a:extLst>
          </p:cNvPr>
          <p:cNvSpPr>
            <a:spLocks noChangeArrowheads="1"/>
          </p:cNvSpPr>
          <p:nvPr/>
        </p:nvSpPr>
        <p:spPr bwMode="auto">
          <a:xfrm>
            <a:off x="1524001" y="30791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90852" name="Rectangle 4">
            <a:extLst>
              <a:ext uri="{FF2B5EF4-FFF2-40B4-BE49-F238E27FC236}">
                <a16:creationId xmlns:a16="http://schemas.microsoft.com/office/drawing/2014/main" id="{70D6C264-A6AF-4009-8AB3-9E0CB62D990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90853" name="Rectangle 5">
            <a:extLst>
              <a:ext uri="{FF2B5EF4-FFF2-40B4-BE49-F238E27FC236}">
                <a16:creationId xmlns:a16="http://schemas.microsoft.com/office/drawing/2014/main" id="{1B20D4E8-25EB-445F-8835-3A58AFD231CB}"/>
              </a:ext>
            </a:extLst>
          </p:cNvPr>
          <p:cNvSpPr>
            <a:spLocks noChangeArrowheads="1"/>
          </p:cNvSpPr>
          <p:nvPr/>
        </p:nvSpPr>
        <p:spPr bwMode="auto">
          <a:xfrm>
            <a:off x="1847850" y="333375"/>
            <a:ext cx="27368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残差平方和：</a:t>
            </a:r>
          </a:p>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剩余平方和</a:t>
            </a:r>
            <a:r>
              <a:rPr kumimoji="1" lang="en-US" altLang="zh-CN" sz="2800" b="1">
                <a:solidFill>
                  <a:srgbClr val="007A77"/>
                </a:solidFill>
                <a:latin typeface="Times New Roman" panose="02020603050405020304" pitchFamily="18" charset="0"/>
                <a:ea typeface="楷体_GB2312" pitchFamily="49" charset="-122"/>
              </a:rPr>
              <a:t>)</a:t>
            </a:r>
          </a:p>
        </p:txBody>
      </p:sp>
      <p:graphicFrame>
        <p:nvGraphicFramePr>
          <p:cNvPr id="590854" name="Object 6">
            <a:extLst>
              <a:ext uri="{FF2B5EF4-FFF2-40B4-BE49-F238E27FC236}">
                <a16:creationId xmlns:a16="http://schemas.microsoft.com/office/drawing/2014/main" id="{C86A5EC3-00A4-42DE-ACC0-3D2C20AC9184}"/>
              </a:ext>
            </a:extLst>
          </p:cNvPr>
          <p:cNvGraphicFramePr>
            <a:graphicFrameLocks noChangeAspect="1"/>
          </p:cNvGraphicFramePr>
          <p:nvPr/>
        </p:nvGraphicFramePr>
        <p:xfrm>
          <a:off x="4295775" y="476250"/>
          <a:ext cx="5435600" cy="960438"/>
        </p:xfrm>
        <a:graphic>
          <a:graphicData uri="http://schemas.openxmlformats.org/presentationml/2006/ole">
            <mc:AlternateContent xmlns:mc="http://schemas.openxmlformats.org/markup-compatibility/2006">
              <mc:Choice xmlns:v="urn:schemas-microsoft-com:vml" Requires="v">
                <p:oleObj spid="_x0000_s9224" name="公式" r:id="rId3" imgW="2425680" imgH="431640" progId="Equation.3">
                  <p:embed/>
                </p:oleObj>
              </mc:Choice>
              <mc:Fallback>
                <p:oleObj name="公式" r:id="rId3" imgW="2425680" imgH="431640" progId="Equation.3">
                  <p:embed/>
                  <p:pic>
                    <p:nvPicPr>
                      <p:cNvPr id="590854" name="Object 6">
                        <a:extLst>
                          <a:ext uri="{FF2B5EF4-FFF2-40B4-BE49-F238E27FC236}">
                            <a16:creationId xmlns:a16="http://schemas.microsoft.com/office/drawing/2014/main" id="{C86A5EC3-00A4-42DE-ACC0-3D2C20AC91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5775" y="476250"/>
                        <a:ext cx="5435600" cy="960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0855" name="Rectangle 7">
            <a:extLst>
              <a:ext uri="{FF2B5EF4-FFF2-40B4-BE49-F238E27FC236}">
                <a16:creationId xmlns:a16="http://schemas.microsoft.com/office/drawing/2014/main" id="{DE0CA317-C26A-45D9-9077-7942598EAF7E}"/>
              </a:ext>
            </a:extLst>
          </p:cNvPr>
          <p:cNvSpPr>
            <a:spLocks noChangeArrowheads="1"/>
          </p:cNvSpPr>
          <p:nvPr/>
        </p:nvSpPr>
        <p:spPr bwMode="auto">
          <a:xfrm>
            <a:off x="1774825" y="1700213"/>
            <a:ext cx="30241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回归平方和</a:t>
            </a:r>
            <a:r>
              <a:rPr kumimoji="1" lang="en-US" altLang="zh-CN" sz="2800" b="1">
                <a:solidFill>
                  <a:srgbClr val="007A77"/>
                </a:solidFill>
                <a:latin typeface="Times New Roman" panose="02020603050405020304" pitchFamily="18" charset="0"/>
                <a:ea typeface="楷体_GB2312" pitchFamily="49" charset="-122"/>
              </a:rPr>
              <a:t>:</a:t>
            </a:r>
          </a:p>
        </p:txBody>
      </p:sp>
      <p:graphicFrame>
        <p:nvGraphicFramePr>
          <p:cNvPr id="590856" name="Object 8">
            <a:extLst>
              <a:ext uri="{FF2B5EF4-FFF2-40B4-BE49-F238E27FC236}">
                <a16:creationId xmlns:a16="http://schemas.microsoft.com/office/drawing/2014/main" id="{4DCD1B80-EAFF-4F0A-B3D5-693CD2D8EE48}"/>
              </a:ext>
            </a:extLst>
          </p:cNvPr>
          <p:cNvGraphicFramePr>
            <a:graphicFrameLocks noChangeAspect="1"/>
          </p:cNvGraphicFramePr>
          <p:nvPr/>
        </p:nvGraphicFramePr>
        <p:xfrm>
          <a:off x="4224338" y="1557339"/>
          <a:ext cx="2881312" cy="1108075"/>
        </p:xfrm>
        <a:graphic>
          <a:graphicData uri="http://schemas.openxmlformats.org/presentationml/2006/ole">
            <mc:AlternateContent xmlns:mc="http://schemas.openxmlformats.org/markup-compatibility/2006">
              <mc:Choice xmlns:v="urn:schemas-microsoft-com:vml" Requires="v">
                <p:oleObj spid="_x0000_s9225" name="公式" r:id="rId5" imgW="1117440" imgH="431640" progId="Equation.3">
                  <p:embed/>
                </p:oleObj>
              </mc:Choice>
              <mc:Fallback>
                <p:oleObj name="公式" r:id="rId5" imgW="1117440" imgH="431640" progId="Equation.3">
                  <p:embed/>
                  <p:pic>
                    <p:nvPicPr>
                      <p:cNvPr id="590856" name="Object 8">
                        <a:extLst>
                          <a:ext uri="{FF2B5EF4-FFF2-40B4-BE49-F238E27FC236}">
                            <a16:creationId xmlns:a16="http://schemas.microsoft.com/office/drawing/2014/main" id="{4DCD1B80-EAFF-4F0A-B3D5-693CD2D8EE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24338" y="1557339"/>
                        <a:ext cx="2881312" cy="1108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0857" name="Object 9">
            <a:extLst>
              <a:ext uri="{FF2B5EF4-FFF2-40B4-BE49-F238E27FC236}">
                <a16:creationId xmlns:a16="http://schemas.microsoft.com/office/drawing/2014/main" id="{76740312-44D4-4F89-B541-CE08402A0E5A}"/>
              </a:ext>
            </a:extLst>
          </p:cNvPr>
          <p:cNvGraphicFramePr>
            <a:graphicFrameLocks noChangeAspect="1"/>
          </p:cNvGraphicFramePr>
          <p:nvPr/>
        </p:nvGraphicFramePr>
        <p:xfrm>
          <a:off x="2927350" y="4149725"/>
          <a:ext cx="2362200" cy="922338"/>
        </p:xfrm>
        <a:graphic>
          <a:graphicData uri="http://schemas.openxmlformats.org/presentationml/2006/ole">
            <mc:AlternateContent xmlns:mc="http://schemas.openxmlformats.org/markup-compatibility/2006">
              <mc:Choice xmlns:v="urn:schemas-microsoft-com:vml" Requires="v">
                <p:oleObj spid="_x0000_s9226" name="公式" r:id="rId7" imgW="1028520" imgH="406080" progId="Equation.3">
                  <p:embed/>
                </p:oleObj>
              </mc:Choice>
              <mc:Fallback>
                <p:oleObj name="公式" r:id="rId7" imgW="1028520" imgH="406080" progId="Equation.3">
                  <p:embed/>
                  <p:pic>
                    <p:nvPicPr>
                      <p:cNvPr id="590857" name="Object 9">
                        <a:extLst>
                          <a:ext uri="{FF2B5EF4-FFF2-40B4-BE49-F238E27FC236}">
                            <a16:creationId xmlns:a16="http://schemas.microsoft.com/office/drawing/2014/main" id="{76740312-44D4-4F89-B541-CE08402A0E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7350" y="4149725"/>
                        <a:ext cx="2362200" cy="922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0858" name="Object 10">
            <a:extLst>
              <a:ext uri="{FF2B5EF4-FFF2-40B4-BE49-F238E27FC236}">
                <a16:creationId xmlns:a16="http://schemas.microsoft.com/office/drawing/2014/main" id="{F463FADF-24DA-4983-8BE2-E75B2796E537}"/>
              </a:ext>
            </a:extLst>
          </p:cNvPr>
          <p:cNvGraphicFramePr>
            <a:graphicFrameLocks noChangeAspect="1"/>
          </p:cNvGraphicFramePr>
          <p:nvPr/>
        </p:nvGraphicFramePr>
        <p:xfrm>
          <a:off x="6600825" y="4076701"/>
          <a:ext cx="2160588" cy="911225"/>
        </p:xfrm>
        <a:graphic>
          <a:graphicData uri="http://schemas.openxmlformats.org/presentationml/2006/ole">
            <mc:AlternateContent xmlns:mc="http://schemas.openxmlformats.org/markup-compatibility/2006">
              <mc:Choice xmlns:v="urn:schemas-microsoft-com:vml" Requires="v">
                <p:oleObj spid="_x0000_s9227" name="公式" r:id="rId9" imgW="952200" imgH="406080" progId="Equation.3">
                  <p:embed/>
                </p:oleObj>
              </mc:Choice>
              <mc:Fallback>
                <p:oleObj name="公式" r:id="rId9" imgW="952200" imgH="406080" progId="Equation.3">
                  <p:embed/>
                  <p:pic>
                    <p:nvPicPr>
                      <p:cNvPr id="590858" name="Object 10">
                        <a:extLst>
                          <a:ext uri="{FF2B5EF4-FFF2-40B4-BE49-F238E27FC236}">
                            <a16:creationId xmlns:a16="http://schemas.microsoft.com/office/drawing/2014/main" id="{F463FADF-24DA-4983-8BE2-E75B2796E53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00825" y="4076701"/>
                        <a:ext cx="2160588" cy="911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0859" name="Object 11">
            <a:extLst>
              <a:ext uri="{FF2B5EF4-FFF2-40B4-BE49-F238E27FC236}">
                <a16:creationId xmlns:a16="http://schemas.microsoft.com/office/drawing/2014/main" id="{3F92D1C8-E683-4DF4-B9C8-314EF3E9DBA1}"/>
              </a:ext>
            </a:extLst>
          </p:cNvPr>
          <p:cNvGraphicFramePr>
            <a:graphicFrameLocks noChangeAspect="1"/>
          </p:cNvGraphicFramePr>
          <p:nvPr/>
        </p:nvGraphicFramePr>
        <p:xfrm>
          <a:off x="3719513" y="5300664"/>
          <a:ext cx="4627562" cy="1017587"/>
        </p:xfrm>
        <a:graphic>
          <a:graphicData uri="http://schemas.openxmlformats.org/presentationml/2006/ole">
            <mc:AlternateContent xmlns:mc="http://schemas.openxmlformats.org/markup-compatibility/2006">
              <mc:Choice xmlns:v="urn:schemas-microsoft-com:vml" Requires="v">
                <p:oleObj spid="_x0000_s9228" name="公式" r:id="rId11" imgW="1828800" imgH="406080" progId="Equation.3">
                  <p:embed/>
                </p:oleObj>
              </mc:Choice>
              <mc:Fallback>
                <p:oleObj name="公式" r:id="rId11" imgW="1828800" imgH="406080" progId="Equation.3">
                  <p:embed/>
                  <p:pic>
                    <p:nvPicPr>
                      <p:cNvPr id="590859" name="Object 11">
                        <a:extLst>
                          <a:ext uri="{FF2B5EF4-FFF2-40B4-BE49-F238E27FC236}">
                            <a16:creationId xmlns:a16="http://schemas.microsoft.com/office/drawing/2014/main" id="{3F92D1C8-E683-4DF4-B9C8-314EF3E9DBA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19513" y="5300664"/>
                        <a:ext cx="4627562" cy="1017587"/>
                      </a:xfrm>
                      <a:prstGeom prst="rect">
                        <a:avLst/>
                      </a:prstGeom>
                      <a:solidFill>
                        <a:srgbClr val="FFFF99">
                          <a:alpha val="50999"/>
                        </a:srgbClr>
                      </a:solidFill>
                      <a:ln w="9525">
                        <a:solidFill>
                          <a:srgbClr val="FF0000"/>
                        </a:solidFill>
                        <a:miter lim="800000"/>
                        <a:headEnd/>
                        <a:tailEnd/>
                      </a:ln>
                    </p:spPr>
                  </p:pic>
                </p:oleObj>
              </mc:Fallback>
            </mc:AlternateContent>
          </a:graphicData>
        </a:graphic>
      </p:graphicFrame>
      <p:sp>
        <p:nvSpPr>
          <p:cNvPr id="590860" name="Rectangle 12">
            <a:extLst>
              <a:ext uri="{FF2B5EF4-FFF2-40B4-BE49-F238E27FC236}">
                <a16:creationId xmlns:a16="http://schemas.microsoft.com/office/drawing/2014/main" id="{971F52E7-1D66-4335-962F-E41C0B2EC69B}"/>
              </a:ext>
            </a:extLst>
          </p:cNvPr>
          <p:cNvSpPr>
            <a:spLocks noChangeArrowheads="1"/>
          </p:cNvSpPr>
          <p:nvPr/>
        </p:nvSpPr>
        <p:spPr bwMode="auto">
          <a:xfrm>
            <a:off x="1919289" y="4294188"/>
            <a:ext cx="898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于是</a:t>
            </a:r>
          </a:p>
        </p:txBody>
      </p:sp>
      <p:sp>
        <p:nvSpPr>
          <p:cNvPr id="590861" name="Rectangle 13">
            <a:extLst>
              <a:ext uri="{FF2B5EF4-FFF2-40B4-BE49-F238E27FC236}">
                <a16:creationId xmlns:a16="http://schemas.microsoft.com/office/drawing/2014/main" id="{B26C509D-4213-4DCA-8225-CF0108F40816}"/>
              </a:ext>
            </a:extLst>
          </p:cNvPr>
          <p:cNvSpPr>
            <a:spLocks noChangeArrowheads="1"/>
          </p:cNvSpPr>
          <p:nvPr/>
        </p:nvSpPr>
        <p:spPr bwMode="auto">
          <a:xfrm>
            <a:off x="5880100" y="4221163"/>
            <a:ext cx="5413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即</a:t>
            </a:r>
          </a:p>
        </p:txBody>
      </p:sp>
      <p:sp>
        <p:nvSpPr>
          <p:cNvPr id="590862" name="Rectangle 14">
            <a:extLst>
              <a:ext uri="{FF2B5EF4-FFF2-40B4-BE49-F238E27FC236}">
                <a16:creationId xmlns:a16="http://schemas.microsoft.com/office/drawing/2014/main" id="{A34ACB10-BF3C-4A1A-9A09-50F104A061E2}"/>
              </a:ext>
            </a:extLst>
          </p:cNvPr>
          <p:cNvSpPr>
            <a:spLocks noChangeArrowheads="1"/>
          </p:cNvSpPr>
          <p:nvPr/>
        </p:nvSpPr>
        <p:spPr bwMode="auto">
          <a:xfrm>
            <a:off x="2495550" y="5516563"/>
            <a:ext cx="2305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a:t>
            </a:r>
          </a:p>
        </p:txBody>
      </p:sp>
      <p:sp>
        <p:nvSpPr>
          <p:cNvPr id="590863" name="Rectangle 15">
            <a:extLst>
              <a:ext uri="{FF2B5EF4-FFF2-40B4-BE49-F238E27FC236}">
                <a16:creationId xmlns:a16="http://schemas.microsoft.com/office/drawing/2014/main" id="{F038B5A2-F78B-4726-9F03-85A9082E7C5C}"/>
              </a:ext>
            </a:extLst>
          </p:cNvPr>
          <p:cNvSpPr>
            <a:spLocks noChangeArrowheads="1"/>
          </p:cNvSpPr>
          <p:nvPr/>
        </p:nvSpPr>
        <p:spPr bwMode="auto">
          <a:xfrm>
            <a:off x="1847851" y="2852738"/>
            <a:ext cx="26638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可以证明：</a:t>
            </a:r>
          </a:p>
        </p:txBody>
      </p:sp>
      <p:graphicFrame>
        <p:nvGraphicFramePr>
          <p:cNvPr id="590864" name="Object 16">
            <a:extLst>
              <a:ext uri="{FF2B5EF4-FFF2-40B4-BE49-F238E27FC236}">
                <a16:creationId xmlns:a16="http://schemas.microsoft.com/office/drawing/2014/main" id="{28DA6DFF-A957-4EE5-8786-A78E563B9F6B}"/>
              </a:ext>
            </a:extLst>
          </p:cNvPr>
          <p:cNvGraphicFramePr>
            <a:graphicFrameLocks noChangeAspect="1"/>
          </p:cNvGraphicFramePr>
          <p:nvPr/>
        </p:nvGraphicFramePr>
        <p:xfrm>
          <a:off x="4151314" y="2708275"/>
          <a:ext cx="2663825" cy="1042988"/>
        </p:xfrm>
        <a:graphic>
          <a:graphicData uri="http://schemas.openxmlformats.org/presentationml/2006/ole">
            <mc:AlternateContent xmlns:mc="http://schemas.openxmlformats.org/markup-compatibility/2006">
              <mc:Choice xmlns:v="urn:schemas-microsoft-com:vml" Requires="v">
                <p:oleObj spid="_x0000_s9229" name="公式" r:id="rId13" imgW="1028520" imgH="406080" progId="Equation.3">
                  <p:embed/>
                </p:oleObj>
              </mc:Choice>
              <mc:Fallback>
                <p:oleObj name="公式" r:id="rId13" imgW="1028520" imgH="406080" progId="Equation.3">
                  <p:embed/>
                  <p:pic>
                    <p:nvPicPr>
                      <p:cNvPr id="590864" name="Object 16">
                        <a:extLst>
                          <a:ext uri="{FF2B5EF4-FFF2-40B4-BE49-F238E27FC236}">
                            <a16:creationId xmlns:a16="http://schemas.microsoft.com/office/drawing/2014/main" id="{28DA6DFF-A957-4EE5-8786-A78E563B9F6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51314" y="2708275"/>
                        <a:ext cx="2663825" cy="1042988"/>
                      </a:xfrm>
                      <a:prstGeom prst="rect">
                        <a:avLst/>
                      </a:prstGeom>
                      <a:solidFill>
                        <a:srgbClr val="FFFF99">
                          <a:alpha val="50999"/>
                        </a:srgbClr>
                      </a:solidFill>
                      <a:ln w="9525">
                        <a:solidFill>
                          <a:srgbClr val="FF0000"/>
                        </a:solidFill>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90853"/>
                                        </p:tgtEl>
                                        <p:attrNameLst>
                                          <p:attrName>style.visibility</p:attrName>
                                        </p:attrNameLst>
                                      </p:cBhvr>
                                      <p:to>
                                        <p:strVal val="visible"/>
                                      </p:to>
                                    </p:set>
                                    <p:animEffect transition="in" filter="wipe(left)">
                                      <p:cBhvr>
                                        <p:cTn id="7" dur="1000"/>
                                        <p:tgtEl>
                                          <p:spTgt spid="590853"/>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590854"/>
                                        </p:tgtEl>
                                        <p:attrNameLst>
                                          <p:attrName>style.visibility</p:attrName>
                                        </p:attrNameLst>
                                      </p:cBhvr>
                                      <p:to>
                                        <p:strVal val="visible"/>
                                      </p:to>
                                    </p:set>
                                    <p:animEffect transition="in" filter="wipe(left)">
                                      <p:cBhvr>
                                        <p:cTn id="11" dur="1000"/>
                                        <p:tgtEl>
                                          <p:spTgt spid="59085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90855"/>
                                        </p:tgtEl>
                                        <p:attrNameLst>
                                          <p:attrName>style.visibility</p:attrName>
                                        </p:attrNameLst>
                                      </p:cBhvr>
                                      <p:to>
                                        <p:strVal val="visible"/>
                                      </p:to>
                                    </p:set>
                                    <p:animEffect transition="in" filter="wipe(left)">
                                      <p:cBhvr>
                                        <p:cTn id="16" dur="1000"/>
                                        <p:tgtEl>
                                          <p:spTgt spid="590855"/>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590856"/>
                                        </p:tgtEl>
                                        <p:attrNameLst>
                                          <p:attrName>style.visibility</p:attrName>
                                        </p:attrNameLst>
                                      </p:cBhvr>
                                      <p:to>
                                        <p:strVal val="visible"/>
                                      </p:to>
                                    </p:set>
                                    <p:animEffect transition="in" filter="wipe(left)">
                                      <p:cBhvr>
                                        <p:cTn id="20" dur="1000"/>
                                        <p:tgtEl>
                                          <p:spTgt spid="59085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90863"/>
                                        </p:tgtEl>
                                        <p:attrNameLst>
                                          <p:attrName>style.visibility</p:attrName>
                                        </p:attrNameLst>
                                      </p:cBhvr>
                                      <p:to>
                                        <p:strVal val="visible"/>
                                      </p:to>
                                    </p:set>
                                    <p:animEffect transition="in" filter="wipe(left)">
                                      <p:cBhvr>
                                        <p:cTn id="25" dur="1000"/>
                                        <p:tgtEl>
                                          <p:spTgt spid="590863"/>
                                        </p:tgtEl>
                                      </p:cBhvr>
                                    </p:animEffect>
                                  </p:childTnLst>
                                </p:cTn>
                              </p:par>
                            </p:childTnLst>
                          </p:cTn>
                        </p:par>
                        <p:par>
                          <p:cTn id="26" fill="hold" nodeType="afterGroup">
                            <p:stCondLst>
                              <p:cond delay="1000"/>
                            </p:stCondLst>
                            <p:childTnLst>
                              <p:par>
                                <p:cTn id="27" presetID="22" presetClass="entr" presetSubtype="8" fill="hold" nodeType="afterEffect">
                                  <p:stCondLst>
                                    <p:cond delay="0"/>
                                  </p:stCondLst>
                                  <p:childTnLst>
                                    <p:set>
                                      <p:cBhvr>
                                        <p:cTn id="28" dur="1" fill="hold">
                                          <p:stCondLst>
                                            <p:cond delay="0"/>
                                          </p:stCondLst>
                                        </p:cTn>
                                        <p:tgtEl>
                                          <p:spTgt spid="590864"/>
                                        </p:tgtEl>
                                        <p:attrNameLst>
                                          <p:attrName>style.visibility</p:attrName>
                                        </p:attrNameLst>
                                      </p:cBhvr>
                                      <p:to>
                                        <p:strVal val="visible"/>
                                      </p:to>
                                    </p:set>
                                    <p:animEffect transition="in" filter="wipe(left)">
                                      <p:cBhvr>
                                        <p:cTn id="29" dur="1000"/>
                                        <p:tgtEl>
                                          <p:spTgt spid="59086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90860"/>
                                        </p:tgtEl>
                                        <p:attrNameLst>
                                          <p:attrName>style.visibility</p:attrName>
                                        </p:attrNameLst>
                                      </p:cBhvr>
                                      <p:to>
                                        <p:strVal val="visible"/>
                                      </p:to>
                                    </p:set>
                                    <p:animEffect transition="in" filter="wipe(left)">
                                      <p:cBhvr>
                                        <p:cTn id="34" dur="1000"/>
                                        <p:tgtEl>
                                          <p:spTgt spid="590860"/>
                                        </p:tgtEl>
                                      </p:cBhvr>
                                    </p:animEffect>
                                  </p:childTnLst>
                                </p:cTn>
                              </p:par>
                            </p:childTnLst>
                          </p:cTn>
                        </p:par>
                        <p:par>
                          <p:cTn id="35" fill="hold" nodeType="afterGroup">
                            <p:stCondLst>
                              <p:cond delay="1000"/>
                            </p:stCondLst>
                            <p:childTnLst>
                              <p:par>
                                <p:cTn id="36" presetID="22" presetClass="entr" presetSubtype="8" fill="hold" nodeType="afterEffect">
                                  <p:stCondLst>
                                    <p:cond delay="0"/>
                                  </p:stCondLst>
                                  <p:childTnLst>
                                    <p:set>
                                      <p:cBhvr>
                                        <p:cTn id="37" dur="1" fill="hold">
                                          <p:stCondLst>
                                            <p:cond delay="0"/>
                                          </p:stCondLst>
                                        </p:cTn>
                                        <p:tgtEl>
                                          <p:spTgt spid="590857"/>
                                        </p:tgtEl>
                                        <p:attrNameLst>
                                          <p:attrName>style.visibility</p:attrName>
                                        </p:attrNameLst>
                                      </p:cBhvr>
                                      <p:to>
                                        <p:strVal val="visible"/>
                                      </p:to>
                                    </p:set>
                                    <p:animEffect transition="in" filter="wipe(left)">
                                      <p:cBhvr>
                                        <p:cTn id="38" dur="1000"/>
                                        <p:tgtEl>
                                          <p:spTgt spid="59085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590861"/>
                                        </p:tgtEl>
                                        <p:attrNameLst>
                                          <p:attrName>style.visibility</p:attrName>
                                        </p:attrNameLst>
                                      </p:cBhvr>
                                      <p:to>
                                        <p:strVal val="visible"/>
                                      </p:to>
                                    </p:set>
                                    <p:animEffect transition="in" filter="wipe(left)">
                                      <p:cBhvr>
                                        <p:cTn id="43" dur="500"/>
                                        <p:tgtEl>
                                          <p:spTgt spid="590861"/>
                                        </p:tgtEl>
                                      </p:cBhvr>
                                    </p:animEffect>
                                  </p:childTnLst>
                                </p:cTn>
                              </p:par>
                            </p:childTnLst>
                          </p:cTn>
                        </p:par>
                        <p:par>
                          <p:cTn id="44" fill="hold" nodeType="afterGroup">
                            <p:stCondLst>
                              <p:cond delay="500"/>
                            </p:stCondLst>
                            <p:childTnLst>
                              <p:par>
                                <p:cTn id="45" presetID="22" presetClass="entr" presetSubtype="8" fill="hold" nodeType="afterEffect">
                                  <p:stCondLst>
                                    <p:cond delay="0"/>
                                  </p:stCondLst>
                                  <p:childTnLst>
                                    <p:set>
                                      <p:cBhvr>
                                        <p:cTn id="46" dur="1" fill="hold">
                                          <p:stCondLst>
                                            <p:cond delay="0"/>
                                          </p:stCondLst>
                                        </p:cTn>
                                        <p:tgtEl>
                                          <p:spTgt spid="590858"/>
                                        </p:tgtEl>
                                        <p:attrNameLst>
                                          <p:attrName>style.visibility</p:attrName>
                                        </p:attrNameLst>
                                      </p:cBhvr>
                                      <p:to>
                                        <p:strVal val="visible"/>
                                      </p:to>
                                    </p:set>
                                    <p:animEffect transition="in" filter="wipe(left)">
                                      <p:cBhvr>
                                        <p:cTn id="47" dur="1000"/>
                                        <p:tgtEl>
                                          <p:spTgt spid="59085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90862"/>
                                        </p:tgtEl>
                                        <p:attrNameLst>
                                          <p:attrName>style.visibility</p:attrName>
                                        </p:attrNameLst>
                                      </p:cBhvr>
                                      <p:to>
                                        <p:strVal val="visible"/>
                                      </p:to>
                                    </p:set>
                                    <p:animEffect transition="in" filter="wipe(left)">
                                      <p:cBhvr>
                                        <p:cTn id="52" dur="1000"/>
                                        <p:tgtEl>
                                          <p:spTgt spid="590862"/>
                                        </p:tgtEl>
                                      </p:cBhvr>
                                    </p:animEffect>
                                  </p:childTnLst>
                                </p:cTn>
                              </p:par>
                            </p:childTnLst>
                          </p:cTn>
                        </p:par>
                        <p:par>
                          <p:cTn id="53" fill="hold" nodeType="afterGroup">
                            <p:stCondLst>
                              <p:cond delay="1000"/>
                            </p:stCondLst>
                            <p:childTnLst>
                              <p:par>
                                <p:cTn id="54" presetID="22" presetClass="entr" presetSubtype="8" fill="hold" nodeType="afterEffect">
                                  <p:stCondLst>
                                    <p:cond delay="0"/>
                                  </p:stCondLst>
                                  <p:childTnLst>
                                    <p:set>
                                      <p:cBhvr>
                                        <p:cTn id="55" dur="1" fill="hold">
                                          <p:stCondLst>
                                            <p:cond delay="0"/>
                                          </p:stCondLst>
                                        </p:cTn>
                                        <p:tgtEl>
                                          <p:spTgt spid="590859"/>
                                        </p:tgtEl>
                                        <p:attrNameLst>
                                          <p:attrName>style.visibility</p:attrName>
                                        </p:attrNameLst>
                                      </p:cBhvr>
                                      <p:to>
                                        <p:strVal val="visible"/>
                                      </p:to>
                                    </p:set>
                                    <p:animEffect transition="in" filter="wipe(left)">
                                      <p:cBhvr>
                                        <p:cTn id="56" dur="1000"/>
                                        <p:tgtEl>
                                          <p:spTgt spid="590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0853" grpId="0"/>
      <p:bldP spid="590855" grpId="0"/>
      <p:bldP spid="590860" grpId="0"/>
      <p:bldP spid="590861" grpId="0"/>
      <p:bldP spid="590862" grpId="0"/>
      <p:bldP spid="59086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a:extLst>
              <a:ext uri="{FF2B5EF4-FFF2-40B4-BE49-F238E27FC236}">
                <a16:creationId xmlns:a16="http://schemas.microsoft.com/office/drawing/2014/main" id="{1E0AF552-F26C-477D-A1E8-B73FCE86FD6E}"/>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91875" name="Rectangle 3">
            <a:extLst>
              <a:ext uri="{FF2B5EF4-FFF2-40B4-BE49-F238E27FC236}">
                <a16:creationId xmlns:a16="http://schemas.microsoft.com/office/drawing/2014/main" id="{4DFACA88-1177-42A1-AA09-CBFBC6DA5451}"/>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91876" name="Rectangle 4">
            <a:extLst>
              <a:ext uri="{FF2B5EF4-FFF2-40B4-BE49-F238E27FC236}">
                <a16:creationId xmlns:a16="http://schemas.microsoft.com/office/drawing/2014/main" id="{E40E462A-4FBE-41FC-9EE0-8C751FDB7EAA}"/>
              </a:ext>
            </a:extLst>
          </p:cNvPr>
          <p:cNvSpPr>
            <a:spLocks noChangeArrowheads="1"/>
          </p:cNvSpPr>
          <p:nvPr/>
        </p:nvSpPr>
        <p:spPr bwMode="auto">
          <a:xfrm>
            <a:off x="1524001" y="298385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grpSp>
        <p:nvGrpSpPr>
          <p:cNvPr id="591877" name="Group 5">
            <a:extLst>
              <a:ext uri="{FF2B5EF4-FFF2-40B4-BE49-F238E27FC236}">
                <a16:creationId xmlns:a16="http://schemas.microsoft.com/office/drawing/2014/main" id="{433675C8-2A1B-4372-96BC-8B4C66BAF5FB}"/>
              </a:ext>
            </a:extLst>
          </p:cNvPr>
          <p:cNvGrpSpPr>
            <a:grpSpLocks/>
          </p:cNvGrpSpPr>
          <p:nvPr/>
        </p:nvGrpSpPr>
        <p:grpSpPr bwMode="auto">
          <a:xfrm>
            <a:off x="1919288" y="404813"/>
            <a:ext cx="6121400" cy="519112"/>
            <a:chOff x="249" y="255"/>
            <a:chExt cx="3856" cy="327"/>
          </a:xfrm>
        </p:grpSpPr>
        <p:sp>
          <p:nvSpPr>
            <p:cNvPr id="591878" name="Rectangle 6">
              <a:extLst>
                <a:ext uri="{FF2B5EF4-FFF2-40B4-BE49-F238E27FC236}">
                  <a16:creationId xmlns:a16="http://schemas.microsoft.com/office/drawing/2014/main" id="{6E68FE5C-B363-4CD8-A93F-A2FAEC4AA3B1}"/>
                </a:ext>
              </a:extLst>
            </p:cNvPr>
            <p:cNvSpPr>
              <a:spLocks noChangeArrowheads="1"/>
            </p:cNvSpPr>
            <p:nvPr/>
          </p:nvSpPr>
          <p:spPr bwMode="auto">
            <a:xfrm>
              <a:off x="249" y="255"/>
              <a:ext cx="38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残差平方和  的计算方法</a:t>
              </a:r>
            </a:p>
          </p:txBody>
        </p:sp>
        <p:graphicFrame>
          <p:nvGraphicFramePr>
            <p:cNvPr id="591879" name="Object 7">
              <a:extLst>
                <a:ext uri="{FF2B5EF4-FFF2-40B4-BE49-F238E27FC236}">
                  <a16:creationId xmlns:a16="http://schemas.microsoft.com/office/drawing/2014/main" id="{70007C5D-9E54-43D3-A45C-7FE37B6BF2E6}"/>
                </a:ext>
              </a:extLst>
            </p:cNvPr>
            <p:cNvGraphicFramePr>
              <a:graphicFrameLocks noChangeAspect="1"/>
            </p:cNvGraphicFramePr>
            <p:nvPr/>
          </p:nvGraphicFramePr>
          <p:xfrm>
            <a:off x="1429" y="255"/>
            <a:ext cx="255" cy="308"/>
          </p:xfrm>
          <a:graphic>
            <a:graphicData uri="http://schemas.openxmlformats.org/presentationml/2006/ole">
              <mc:AlternateContent xmlns:mc="http://schemas.openxmlformats.org/markup-compatibility/2006">
                <mc:Choice xmlns:v="urn:schemas-microsoft-com:vml" Requires="v">
                  <p:oleObj spid="_x0000_s10246" name="公式" r:id="rId3" imgW="164880" imgH="203040" progId="Equation.3">
                    <p:embed/>
                  </p:oleObj>
                </mc:Choice>
                <mc:Fallback>
                  <p:oleObj name="公式" r:id="rId3" imgW="164880" imgH="203040" progId="Equation.3">
                    <p:embed/>
                    <p:pic>
                      <p:nvPicPr>
                        <p:cNvPr id="591879" name="Object 7">
                          <a:extLst>
                            <a:ext uri="{FF2B5EF4-FFF2-40B4-BE49-F238E27FC236}">
                              <a16:creationId xmlns:a16="http://schemas.microsoft.com/office/drawing/2014/main" id="{70007C5D-9E54-43D3-A45C-7FE37B6BF2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9" y="255"/>
                          <a:ext cx="255" cy="3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591880" name="Object 8">
            <a:extLst>
              <a:ext uri="{FF2B5EF4-FFF2-40B4-BE49-F238E27FC236}">
                <a16:creationId xmlns:a16="http://schemas.microsoft.com/office/drawing/2014/main" id="{1EC9B443-AE75-4458-BB35-50E1C1C23004}"/>
              </a:ext>
            </a:extLst>
          </p:cNvPr>
          <p:cNvGraphicFramePr>
            <a:graphicFrameLocks noChangeAspect="1"/>
          </p:cNvGraphicFramePr>
          <p:nvPr/>
        </p:nvGraphicFramePr>
        <p:xfrm>
          <a:off x="2819400" y="3016250"/>
          <a:ext cx="6300788" cy="1062038"/>
        </p:xfrm>
        <a:graphic>
          <a:graphicData uri="http://schemas.openxmlformats.org/presentationml/2006/ole">
            <mc:AlternateContent xmlns:mc="http://schemas.openxmlformats.org/markup-compatibility/2006">
              <mc:Choice xmlns:v="urn:schemas-microsoft-com:vml" Requires="v">
                <p:oleObj spid="_x0000_s10247" name="公式" r:id="rId5" imgW="2781000" imgH="469800" progId="Equation.3">
                  <p:embed/>
                </p:oleObj>
              </mc:Choice>
              <mc:Fallback>
                <p:oleObj name="公式" r:id="rId5" imgW="2781000" imgH="469800" progId="Equation.3">
                  <p:embed/>
                  <p:pic>
                    <p:nvPicPr>
                      <p:cNvPr id="591880" name="Object 8">
                        <a:extLst>
                          <a:ext uri="{FF2B5EF4-FFF2-40B4-BE49-F238E27FC236}">
                            <a16:creationId xmlns:a16="http://schemas.microsoft.com/office/drawing/2014/main" id="{1EC9B443-AE75-4458-BB35-50E1C1C230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3016250"/>
                        <a:ext cx="6300788" cy="1062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1881" name="Object 9">
            <a:extLst>
              <a:ext uri="{FF2B5EF4-FFF2-40B4-BE49-F238E27FC236}">
                <a16:creationId xmlns:a16="http://schemas.microsoft.com/office/drawing/2014/main" id="{5D69A8BB-A015-4148-99A1-B1780006A5C4}"/>
              </a:ext>
            </a:extLst>
          </p:cNvPr>
          <p:cNvGraphicFramePr>
            <a:graphicFrameLocks noChangeAspect="1"/>
          </p:cNvGraphicFramePr>
          <p:nvPr/>
        </p:nvGraphicFramePr>
        <p:xfrm>
          <a:off x="4619626" y="4222751"/>
          <a:ext cx="2016125" cy="588963"/>
        </p:xfrm>
        <a:graphic>
          <a:graphicData uri="http://schemas.openxmlformats.org/presentationml/2006/ole">
            <mc:AlternateContent xmlns:mc="http://schemas.openxmlformats.org/markup-compatibility/2006">
              <mc:Choice xmlns:v="urn:schemas-microsoft-com:vml" Requires="v">
                <p:oleObj spid="_x0000_s10248" name="公式" r:id="rId7" imgW="812520" imgH="241200" progId="Equation.3">
                  <p:embed/>
                </p:oleObj>
              </mc:Choice>
              <mc:Fallback>
                <p:oleObj name="公式" r:id="rId7" imgW="812520" imgH="241200" progId="Equation.3">
                  <p:embed/>
                  <p:pic>
                    <p:nvPicPr>
                      <p:cNvPr id="591881" name="Object 9">
                        <a:extLst>
                          <a:ext uri="{FF2B5EF4-FFF2-40B4-BE49-F238E27FC236}">
                            <a16:creationId xmlns:a16="http://schemas.microsoft.com/office/drawing/2014/main" id="{5D69A8BB-A015-4148-99A1-B1780006A5C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19626" y="4222751"/>
                        <a:ext cx="2016125" cy="588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1882" name="Object 10">
            <a:extLst>
              <a:ext uri="{FF2B5EF4-FFF2-40B4-BE49-F238E27FC236}">
                <a16:creationId xmlns:a16="http://schemas.microsoft.com/office/drawing/2014/main" id="{F4122998-119C-4773-80B3-15BA3BC40A78}"/>
              </a:ext>
            </a:extLst>
          </p:cNvPr>
          <p:cNvGraphicFramePr>
            <a:graphicFrameLocks noChangeAspect="1"/>
          </p:cNvGraphicFramePr>
          <p:nvPr/>
        </p:nvGraphicFramePr>
        <p:xfrm>
          <a:off x="1524001" y="2278064"/>
          <a:ext cx="4500563" cy="547687"/>
        </p:xfrm>
        <a:graphic>
          <a:graphicData uri="http://schemas.openxmlformats.org/presentationml/2006/ole">
            <mc:AlternateContent xmlns:mc="http://schemas.openxmlformats.org/markup-compatibility/2006">
              <mc:Choice xmlns:v="urn:schemas-microsoft-com:vml" Requires="v">
                <p:oleObj spid="_x0000_s10249" name="公式" r:id="rId9" imgW="1879560" imgH="228600" progId="Equation.3">
                  <p:embed/>
                </p:oleObj>
              </mc:Choice>
              <mc:Fallback>
                <p:oleObj name="公式" r:id="rId9" imgW="1879560" imgH="228600" progId="Equation.3">
                  <p:embed/>
                  <p:pic>
                    <p:nvPicPr>
                      <p:cNvPr id="591882" name="Object 10">
                        <a:extLst>
                          <a:ext uri="{FF2B5EF4-FFF2-40B4-BE49-F238E27FC236}">
                            <a16:creationId xmlns:a16="http://schemas.microsoft.com/office/drawing/2014/main" id="{F4122998-119C-4773-80B3-15BA3BC40A7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24001" y="2278064"/>
                        <a:ext cx="4500563" cy="547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1883" name="Rectangle 11">
            <a:extLst>
              <a:ext uri="{FF2B5EF4-FFF2-40B4-BE49-F238E27FC236}">
                <a16:creationId xmlns:a16="http://schemas.microsoft.com/office/drawing/2014/main" id="{0A158819-5392-4A9D-8F00-75CDD9C394FD}"/>
              </a:ext>
            </a:extLst>
          </p:cNvPr>
          <p:cNvSpPr>
            <a:spLocks noChangeArrowheads="1"/>
          </p:cNvSpPr>
          <p:nvPr/>
        </p:nvSpPr>
        <p:spPr bwMode="auto">
          <a:xfrm>
            <a:off x="6203951" y="2278063"/>
            <a:ext cx="12557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总成立</a:t>
            </a:r>
          </a:p>
        </p:txBody>
      </p:sp>
      <p:sp>
        <p:nvSpPr>
          <p:cNvPr id="591884" name="Rectangle 12">
            <a:extLst>
              <a:ext uri="{FF2B5EF4-FFF2-40B4-BE49-F238E27FC236}">
                <a16:creationId xmlns:a16="http://schemas.microsoft.com/office/drawing/2014/main" id="{2CA6D673-D50E-46AE-8EA9-B2C9FC622A45}"/>
              </a:ext>
            </a:extLst>
          </p:cNvPr>
          <p:cNvSpPr>
            <a:spLocks noChangeArrowheads="1"/>
          </p:cNvSpPr>
          <p:nvPr/>
        </p:nvSpPr>
        <p:spPr bwMode="auto">
          <a:xfrm>
            <a:off x="1847850" y="1484314"/>
            <a:ext cx="88201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定理（平方和分解公式）</a:t>
            </a:r>
            <a:r>
              <a:rPr kumimoji="1" lang="zh-CN" altLang="en-US" sz="2800" b="1">
                <a:solidFill>
                  <a:srgbClr val="007A77"/>
                </a:solidFill>
                <a:latin typeface="Times New Roman" panose="02020603050405020304" pitchFamily="18" charset="0"/>
                <a:ea typeface="楷体_GB2312" pitchFamily="49" charset="-122"/>
              </a:rPr>
              <a:t>：对容量为 </a:t>
            </a:r>
            <a:r>
              <a:rPr kumimoji="1" lang="en-US" altLang="zh-CN" sz="2800" b="1" i="1">
                <a:solidFill>
                  <a:srgbClr val="007A77"/>
                </a:solidFill>
                <a:latin typeface="Times New Roman" panose="02020603050405020304" pitchFamily="18" charset="0"/>
                <a:ea typeface="楷体_GB2312" pitchFamily="49" charset="-122"/>
              </a:rPr>
              <a:t>n </a:t>
            </a:r>
            <a:r>
              <a:rPr kumimoji="1" lang="zh-CN" altLang="en-US" sz="2800" b="1">
                <a:solidFill>
                  <a:srgbClr val="007A77"/>
                </a:solidFill>
                <a:latin typeface="Times New Roman" panose="02020603050405020304" pitchFamily="18" charset="0"/>
                <a:ea typeface="楷体_GB2312" pitchFamily="49" charset="-122"/>
              </a:rPr>
              <a:t>的样本</a:t>
            </a:r>
          </a:p>
        </p:txBody>
      </p:sp>
      <p:sp>
        <p:nvSpPr>
          <p:cNvPr id="591885" name="Rectangle 13">
            <a:extLst>
              <a:ext uri="{FF2B5EF4-FFF2-40B4-BE49-F238E27FC236}">
                <a16:creationId xmlns:a16="http://schemas.microsoft.com/office/drawing/2014/main" id="{B2A52495-87B1-4801-A68E-2CFC28185635}"/>
              </a:ext>
            </a:extLst>
          </p:cNvPr>
          <p:cNvSpPr>
            <a:spLocks noChangeArrowheads="1"/>
          </p:cNvSpPr>
          <p:nvPr/>
        </p:nvSpPr>
        <p:spPr bwMode="auto">
          <a:xfrm>
            <a:off x="2676526" y="4294188"/>
            <a:ext cx="898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即：</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91877"/>
                                        </p:tgtEl>
                                        <p:attrNameLst>
                                          <p:attrName>style.visibility</p:attrName>
                                        </p:attrNameLst>
                                      </p:cBhvr>
                                      <p:to>
                                        <p:strVal val="visible"/>
                                      </p:to>
                                    </p:set>
                                    <p:animEffect transition="in" filter="wipe(left)">
                                      <p:cBhvr>
                                        <p:cTn id="7" dur="1000"/>
                                        <p:tgtEl>
                                          <p:spTgt spid="5918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1884"/>
                                        </p:tgtEl>
                                        <p:attrNameLst>
                                          <p:attrName>style.visibility</p:attrName>
                                        </p:attrNameLst>
                                      </p:cBhvr>
                                      <p:to>
                                        <p:strVal val="visible"/>
                                      </p:to>
                                    </p:set>
                                    <p:animEffect transition="in" filter="wipe(left)">
                                      <p:cBhvr>
                                        <p:cTn id="12" dur="1000"/>
                                        <p:tgtEl>
                                          <p:spTgt spid="591884"/>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591882"/>
                                        </p:tgtEl>
                                        <p:attrNameLst>
                                          <p:attrName>style.visibility</p:attrName>
                                        </p:attrNameLst>
                                      </p:cBhvr>
                                      <p:to>
                                        <p:strVal val="visible"/>
                                      </p:to>
                                    </p:set>
                                    <p:animEffect transition="in" filter="wipe(left)">
                                      <p:cBhvr>
                                        <p:cTn id="16" dur="1000"/>
                                        <p:tgtEl>
                                          <p:spTgt spid="591882"/>
                                        </p:tgtEl>
                                      </p:cBhvr>
                                    </p:animEffect>
                                  </p:childTnLst>
                                </p:cTn>
                              </p:par>
                            </p:childTnLst>
                          </p:cTn>
                        </p:par>
                        <p:par>
                          <p:cTn id="17" fill="hold" nodeType="afterGroup">
                            <p:stCondLst>
                              <p:cond delay="2000"/>
                            </p:stCondLst>
                            <p:childTnLst>
                              <p:par>
                                <p:cTn id="18" presetID="22" presetClass="entr" presetSubtype="8" fill="hold" grpId="0" nodeType="afterEffect">
                                  <p:stCondLst>
                                    <p:cond delay="0"/>
                                  </p:stCondLst>
                                  <p:childTnLst>
                                    <p:set>
                                      <p:cBhvr>
                                        <p:cTn id="19" dur="1" fill="hold">
                                          <p:stCondLst>
                                            <p:cond delay="0"/>
                                          </p:stCondLst>
                                        </p:cTn>
                                        <p:tgtEl>
                                          <p:spTgt spid="591883"/>
                                        </p:tgtEl>
                                        <p:attrNameLst>
                                          <p:attrName>style.visibility</p:attrName>
                                        </p:attrNameLst>
                                      </p:cBhvr>
                                      <p:to>
                                        <p:strVal val="visible"/>
                                      </p:to>
                                    </p:set>
                                    <p:animEffect transition="in" filter="wipe(left)">
                                      <p:cBhvr>
                                        <p:cTn id="20" dur="1000"/>
                                        <p:tgtEl>
                                          <p:spTgt spid="591883"/>
                                        </p:tgtEl>
                                      </p:cBhvr>
                                    </p:animEffect>
                                  </p:childTnLst>
                                </p:cTn>
                              </p:par>
                            </p:childTnLst>
                          </p:cTn>
                        </p:par>
                        <p:par>
                          <p:cTn id="21" fill="hold" nodeType="afterGroup">
                            <p:stCondLst>
                              <p:cond delay="3000"/>
                            </p:stCondLst>
                            <p:childTnLst>
                              <p:par>
                                <p:cTn id="22" presetID="12" presetClass="entr" presetSubtype="4" fill="hold" nodeType="afterEffect">
                                  <p:stCondLst>
                                    <p:cond delay="0"/>
                                  </p:stCondLst>
                                  <p:childTnLst>
                                    <p:set>
                                      <p:cBhvr>
                                        <p:cTn id="23" dur="1" fill="hold">
                                          <p:stCondLst>
                                            <p:cond delay="0"/>
                                          </p:stCondLst>
                                        </p:cTn>
                                        <p:tgtEl>
                                          <p:spTgt spid="591880"/>
                                        </p:tgtEl>
                                        <p:attrNameLst>
                                          <p:attrName>style.visibility</p:attrName>
                                        </p:attrNameLst>
                                      </p:cBhvr>
                                      <p:to>
                                        <p:strVal val="visible"/>
                                      </p:to>
                                    </p:set>
                                    <p:animEffect transition="in" filter="slide(fromBottom)">
                                      <p:cBhvr>
                                        <p:cTn id="24" dur="1000"/>
                                        <p:tgtEl>
                                          <p:spTgt spid="591880"/>
                                        </p:tgtEl>
                                      </p:cBhvr>
                                    </p:animEffect>
                                  </p:childTnLst>
                                </p:cTn>
                              </p:par>
                            </p:childTnLst>
                          </p:cTn>
                        </p:par>
                        <p:par>
                          <p:cTn id="25" fill="hold" nodeType="afterGroup">
                            <p:stCondLst>
                              <p:cond delay="4000"/>
                            </p:stCondLst>
                            <p:childTnLst>
                              <p:par>
                                <p:cTn id="26" presetID="22" presetClass="entr" presetSubtype="8" fill="hold" grpId="0" nodeType="afterEffect">
                                  <p:stCondLst>
                                    <p:cond delay="0"/>
                                  </p:stCondLst>
                                  <p:childTnLst>
                                    <p:set>
                                      <p:cBhvr>
                                        <p:cTn id="27" dur="1" fill="hold">
                                          <p:stCondLst>
                                            <p:cond delay="0"/>
                                          </p:stCondLst>
                                        </p:cTn>
                                        <p:tgtEl>
                                          <p:spTgt spid="591885"/>
                                        </p:tgtEl>
                                        <p:attrNameLst>
                                          <p:attrName>style.visibility</p:attrName>
                                        </p:attrNameLst>
                                      </p:cBhvr>
                                      <p:to>
                                        <p:strVal val="visible"/>
                                      </p:to>
                                    </p:set>
                                    <p:animEffect transition="in" filter="wipe(left)">
                                      <p:cBhvr>
                                        <p:cTn id="28" dur="500"/>
                                        <p:tgtEl>
                                          <p:spTgt spid="591885"/>
                                        </p:tgtEl>
                                      </p:cBhvr>
                                    </p:animEffect>
                                  </p:childTnLst>
                                </p:cTn>
                              </p:par>
                            </p:childTnLst>
                          </p:cTn>
                        </p:par>
                        <p:par>
                          <p:cTn id="29" fill="hold" nodeType="afterGroup">
                            <p:stCondLst>
                              <p:cond delay="4500"/>
                            </p:stCondLst>
                            <p:childTnLst>
                              <p:par>
                                <p:cTn id="30" presetID="12" presetClass="entr" presetSubtype="4" fill="hold" nodeType="afterEffect">
                                  <p:stCondLst>
                                    <p:cond delay="0"/>
                                  </p:stCondLst>
                                  <p:childTnLst>
                                    <p:set>
                                      <p:cBhvr>
                                        <p:cTn id="31" dur="1" fill="hold">
                                          <p:stCondLst>
                                            <p:cond delay="0"/>
                                          </p:stCondLst>
                                        </p:cTn>
                                        <p:tgtEl>
                                          <p:spTgt spid="591881"/>
                                        </p:tgtEl>
                                        <p:attrNameLst>
                                          <p:attrName>style.visibility</p:attrName>
                                        </p:attrNameLst>
                                      </p:cBhvr>
                                      <p:to>
                                        <p:strVal val="visible"/>
                                      </p:to>
                                    </p:set>
                                    <p:animEffect transition="in" filter="slide(fromBottom)">
                                      <p:cBhvr>
                                        <p:cTn id="32" dur="1000"/>
                                        <p:tgtEl>
                                          <p:spTgt spid="5918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1883" grpId="0"/>
      <p:bldP spid="591884" grpId="0"/>
      <p:bldP spid="59188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
            <a:extLst>
              <a:ext uri="{FF2B5EF4-FFF2-40B4-BE49-F238E27FC236}">
                <a16:creationId xmlns:a16="http://schemas.microsoft.com/office/drawing/2014/main" id="{7EEE35B7-DBF7-46B8-AFF6-FF8F154E916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92899" name="Rectangle 3">
            <a:extLst>
              <a:ext uri="{FF2B5EF4-FFF2-40B4-BE49-F238E27FC236}">
                <a16:creationId xmlns:a16="http://schemas.microsoft.com/office/drawing/2014/main" id="{D314B816-976A-4B19-86A0-EB3D3E49C6F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92900" name="Rectangle 4">
            <a:extLst>
              <a:ext uri="{FF2B5EF4-FFF2-40B4-BE49-F238E27FC236}">
                <a16:creationId xmlns:a16="http://schemas.microsoft.com/office/drawing/2014/main" id="{A1863ECB-5DF8-4139-A7E9-E9205E68A31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92901" name="Rectangle 5">
            <a:extLst>
              <a:ext uri="{FF2B5EF4-FFF2-40B4-BE49-F238E27FC236}">
                <a16:creationId xmlns:a16="http://schemas.microsoft.com/office/drawing/2014/main" id="{C855F797-9D57-4417-8723-61AADA9E557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92902" name="Rectangle 6">
            <a:extLst>
              <a:ext uri="{FF2B5EF4-FFF2-40B4-BE49-F238E27FC236}">
                <a16:creationId xmlns:a16="http://schemas.microsoft.com/office/drawing/2014/main" id="{BDCBA0A5-B0BC-4CE3-8612-11019DCF7E0A}"/>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92903" name="Rectangle 7">
            <a:extLst>
              <a:ext uri="{FF2B5EF4-FFF2-40B4-BE49-F238E27FC236}">
                <a16:creationId xmlns:a16="http://schemas.microsoft.com/office/drawing/2014/main" id="{E54BFEA9-8556-4559-880D-2C1401FBB979}"/>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92904" name="Rectangle 8">
            <a:extLst>
              <a:ext uri="{FF2B5EF4-FFF2-40B4-BE49-F238E27FC236}">
                <a16:creationId xmlns:a16="http://schemas.microsoft.com/office/drawing/2014/main" id="{7B7689F0-2125-4EAE-8487-4E7CA26914E8}"/>
              </a:ext>
            </a:extLst>
          </p:cNvPr>
          <p:cNvSpPr>
            <a:spLocks noChangeArrowheads="1"/>
          </p:cNvSpPr>
          <p:nvPr/>
        </p:nvSpPr>
        <p:spPr bwMode="auto">
          <a:xfrm>
            <a:off x="1774826" y="0"/>
            <a:ext cx="18002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证明：</a:t>
            </a:r>
          </a:p>
        </p:txBody>
      </p:sp>
      <p:graphicFrame>
        <p:nvGraphicFramePr>
          <p:cNvPr id="592905" name="Object 9">
            <a:extLst>
              <a:ext uri="{FF2B5EF4-FFF2-40B4-BE49-F238E27FC236}">
                <a16:creationId xmlns:a16="http://schemas.microsoft.com/office/drawing/2014/main" id="{1712F5F4-09BE-4FEE-824D-9DA1E4AC8C33}"/>
              </a:ext>
            </a:extLst>
          </p:cNvPr>
          <p:cNvGraphicFramePr>
            <a:graphicFrameLocks noChangeAspect="1"/>
          </p:cNvGraphicFramePr>
          <p:nvPr/>
        </p:nvGraphicFramePr>
        <p:xfrm>
          <a:off x="1703389" y="715963"/>
          <a:ext cx="2592387" cy="939800"/>
        </p:xfrm>
        <a:graphic>
          <a:graphicData uri="http://schemas.openxmlformats.org/presentationml/2006/ole">
            <mc:AlternateContent xmlns:mc="http://schemas.openxmlformats.org/markup-compatibility/2006">
              <mc:Choice xmlns:v="urn:schemas-microsoft-com:vml" Requires="v">
                <p:oleObj spid="_x0000_s11276" name="公式" r:id="rId3" imgW="1180800" imgH="431640" progId="Equation.3">
                  <p:embed/>
                </p:oleObj>
              </mc:Choice>
              <mc:Fallback>
                <p:oleObj name="公式" r:id="rId3" imgW="1180800" imgH="431640" progId="Equation.3">
                  <p:embed/>
                  <p:pic>
                    <p:nvPicPr>
                      <p:cNvPr id="592905" name="Object 9">
                        <a:extLst>
                          <a:ext uri="{FF2B5EF4-FFF2-40B4-BE49-F238E27FC236}">
                            <a16:creationId xmlns:a16="http://schemas.microsoft.com/office/drawing/2014/main" id="{1712F5F4-09BE-4FEE-824D-9DA1E4AC8C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3389" y="715963"/>
                        <a:ext cx="2592387" cy="939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2906" name="Object 10">
            <a:extLst>
              <a:ext uri="{FF2B5EF4-FFF2-40B4-BE49-F238E27FC236}">
                <a16:creationId xmlns:a16="http://schemas.microsoft.com/office/drawing/2014/main" id="{29B14C96-6626-4975-8576-1A52FF81D4E4}"/>
              </a:ext>
            </a:extLst>
          </p:cNvPr>
          <p:cNvGraphicFramePr>
            <a:graphicFrameLocks noChangeAspect="1"/>
          </p:cNvGraphicFramePr>
          <p:nvPr/>
        </p:nvGraphicFramePr>
        <p:xfrm>
          <a:off x="4367213" y="692151"/>
          <a:ext cx="3967162" cy="963613"/>
        </p:xfrm>
        <a:graphic>
          <a:graphicData uri="http://schemas.openxmlformats.org/presentationml/2006/ole">
            <mc:AlternateContent xmlns:mc="http://schemas.openxmlformats.org/markup-compatibility/2006">
              <mc:Choice xmlns:v="urn:schemas-microsoft-com:vml" Requires="v">
                <p:oleObj spid="_x0000_s11277" name="公式" r:id="rId5" imgW="1765080" imgH="431640" progId="Equation.3">
                  <p:embed/>
                </p:oleObj>
              </mc:Choice>
              <mc:Fallback>
                <p:oleObj name="公式" r:id="rId5" imgW="1765080" imgH="431640" progId="Equation.3">
                  <p:embed/>
                  <p:pic>
                    <p:nvPicPr>
                      <p:cNvPr id="592906" name="Object 10">
                        <a:extLst>
                          <a:ext uri="{FF2B5EF4-FFF2-40B4-BE49-F238E27FC236}">
                            <a16:creationId xmlns:a16="http://schemas.microsoft.com/office/drawing/2014/main" id="{29B14C96-6626-4975-8576-1A52FF81D4E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7213" y="692151"/>
                        <a:ext cx="3967162" cy="963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2907" name="Object 11">
            <a:extLst>
              <a:ext uri="{FF2B5EF4-FFF2-40B4-BE49-F238E27FC236}">
                <a16:creationId xmlns:a16="http://schemas.microsoft.com/office/drawing/2014/main" id="{415DE51C-0747-4AA2-8616-6A3029C6EBC5}"/>
              </a:ext>
            </a:extLst>
          </p:cNvPr>
          <p:cNvGraphicFramePr>
            <a:graphicFrameLocks noChangeAspect="1"/>
          </p:cNvGraphicFramePr>
          <p:nvPr/>
        </p:nvGraphicFramePr>
        <p:xfrm>
          <a:off x="1774826" y="1628775"/>
          <a:ext cx="7751763" cy="990600"/>
        </p:xfrm>
        <a:graphic>
          <a:graphicData uri="http://schemas.openxmlformats.org/presentationml/2006/ole">
            <mc:AlternateContent xmlns:mc="http://schemas.openxmlformats.org/markup-compatibility/2006">
              <mc:Choice xmlns:v="urn:schemas-microsoft-com:vml" Requires="v">
                <p:oleObj spid="_x0000_s11278" name="公式" r:id="rId7" imgW="3352680" imgH="431640" progId="Equation.3">
                  <p:embed/>
                </p:oleObj>
              </mc:Choice>
              <mc:Fallback>
                <p:oleObj name="公式" r:id="rId7" imgW="3352680" imgH="431640" progId="Equation.3">
                  <p:embed/>
                  <p:pic>
                    <p:nvPicPr>
                      <p:cNvPr id="592907" name="Object 11">
                        <a:extLst>
                          <a:ext uri="{FF2B5EF4-FFF2-40B4-BE49-F238E27FC236}">
                            <a16:creationId xmlns:a16="http://schemas.microsoft.com/office/drawing/2014/main" id="{415DE51C-0747-4AA2-8616-6A3029C6EBC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74826" y="1628775"/>
                        <a:ext cx="7751763"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2908" name="Object 12">
            <a:extLst>
              <a:ext uri="{FF2B5EF4-FFF2-40B4-BE49-F238E27FC236}">
                <a16:creationId xmlns:a16="http://schemas.microsoft.com/office/drawing/2014/main" id="{8EB17392-29A1-4B1D-9100-7B7442061CDC}"/>
              </a:ext>
            </a:extLst>
          </p:cNvPr>
          <p:cNvGraphicFramePr>
            <a:graphicFrameLocks noChangeAspect="1"/>
          </p:cNvGraphicFramePr>
          <p:nvPr/>
        </p:nvGraphicFramePr>
        <p:xfrm>
          <a:off x="1774826" y="3284539"/>
          <a:ext cx="2987675" cy="1000125"/>
        </p:xfrm>
        <a:graphic>
          <a:graphicData uri="http://schemas.openxmlformats.org/presentationml/2006/ole">
            <mc:AlternateContent xmlns:mc="http://schemas.openxmlformats.org/markup-compatibility/2006">
              <mc:Choice xmlns:v="urn:schemas-microsoft-com:vml" Requires="v">
                <p:oleObj spid="_x0000_s11279" name="公式" r:id="rId9" imgW="1282680" imgH="431640" progId="Equation.3">
                  <p:embed/>
                </p:oleObj>
              </mc:Choice>
              <mc:Fallback>
                <p:oleObj name="公式" r:id="rId9" imgW="1282680" imgH="431640" progId="Equation.3">
                  <p:embed/>
                  <p:pic>
                    <p:nvPicPr>
                      <p:cNvPr id="592908" name="Object 12">
                        <a:extLst>
                          <a:ext uri="{FF2B5EF4-FFF2-40B4-BE49-F238E27FC236}">
                            <a16:creationId xmlns:a16="http://schemas.microsoft.com/office/drawing/2014/main" id="{8EB17392-29A1-4B1D-9100-7B7442061CD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74826" y="3284539"/>
                        <a:ext cx="2987675" cy="1000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2909" name="Object 13">
            <a:extLst>
              <a:ext uri="{FF2B5EF4-FFF2-40B4-BE49-F238E27FC236}">
                <a16:creationId xmlns:a16="http://schemas.microsoft.com/office/drawing/2014/main" id="{7231E166-8996-4544-9FAC-E7263DA0A3DC}"/>
              </a:ext>
            </a:extLst>
          </p:cNvPr>
          <p:cNvGraphicFramePr>
            <a:graphicFrameLocks noChangeAspect="1"/>
          </p:cNvGraphicFramePr>
          <p:nvPr/>
        </p:nvGraphicFramePr>
        <p:xfrm>
          <a:off x="1774825" y="4137026"/>
          <a:ext cx="5905500" cy="1065213"/>
        </p:xfrm>
        <a:graphic>
          <a:graphicData uri="http://schemas.openxmlformats.org/presentationml/2006/ole">
            <mc:AlternateContent xmlns:mc="http://schemas.openxmlformats.org/markup-compatibility/2006">
              <mc:Choice xmlns:v="urn:schemas-microsoft-com:vml" Requires="v">
                <p:oleObj spid="_x0000_s11280" name="公式" r:id="rId11" imgW="2361960" imgH="431640" progId="Equation.3">
                  <p:embed/>
                </p:oleObj>
              </mc:Choice>
              <mc:Fallback>
                <p:oleObj name="公式" r:id="rId11" imgW="2361960" imgH="431640" progId="Equation.3">
                  <p:embed/>
                  <p:pic>
                    <p:nvPicPr>
                      <p:cNvPr id="592909" name="Object 13">
                        <a:extLst>
                          <a:ext uri="{FF2B5EF4-FFF2-40B4-BE49-F238E27FC236}">
                            <a16:creationId xmlns:a16="http://schemas.microsoft.com/office/drawing/2014/main" id="{7231E166-8996-4544-9FAC-E7263DA0A3D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74825" y="4137026"/>
                        <a:ext cx="5905500" cy="1065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2910" name="Rectangle 14">
            <a:extLst>
              <a:ext uri="{FF2B5EF4-FFF2-40B4-BE49-F238E27FC236}">
                <a16:creationId xmlns:a16="http://schemas.microsoft.com/office/drawing/2014/main" id="{CE20E9C6-B50C-4A42-9F6A-0C658CF67183}"/>
              </a:ext>
            </a:extLst>
          </p:cNvPr>
          <p:cNvSpPr>
            <a:spLocks noChangeArrowheads="1"/>
          </p:cNvSpPr>
          <p:nvPr/>
        </p:nvSpPr>
        <p:spPr bwMode="auto">
          <a:xfrm>
            <a:off x="1524001" y="309815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grpSp>
        <p:nvGrpSpPr>
          <p:cNvPr id="592911" name="Group 15">
            <a:extLst>
              <a:ext uri="{FF2B5EF4-FFF2-40B4-BE49-F238E27FC236}">
                <a16:creationId xmlns:a16="http://schemas.microsoft.com/office/drawing/2014/main" id="{9036CC25-CBE6-4D41-AF27-7FB7FC0802C9}"/>
              </a:ext>
            </a:extLst>
          </p:cNvPr>
          <p:cNvGrpSpPr>
            <a:grpSpLocks/>
          </p:cNvGrpSpPr>
          <p:nvPr/>
        </p:nvGrpSpPr>
        <p:grpSpPr bwMode="auto">
          <a:xfrm>
            <a:off x="1524001" y="2708275"/>
            <a:ext cx="4175125" cy="547688"/>
            <a:chOff x="159" y="1752"/>
            <a:chExt cx="2630" cy="345"/>
          </a:xfrm>
        </p:grpSpPr>
        <p:graphicFrame>
          <p:nvGraphicFramePr>
            <p:cNvPr id="592912" name="Object 16">
              <a:extLst>
                <a:ext uri="{FF2B5EF4-FFF2-40B4-BE49-F238E27FC236}">
                  <a16:creationId xmlns:a16="http://schemas.microsoft.com/office/drawing/2014/main" id="{992AD81F-B131-4AC6-AF9F-EAF3BAEFBB0A}"/>
                </a:ext>
              </a:extLst>
            </p:cNvPr>
            <p:cNvGraphicFramePr>
              <a:graphicFrameLocks noChangeAspect="1"/>
            </p:cNvGraphicFramePr>
            <p:nvPr/>
          </p:nvGraphicFramePr>
          <p:xfrm>
            <a:off x="567" y="1752"/>
            <a:ext cx="1014" cy="345"/>
          </p:xfrm>
          <a:graphic>
            <a:graphicData uri="http://schemas.openxmlformats.org/presentationml/2006/ole">
              <mc:AlternateContent xmlns:mc="http://schemas.openxmlformats.org/markup-compatibility/2006">
                <mc:Choice xmlns:v="urn:schemas-microsoft-com:vml" Requires="v">
                  <p:oleObj spid="_x0000_s11281" name="公式" r:id="rId13" imgW="698400" imgH="241200" progId="Equation.3">
                    <p:embed/>
                  </p:oleObj>
                </mc:Choice>
                <mc:Fallback>
                  <p:oleObj name="公式" r:id="rId13" imgW="698400" imgH="241200" progId="Equation.3">
                    <p:embed/>
                    <p:pic>
                      <p:nvPicPr>
                        <p:cNvPr id="592912" name="Object 16">
                          <a:extLst>
                            <a:ext uri="{FF2B5EF4-FFF2-40B4-BE49-F238E27FC236}">
                              <a16:creationId xmlns:a16="http://schemas.microsoft.com/office/drawing/2014/main" id="{992AD81F-B131-4AC6-AF9F-EAF3BAEFBB0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7" y="1752"/>
                          <a:ext cx="1014" cy="3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2913" name="Rectangle 17">
              <a:extLst>
                <a:ext uri="{FF2B5EF4-FFF2-40B4-BE49-F238E27FC236}">
                  <a16:creationId xmlns:a16="http://schemas.microsoft.com/office/drawing/2014/main" id="{0EEE73C6-403D-4B91-8D5C-DFB3A6C9624B}"/>
                </a:ext>
              </a:extLst>
            </p:cNvPr>
            <p:cNvSpPr>
              <a:spLocks noChangeArrowheads="1"/>
            </p:cNvSpPr>
            <p:nvPr/>
          </p:nvSpPr>
          <p:spPr bwMode="auto">
            <a:xfrm>
              <a:off x="159" y="1752"/>
              <a:ext cx="3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由</a:t>
              </a:r>
            </a:p>
          </p:txBody>
        </p:sp>
        <p:sp>
          <p:nvSpPr>
            <p:cNvPr id="592914" name="Rectangle 18">
              <a:extLst>
                <a:ext uri="{FF2B5EF4-FFF2-40B4-BE49-F238E27FC236}">
                  <a16:creationId xmlns:a16="http://schemas.microsoft.com/office/drawing/2014/main" id="{A72705FB-FFB9-49AF-BBB6-313514FCF0A9}"/>
                </a:ext>
              </a:extLst>
            </p:cNvPr>
            <p:cNvSpPr>
              <a:spLocks noChangeArrowheads="1"/>
            </p:cNvSpPr>
            <p:nvPr/>
          </p:nvSpPr>
          <p:spPr bwMode="auto">
            <a:xfrm>
              <a:off x="1655" y="1752"/>
              <a:ext cx="113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可得：</a:t>
              </a:r>
            </a:p>
          </p:txBody>
        </p:sp>
      </p:grpSp>
      <p:graphicFrame>
        <p:nvGraphicFramePr>
          <p:cNvPr id="592915" name="Object 19">
            <a:extLst>
              <a:ext uri="{FF2B5EF4-FFF2-40B4-BE49-F238E27FC236}">
                <a16:creationId xmlns:a16="http://schemas.microsoft.com/office/drawing/2014/main" id="{F01EB568-46CC-4A35-903C-BCD4319307E9}"/>
              </a:ext>
            </a:extLst>
          </p:cNvPr>
          <p:cNvGraphicFramePr>
            <a:graphicFrameLocks noChangeAspect="1"/>
          </p:cNvGraphicFramePr>
          <p:nvPr/>
        </p:nvGraphicFramePr>
        <p:xfrm>
          <a:off x="1847851" y="5132388"/>
          <a:ext cx="5688013" cy="1041400"/>
        </p:xfrm>
        <a:graphic>
          <a:graphicData uri="http://schemas.openxmlformats.org/presentationml/2006/ole">
            <mc:AlternateContent xmlns:mc="http://schemas.openxmlformats.org/markup-compatibility/2006">
              <mc:Choice xmlns:v="urn:schemas-microsoft-com:vml" Requires="v">
                <p:oleObj spid="_x0000_s11282" name="公式" r:id="rId15" imgW="2336760" imgH="431640" progId="Equation.3">
                  <p:embed/>
                </p:oleObj>
              </mc:Choice>
              <mc:Fallback>
                <p:oleObj name="公式" r:id="rId15" imgW="2336760" imgH="431640" progId="Equation.3">
                  <p:embed/>
                  <p:pic>
                    <p:nvPicPr>
                      <p:cNvPr id="592915" name="Object 19">
                        <a:extLst>
                          <a:ext uri="{FF2B5EF4-FFF2-40B4-BE49-F238E27FC236}">
                            <a16:creationId xmlns:a16="http://schemas.microsoft.com/office/drawing/2014/main" id="{F01EB568-46CC-4A35-903C-BCD4319307E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47851" y="5132388"/>
                        <a:ext cx="5688013"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2916" name="Object 20">
            <a:extLst>
              <a:ext uri="{FF2B5EF4-FFF2-40B4-BE49-F238E27FC236}">
                <a16:creationId xmlns:a16="http://schemas.microsoft.com/office/drawing/2014/main" id="{29AE0470-6DF6-46F1-ABA9-390DCB3A67CF}"/>
              </a:ext>
            </a:extLst>
          </p:cNvPr>
          <p:cNvGraphicFramePr>
            <a:graphicFrameLocks noChangeAspect="1"/>
          </p:cNvGraphicFramePr>
          <p:nvPr/>
        </p:nvGraphicFramePr>
        <p:xfrm>
          <a:off x="7535863" y="5300664"/>
          <a:ext cx="2532062" cy="669925"/>
        </p:xfrm>
        <a:graphic>
          <a:graphicData uri="http://schemas.openxmlformats.org/presentationml/2006/ole">
            <mc:AlternateContent xmlns:mc="http://schemas.openxmlformats.org/markup-compatibility/2006">
              <mc:Choice xmlns:v="urn:schemas-microsoft-com:vml" Requires="v">
                <p:oleObj spid="_x0000_s11283" name="公式" r:id="rId17" imgW="1015920" imgH="266400" progId="Equation.3">
                  <p:embed/>
                </p:oleObj>
              </mc:Choice>
              <mc:Fallback>
                <p:oleObj name="公式" r:id="rId17" imgW="1015920" imgH="266400" progId="Equation.3">
                  <p:embed/>
                  <p:pic>
                    <p:nvPicPr>
                      <p:cNvPr id="592916" name="Object 20">
                        <a:extLst>
                          <a:ext uri="{FF2B5EF4-FFF2-40B4-BE49-F238E27FC236}">
                            <a16:creationId xmlns:a16="http://schemas.microsoft.com/office/drawing/2014/main" id="{29AE0470-6DF6-46F1-ABA9-390DCB3A67C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535863" y="5300664"/>
                        <a:ext cx="2532062" cy="669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2917" name="Object 21">
            <a:extLst>
              <a:ext uri="{FF2B5EF4-FFF2-40B4-BE49-F238E27FC236}">
                <a16:creationId xmlns:a16="http://schemas.microsoft.com/office/drawing/2014/main" id="{369F99D4-7D71-4285-8EBC-038CFC62EAE0}"/>
              </a:ext>
            </a:extLst>
          </p:cNvPr>
          <p:cNvGraphicFramePr>
            <a:graphicFrameLocks noChangeAspect="1"/>
          </p:cNvGraphicFramePr>
          <p:nvPr/>
        </p:nvGraphicFramePr>
        <p:xfrm>
          <a:off x="4800600" y="3284539"/>
          <a:ext cx="4675188" cy="1000125"/>
        </p:xfrm>
        <a:graphic>
          <a:graphicData uri="http://schemas.openxmlformats.org/presentationml/2006/ole">
            <mc:AlternateContent xmlns:mc="http://schemas.openxmlformats.org/markup-compatibility/2006">
              <mc:Choice xmlns:v="urn:schemas-microsoft-com:vml" Requires="v">
                <p:oleObj spid="_x0000_s11284" name="公式" r:id="rId19" imgW="2006280" imgH="431640" progId="Equation.3">
                  <p:embed/>
                </p:oleObj>
              </mc:Choice>
              <mc:Fallback>
                <p:oleObj name="公式" r:id="rId19" imgW="2006280" imgH="431640" progId="Equation.3">
                  <p:embed/>
                  <p:pic>
                    <p:nvPicPr>
                      <p:cNvPr id="592917" name="Object 21">
                        <a:extLst>
                          <a:ext uri="{FF2B5EF4-FFF2-40B4-BE49-F238E27FC236}">
                            <a16:creationId xmlns:a16="http://schemas.microsoft.com/office/drawing/2014/main" id="{369F99D4-7D71-4285-8EBC-038CFC62EAE0}"/>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00600" y="3284539"/>
                        <a:ext cx="4675188" cy="1000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2918" name="Object 22">
            <a:extLst>
              <a:ext uri="{FF2B5EF4-FFF2-40B4-BE49-F238E27FC236}">
                <a16:creationId xmlns:a16="http://schemas.microsoft.com/office/drawing/2014/main" id="{A8266255-A6F9-452E-A0FD-7308E2C6095A}"/>
              </a:ext>
            </a:extLst>
          </p:cNvPr>
          <p:cNvGraphicFramePr>
            <a:graphicFrameLocks noChangeAspect="1"/>
          </p:cNvGraphicFramePr>
          <p:nvPr/>
        </p:nvGraphicFramePr>
        <p:xfrm>
          <a:off x="10034588" y="5445125"/>
          <a:ext cx="633412" cy="446088"/>
        </p:xfrm>
        <a:graphic>
          <a:graphicData uri="http://schemas.openxmlformats.org/presentationml/2006/ole">
            <mc:AlternateContent xmlns:mc="http://schemas.openxmlformats.org/markup-compatibility/2006">
              <mc:Choice xmlns:v="urn:schemas-microsoft-com:vml" Requires="v">
                <p:oleObj spid="_x0000_s11285" name="公式" r:id="rId21" imgW="253800" imgH="177480" progId="Equation.3">
                  <p:embed/>
                </p:oleObj>
              </mc:Choice>
              <mc:Fallback>
                <p:oleObj name="公式" r:id="rId21" imgW="253800" imgH="177480" progId="Equation.3">
                  <p:embed/>
                  <p:pic>
                    <p:nvPicPr>
                      <p:cNvPr id="592918" name="Object 22">
                        <a:extLst>
                          <a:ext uri="{FF2B5EF4-FFF2-40B4-BE49-F238E27FC236}">
                            <a16:creationId xmlns:a16="http://schemas.microsoft.com/office/drawing/2014/main" id="{A8266255-A6F9-452E-A0FD-7308E2C6095A}"/>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034588" y="5445125"/>
                        <a:ext cx="633412" cy="446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92904"/>
                                        </p:tgtEl>
                                        <p:attrNameLst>
                                          <p:attrName>style.visibility</p:attrName>
                                        </p:attrNameLst>
                                      </p:cBhvr>
                                      <p:to>
                                        <p:strVal val="visible"/>
                                      </p:to>
                                    </p:set>
                                    <p:animEffect transition="in" filter="wipe(left)">
                                      <p:cBhvr>
                                        <p:cTn id="7" dur="500"/>
                                        <p:tgtEl>
                                          <p:spTgt spid="5929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92905"/>
                                        </p:tgtEl>
                                        <p:attrNameLst>
                                          <p:attrName>style.visibility</p:attrName>
                                        </p:attrNameLst>
                                      </p:cBhvr>
                                      <p:to>
                                        <p:strVal val="visible"/>
                                      </p:to>
                                    </p:set>
                                    <p:animEffect transition="in" filter="wipe(left)">
                                      <p:cBhvr>
                                        <p:cTn id="12" dur="1000"/>
                                        <p:tgtEl>
                                          <p:spTgt spid="5929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92906"/>
                                        </p:tgtEl>
                                        <p:attrNameLst>
                                          <p:attrName>style.visibility</p:attrName>
                                        </p:attrNameLst>
                                      </p:cBhvr>
                                      <p:to>
                                        <p:strVal val="visible"/>
                                      </p:to>
                                    </p:set>
                                    <p:animEffect transition="in" filter="wipe(left)">
                                      <p:cBhvr>
                                        <p:cTn id="17" dur="1000"/>
                                        <p:tgtEl>
                                          <p:spTgt spid="59290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92907"/>
                                        </p:tgtEl>
                                        <p:attrNameLst>
                                          <p:attrName>style.visibility</p:attrName>
                                        </p:attrNameLst>
                                      </p:cBhvr>
                                      <p:to>
                                        <p:strVal val="visible"/>
                                      </p:to>
                                    </p:set>
                                    <p:animEffect transition="in" filter="wipe(left)">
                                      <p:cBhvr>
                                        <p:cTn id="22" dur="1000"/>
                                        <p:tgtEl>
                                          <p:spTgt spid="59290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92911"/>
                                        </p:tgtEl>
                                        <p:attrNameLst>
                                          <p:attrName>style.visibility</p:attrName>
                                        </p:attrNameLst>
                                      </p:cBhvr>
                                      <p:to>
                                        <p:strVal val="visible"/>
                                      </p:to>
                                    </p:set>
                                    <p:animEffect transition="in" filter="wipe(left)">
                                      <p:cBhvr>
                                        <p:cTn id="27" dur="1000"/>
                                        <p:tgtEl>
                                          <p:spTgt spid="5929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92908"/>
                                        </p:tgtEl>
                                        <p:attrNameLst>
                                          <p:attrName>style.visibility</p:attrName>
                                        </p:attrNameLst>
                                      </p:cBhvr>
                                      <p:to>
                                        <p:strVal val="visible"/>
                                      </p:to>
                                    </p:set>
                                    <p:animEffect transition="in" filter="wipe(left)">
                                      <p:cBhvr>
                                        <p:cTn id="32" dur="1000"/>
                                        <p:tgtEl>
                                          <p:spTgt spid="59290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92917"/>
                                        </p:tgtEl>
                                        <p:attrNameLst>
                                          <p:attrName>style.visibility</p:attrName>
                                        </p:attrNameLst>
                                      </p:cBhvr>
                                      <p:to>
                                        <p:strVal val="visible"/>
                                      </p:to>
                                    </p:set>
                                    <p:animEffect transition="in" filter="wipe(left)">
                                      <p:cBhvr>
                                        <p:cTn id="37" dur="1000"/>
                                        <p:tgtEl>
                                          <p:spTgt spid="59291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92909"/>
                                        </p:tgtEl>
                                        <p:attrNameLst>
                                          <p:attrName>style.visibility</p:attrName>
                                        </p:attrNameLst>
                                      </p:cBhvr>
                                      <p:to>
                                        <p:strVal val="visible"/>
                                      </p:to>
                                    </p:set>
                                    <p:animEffect transition="in" filter="wipe(left)">
                                      <p:cBhvr>
                                        <p:cTn id="42" dur="1000"/>
                                        <p:tgtEl>
                                          <p:spTgt spid="59290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92915"/>
                                        </p:tgtEl>
                                        <p:attrNameLst>
                                          <p:attrName>style.visibility</p:attrName>
                                        </p:attrNameLst>
                                      </p:cBhvr>
                                      <p:to>
                                        <p:strVal val="visible"/>
                                      </p:to>
                                    </p:set>
                                    <p:animEffect transition="in" filter="wipe(left)">
                                      <p:cBhvr>
                                        <p:cTn id="47" dur="1000"/>
                                        <p:tgtEl>
                                          <p:spTgt spid="59291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92916"/>
                                        </p:tgtEl>
                                        <p:attrNameLst>
                                          <p:attrName>style.visibility</p:attrName>
                                        </p:attrNameLst>
                                      </p:cBhvr>
                                      <p:to>
                                        <p:strVal val="visible"/>
                                      </p:to>
                                    </p:set>
                                    <p:animEffect transition="in" filter="wipe(left)">
                                      <p:cBhvr>
                                        <p:cTn id="52" dur="1000"/>
                                        <p:tgtEl>
                                          <p:spTgt spid="59291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592918"/>
                                        </p:tgtEl>
                                        <p:attrNameLst>
                                          <p:attrName>style.visibility</p:attrName>
                                        </p:attrNameLst>
                                      </p:cBhvr>
                                      <p:to>
                                        <p:strVal val="visible"/>
                                      </p:to>
                                    </p:set>
                                    <p:animEffect transition="in" filter="wipe(left)">
                                      <p:cBhvr>
                                        <p:cTn id="57" dur="1000"/>
                                        <p:tgtEl>
                                          <p:spTgt spid="592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90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
            <a:extLst>
              <a:ext uri="{FF2B5EF4-FFF2-40B4-BE49-F238E27FC236}">
                <a16:creationId xmlns:a16="http://schemas.microsoft.com/office/drawing/2014/main" id="{66C4229F-C4ED-44C8-B4F5-1D6363EA440B}"/>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93923" name="Rectangle 3">
            <a:extLst>
              <a:ext uri="{FF2B5EF4-FFF2-40B4-BE49-F238E27FC236}">
                <a16:creationId xmlns:a16="http://schemas.microsoft.com/office/drawing/2014/main" id="{23839FBC-24BB-431D-B3DE-0AD7C4C036D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93924" name="Rectangle 4">
            <a:extLst>
              <a:ext uri="{FF2B5EF4-FFF2-40B4-BE49-F238E27FC236}">
                <a16:creationId xmlns:a16="http://schemas.microsoft.com/office/drawing/2014/main" id="{0754BCCB-FE03-4DC5-A402-48D8E860CA88}"/>
              </a:ext>
            </a:extLst>
          </p:cNvPr>
          <p:cNvSpPr>
            <a:spLocks noChangeArrowheads="1"/>
          </p:cNvSpPr>
          <p:nvPr/>
        </p:nvSpPr>
        <p:spPr bwMode="auto">
          <a:xfrm>
            <a:off x="1524001" y="298385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93925" name="Rectangle 5">
            <a:extLst>
              <a:ext uri="{FF2B5EF4-FFF2-40B4-BE49-F238E27FC236}">
                <a16:creationId xmlns:a16="http://schemas.microsoft.com/office/drawing/2014/main" id="{814660A0-A87B-49C6-BDA6-B391AC1945EA}"/>
              </a:ext>
            </a:extLst>
          </p:cNvPr>
          <p:cNvSpPr>
            <a:spLocks noChangeArrowheads="1"/>
          </p:cNvSpPr>
          <p:nvPr/>
        </p:nvSpPr>
        <p:spPr bwMode="auto">
          <a:xfrm>
            <a:off x="1919289" y="2492376"/>
            <a:ext cx="5413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又</a:t>
            </a:r>
          </a:p>
        </p:txBody>
      </p:sp>
      <p:sp>
        <p:nvSpPr>
          <p:cNvPr id="593926" name="Rectangle 6">
            <a:extLst>
              <a:ext uri="{FF2B5EF4-FFF2-40B4-BE49-F238E27FC236}">
                <a16:creationId xmlns:a16="http://schemas.microsoft.com/office/drawing/2014/main" id="{141A3F2C-6C3B-4604-9008-F82FA0CE5170}"/>
              </a:ext>
            </a:extLst>
          </p:cNvPr>
          <p:cNvSpPr>
            <a:spLocks noChangeArrowheads="1"/>
          </p:cNvSpPr>
          <p:nvPr/>
        </p:nvSpPr>
        <p:spPr bwMode="auto">
          <a:xfrm>
            <a:off x="1774826" y="260351"/>
            <a:ext cx="1152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a:t>
            </a:r>
          </a:p>
        </p:txBody>
      </p:sp>
      <p:graphicFrame>
        <p:nvGraphicFramePr>
          <p:cNvPr id="593927" name="Object 7">
            <a:extLst>
              <a:ext uri="{FF2B5EF4-FFF2-40B4-BE49-F238E27FC236}">
                <a16:creationId xmlns:a16="http://schemas.microsoft.com/office/drawing/2014/main" id="{636466E5-40E0-4115-B3CC-3CE071030F83}"/>
              </a:ext>
            </a:extLst>
          </p:cNvPr>
          <p:cNvGraphicFramePr>
            <a:graphicFrameLocks noChangeAspect="1"/>
          </p:cNvGraphicFramePr>
          <p:nvPr/>
        </p:nvGraphicFramePr>
        <p:xfrm>
          <a:off x="4295776" y="333376"/>
          <a:ext cx="2016125" cy="588963"/>
        </p:xfrm>
        <a:graphic>
          <a:graphicData uri="http://schemas.openxmlformats.org/presentationml/2006/ole">
            <mc:AlternateContent xmlns:mc="http://schemas.openxmlformats.org/markup-compatibility/2006">
              <mc:Choice xmlns:v="urn:schemas-microsoft-com:vml" Requires="v">
                <p:oleObj spid="_x0000_s12296" name="公式" r:id="rId3" imgW="812520" imgH="241200" progId="Equation.3">
                  <p:embed/>
                </p:oleObj>
              </mc:Choice>
              <mc:Fallback>
                <p:oleObj name="公式" r:id="rId3" imgW="812520" imgH="241200" progId="Equation.3">
                  <p:embed/>
                  <p:pic>
                    <p:nvPicPr>
                      <p:cNvPr id="593927" name="Object 7">
                        <a:extLst>
                          <a:ext uri="{FF2B5EF4-FFF2-40B4-BE49-F238E27FC236}">
                            <a16:creationId xmlns:a16="http://schemas.microsoft.com/office/drawing/2014/main" id="{636466E5-40E0-4115-B3CC-3CE071030F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5776" y="333376"/>
                        <a:ext cx="2016125" cy="588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3928" name="Object 8">
            <a:extLst>
              <a:ext uri="{FF2B5EF4-FFF2-40B4-BE49-F238E27FC236}">
                <a16:creationId xmlns:a16="http://schemas.microsoft.com/office/drawing/2014/main" id="{A51B48FE-87CE-4213-B178-AA5813910196}"/>
              </a:ext>
            </a:extLst>
          </p:cNvPr>
          <p:cNvGraphicFramePr>
            <a:graphicFrameLocks noChangeAspect="1"/>
          </p:cNvGraphicFramePr>
          <p:nvPr/>
        </p:nvGraphicFramePr>
        <p:xfrm>
          <a:off x="3143251" y="2420939"/>
          <a:ext cx="2881313" cy="1108075"/>
        </p:xfrm>
        <a:graphic>
          <a:graphicData uri="http://schemas.openxmlformats.org/presentationml/2006/ole">
            <mc:AlternateContent xmlns:mc="http://schemas.openxmlformats.org/markup-compatibility/2006">
              <mc:Choice xmlns:v="urn:schemas-microsoft-com:vml" Requires="v">
                <p:oleObj spid="_x0000_s12297" name="公式" r:id="rId5" imgW="1117440" imgH="431640" progId="Equation.3">
                  <p:embed/>
                </p:oleObj>
              </mc:Choice>
              <mc:Fallback>
                <p:oleObj name="公式" r:id="rId5" imgW="1117440" imgH="431640" progId="Equation.3">
                  <p:embed/>
                  <p:pic>
                    <p:nvPicPr>
                      <p:cNvPr id="593928" name="Object 8">
                        <a:extLst>
                          <a:ext uri="{FF2B5EF4-FFF2-40B4-BE49-F238E27FC236}">
                            <a16:creationId xmlns:a16="http://schemas.microsoft.com/office/drawing/2014/main" id="{A51B48FE-87CE-4213-B178-AA58139101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3251" y="2420939"/>
                        <a:ext cx="2881313" cy="1108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3929" name="Object 9">
            <a:extLst>
              <a:ext uri="{FF2B5EF4-FFF2-40B4-BE49-F238E27FC236}">
                <a16:creationId xmlns:a16="http://schemas.microsoft.com/office/drawing/2014/main" id="{DB1CCB92-FDAE-4305-A0BA-F91EAB4B8E7A}"/>
              </a:ext>
            </a:extLst>
          </p:cNvPr>
          <p:cNvGraphicFramePr>
            <a:graphicFrameLocks noChangeAspect="1"/>
          </p:cNvGraphicFramePr>
          <p:nvPr/>
        </p:nvGraphicFramePr>
        <p:xfrm>
          <a:off x="6024563" y="2420939"/>
          <a:ext cx="2520950" cy="987425"/>
        </p:xfrm>
        <a:graphic>
          <a:graphicData uri="http://schemas.openxmlformats.org/presentationml/2006/ole">
            <mc:AlternateContent xmlns:mc="http://schemas.openxmlformats.org/markup-compatibility/2006">
              <mc:Choice xmlns:v="urn:schemas-microsoft-com:vml" Requires="v">
                <p:oleObj spid="_x0000_s12298" name="公式" r:id="rId7" imgW="1091880" imgH="431640" progId="Equation.3">
                  <p:embed/>
                </p:oleObj>
              </mc:Choice>
              <mc:Fallback>
                <p:oleObj name="公式" r:id="rId7" imgW="1091880" imgH="431640" progId="Equation.3">
                  <p:embed/>
                  <p:pic>
                    <p:nvPicPr>
                      <p:cNvPr id="593929" name="Object 9">
                        <a:extLst>
                          <a:ext uri="{FF2B5EF4-FFF2-40B4-BE49-F238E27FC236}">
                            <a16:creationId xmlns:a16="http://schemas.microsoft.com/office/drawing/2014/main" id="{DB1CCB92-FDAE-4305-A0BA-F91EAB4B8E7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24563" y="2420939"/>
                        <a:ext cx="2520950" cy="987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3930" name="Object 10">
            <a:extLst>
              <a:ext uri="{FF2B5EF4-FFF2-40B4-BE49-F238E27FC236}">
                <a16:creationId xmlns:a16="http://schemas.microsoft.com/office/drawing/2014/main" id="{DEA652CC-ED4E-4DBE-AC6F-BA637511540D}"/>
              </a:ext>
            </a:extLst>
          </p:cNvPr>
          <p:cNvGraphicFramePr>
            <a:graphicFrameLocks noChangeAspect="1"/>
          </p:cNvGraphicFramePr>
          <p:nvPr/>
        </p:nvGraphicFramePr>
        <p:xfrm>
          <a:off x="3287713" y="3933825"/>
          <a:ext cx="1223962" cy="592138"/>
        </p:xfrm>
        <a:graphic>
          <a:graphicData uri="http://schemas.openxmlformats.org/presentationml/2006/ole">
            <mc:AlternateContent xmlns:mc="http://schemas.openxmlformats.org/markup-compatibility/2006">
              <mc:Choice xmlns:v="urn:schemas-microsoft-com:vml" Requires="v">
                <p:oleObj spid="_x0000_s12299" name="公式" r:id="rId9" imgW="520560" imgH="253800" progId="Equation.3">
                  <p:embed/>
                </p:oleObj>
              </mc:Choice>
              <mc:Fallback>
                <p:oleObj name="公式" r:id="rId9" imgW="520560" imgH="253800" progId="Equation.3">
                  <p:embed/>
                  <p:pic>
                    <p:nvPicPr>
                      <p:cNvPr id="593930" name="Object 10">
                        <a:extLst>
                          <a:ext uri="{FF2B5EF4-FFF2-40B4-BE49-F238E27FC236}">
                            <a16:creationId xmlns:a16="http://schemas.microsoft.com/office/drawing/2014/main" id="{DEA652CC-ED4E-4DBE-AC6F-BA637511540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87713" y="3933825"/>
                        <a:ext cx="1223962" cy="592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3931" name="Object 11">
            <a:extLst>
              <a:ext uri="{FF2B5EF4-FFF2-40B4-BE49-F238E27FC236}">
                <a16:creationId xmlns:a16="http://schemas.microsoft.com/office/drawing/2014/main" id="{3A1CB0BF-0AFC-4E04-93EB-CEC9B74E023C}"/>
              </a:ext>
            </a:extLst>
          </p:cNvPr>
          <p:cNvGraphicFramePr>
            <a:graphicFrameLocks noChangeAspect="1"/>
          </p:cNvGraphicFramePr>
          <p:nvPr/>
        </p:nvGraphicFramePr>
        <p:xfrm>
          <a:off x="4727576" y="3933826"/>
          <a:ext cx="1223963" cy="727075"/>
        </p:xfrm>
        <a:graphic>
          <a:graphicData uri="http://schemas.openxmlformats.org/presentationml/2006/ole">
            <mc:AlternateContent xmlns:mc="http://schemas.openxmlformats.org/markup-compatibility/2006">
              <mc:Choice xmlns:v="urn:schemas-microsoft-com:vml" Requires="v">
                <p:oleObj spid="_x0000_s12300" name="公式" r:id="rId11" imgW="444240" imgH="266400" progId="Equation.3">
                  <p:embed/>
                </p:oleObj>
              </mc:Choice>
              <mc:Fallback>
                <p:oleObj name="公式" r:id="rId11" imgW="444240" imgH="266400" progId="Equation.3">
                  <p:embed/>
                  <p:pic>
                    <p:nvPicPr>
                      <p:cNvPr id="593931" name="Object 11">
                        <a:extLst>
                          <a:ext uri="{FF2B5EF4-FFF2-40B4-BE49-F238E27FC236}">
                            <a16:creationId xmlns:a16="http://schemas.microsoft.com/office/drawing/2014/main" id="{3A1CB0BF-0AFC-4E04-93EB-CEC9B74E023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27576" y="3933826"/>
                        <a:ext cx="1223963" cy="727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3932" name="Rectangle 12">
            <a:extLst>
              <a:ext uri="{FF2B5EF4-FFF2-40B4-BE49-F238E27FC236}">
                <a16:creationId xmlns:a16="http://schemas.microsoft.com/office/drawing/2014/main" id="{809EDD50-35DA-4BAE-81D6-612B63704084}"/>
              </a:ext>
            </a:extLst>
          </p:cNvPr>
          <p:cNvSpPr>
            <a:spLocks noChangeArrowheads="1"/>
          </p:cNvSpPr>
          <p:nvPr/>
        </p:nvSpPr>
        <p:spPr bwMode="auto">
          <a:xfrm>
            <a:off x="2424114" y="5157788"/>
            <a:ext cx="24479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由此可得：</a:t>
            </a:r>
          </a:p>
        </p:txBody>
      </p:sp>
      <p:graphicFrame>
        <p:nvGraphicFramePr>
          <p:cNvPr id="593933" name="Object 13">
            <a:extLst>
              <a:ext uri="{FF2B5EF4-FFF2-40B4-BE49-F238E27FC236}">
                <a16:creationId xmlns:a16="http://schemas.microsoft.com/office/drawing/2014/main" id="{6E276097-31EC-4B30-9D69-C8223996DDD2}"/>
              </a:ext>
            </a:extLst>
          </p:cNvPr>
          <p:cNvGraphicFramePr>
            <a:graphicFrameLocks noChangeAspect="1"/>
          </p:cNvGraphicFramePr>
          <p:nvPr/>
        </p:nvGraphicFramePr>
        <p:xfrm>
          <a:off x="4583113" y="5084764"/>
          <a:ext cx="2362200" cy="650875"/>
        </p:xfrm>
        <a:graphic>
          <a:graphicData uri="http://schemas.openxmlformats.org/presentationml/2006/ole">
            <mc:AlternateContent xmlns:mc="http://schemas.openxmlformats.org/markup-compatibility/2006">
              <mc:Choice xmlns:v="urn:schemas-microsoft-com:vml" Requires="v">
                <p:oleObj spid="_x0000_s12301" name="公式" r:id="rId13" imgW="952200" imgH="266400" progId="Equation.3">
                  <p:embed/>
                </p:oleObj>
              </mc:Choice>
              <mc:Fallback>
                <p:oleObj name="公式" r:id="rId13" imgW="952200" imgH="266400" progId="Equation.3">
                  <p:embed/>
                  <p:pic>
                    <p:nvPicPr>
                      <p:cNvPr id="593933" name="Object 13">
                        <a:extLst>
                          <a:ext uri="{FF2B5EF4-FFF2-40B4-BE49-F238E27FC236}">
                            <a16:creationId xmlns:a16="http://schemas.microsoft.com/office/drawing/2014/main" id="{6E276097-31EC-4B30-9D69-C8223996DDD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83113" y="5084764"/>
                        <a:ext cx="2362200" cy="650875"/>
                      </a:xfrm>
                      <a:prstGeom prst="rect">
                        <a:avLst/>
                      </a:prstGeom>
                      <a:solidFill>
                        <a:srgbClr val="FFFF99">
                          <a:alpha val="41000"/>
                        </a:srgbClr>
                      </a:solidFill>
                      <a:ln w="9525">
                        <a:solidFill>
                          <a:srgbClr val="FF0000"/>
                        </a:solidFill>
                        <a:miter lim="800000"/>
                        <a:headEnd/>
                        <a:tailEnd/>
                      </a:ln>
                    </p:spPr>
                  </p:pic>
                </p:oleObj>
              </mc:Fallback>
            </mc:AlternateContent>
          </a:graphicData>
        </a:graphic>
      </p:graphicFrame>
      <p:sp>
        <p:nvSpPr>
          <p:cNvPr id="593934" name="Rectangle 14">
            <a:extLst>
              <a:ext uri="{FF2B5EF4-FFF2-40B4-BE49-F238E27FC236}">
                <a16:creationId xmlns:a16="http://schemas.microsoft.com/office/drawing/2014/main" id="{FE87F9B4-7169-48B2-AFB4-7C30FD8394A6}"/>
              </a:ext>
            </a:extLst>
          </p:cNvPr>
          <p:cNvSpPr>
            <a:spLocks noChangeArrowheads="1"/>
          </p:cNvSpPr>
          <p:nvPr/>
        </p:nvSpPr>
        <p:spPr bwMode="auto">
          <a:xfrm>
            <a:off x="1774826" y="1341438"/>
            <a:ext cx="1152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即：</a:t>
            </a:r>
          </a:p>
        </p:txBody>
      </p:sp>
      <p:sp>
        <p:nvSpPr>
          <p:cNvPr id="593935" name="Rectangle 15">
            <a:extLst>
              <a:ext uri="{FF2B5EF4-FFF2-40B4-BE49-F238E27FC236}">
                <a16:creationId xmlns:a16="http://schemas.microsoft.com/office/drawing/2014/main" id="{6A646F03-EAF4-4569-88B5-D627F9A11A55}"/>
              </a:ext>
            </a:extLst>
          </p:cNvPr>
          <p:cNvSpPr>
            <a:spLocks noChangeArrowheads="1"/>
          </p:cNvSpPr>
          <p:nvPr/>
        </p:nvSpPr>
        <p:spPr bwMode="auto">
          <a:xfrm>
            <a:off x="3000375" y="1196976"/>
            <a:ext cx="7416800"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20000"/>
              </a:spcBef>
              <a:spcAft>
                <a:spcPct val="0"/>
              </a:spcAft>
            </a:pPr>
            <a:r>
              <a:rPr kumimoji="1" lang="zh-CN" altLang="en-US" sz="2800" b="1">
                <a:solidFill>
                  <a:srgbClr val="007A77"/>
                </a:solidFill>
                <a:latin typeface="Times New Roman" panose="02020603050405020304" pitchFamily="18" charset="0"/>
                <a:ea typeface="楷体_GB2312" pitchFamily="49" charset="-122"/>
              </a:rPr>
              <a:t>总偏差平方和</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残差平方和</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回归平方和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93926"/>
                                        </p:tgtEl>
                                        <p:attrNameLst>
                                          <p:attrName>style.visibility</p:attrName>
                                        </p:attrNameLst>
                                      </p:cBhvr>
                                      <p:to>
                                        <p:strVal val="visible"/>
                                      </p:to>
                                    </p:set>
                                    <p:animEffect transition="in" filter="wipe(left)">
                                      <p:cBhvr>
                                        <p:cTn id="7" dur="1000"/>
                                        <p:tgtEl>
                                          <p:spTgt spid="593926"/>
                                        </p:tgtEl>
                                      </p:cBhvr>
                                    </p:animEffect>
                                  </p:childTnLst>
                                </p:cTn>
                              </p:par>
                            </p:childTnLst>
                          </p:cTn>
                        </p:par>
                        <p:par>
                          <p:cTn id="8" fill="hold" nodeType="afterGroup">
                            <p:stCondLst>
                              <p:cond delay="1000"/>
                            </p:stCondLst>
                            <p:childTnLst>
                              <p:par>
                                <p:cTn id="9" presetID="12" presetClass="entr" presetSubtype="4" fill="hold" nodeType="afterEffect">
                                  <p:stCondLst>
                                    <p:cond delay="0"/>
                                  </p:stCondLst>
                                  <p:childTnLst>
                                    <p:set>
                                      <p:cBhvr>
                                        <p:cTn id="10" dur="1" fill="hold">
                                          <p:stCondLst>
                                            <p:cond delay="0"/>
                                          </p:stCondLst>
                                        </p:cTn>
                                        <p:tgtEl>
                                          <p:spTgt spid="593927"/>
                                        </p:tgtEl>
                                        <p:attrNameLst>
                                          <p:attrName>style.visibility</p:attrName>
                                        </p:attrNameLst>
                                      </p:cBhvr>
                                      <p:to>
                                        <p:strVal val="visible"/>
                                      </p:to>
                                    </p:set>
                                    <p:animEffect transition="in" filter="slide(fromBottom)">
                                      <p:cBhvr>
                                        <p:cTn id="11" dur="1000"/>
                                        <p:tgtEl>
                                          <p:spTgt spid="59392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93934"/>
                                        </p:tgtEl>
                                        <p:attrNameLst>
                                          <p:attrName>style.visibility</p:attrName>
                                        </p:attrNameLst>
                                      </p:cBhvr>
                                      <p:to>
                                        <p:strVal val="visible"/>
                                      </p:to>
                                    </p:set>
                                    <p:animEffect transition="in" filter="wipe(left)">
                                      <p:cBhvr>
                                        <p:cTn id="16" dur="500"/>
                                        <p:tgtEl>
                                          <p:spTgt spid="593934"/>
                                        </p:tgtEl>
                                      </p:cBhvr>
                                    </p:animEffect>
                                  </p:childTnLst>
                                </p:cTn>
                              </p:par>
                            </p:childTnLst>
                          </p:cTn>
                        </p:par>
                        <p:par>
                          <p:cTn id="17" fill="hold" nodeType="afterGroup">
                            <p:stCondLst>
                              <p:cond delay="500"/>
                            </p:stCondLst>
                            <p:childTnLst>
                              <p:par>
                                <p:cTn id="18" presetID="12" presetClass="entr" presetSubtype="4" fill="hold" grpId="0" nodeType="afterEffect">
                                  <p:stCondLst>
                                    <p:cond delay="0"/>
                                  </p:stCondLst>
                                  <p:childTnLst>
                                    <p:set>
                                      <p:cBhvr>
                                        <p:cTn id="19" dur="1" fill="hold">
                                          <p:stCondLst>
                                            <p:cond delay="0"/>
                                          </p:stCondLst>
                                        </p:cTn>
                                        <p:tgtEl>
                                          <p:spTgt spid="593935"/>
                                        </p:tgtEl>
                                        <p:attrNameLst>
                                          <p:attrName>style.visibility</p:attrName>
                                        </p:attrNameLst>
                                      </p:cBhvr>
                                      <p:to>
                                        <p:strVal val="visible"/>
                                      </p:to>
                                    </p:set>
                                    <p:animEffect transition="in" filter="slide(fromBottom)">
                                      <p:cBhvr>
                                        <p:cTn id="20" dur="1000"/>
                                        <p:tgtEl>
                                          <p:spTgt spid="59393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93925"/>
                                        </p:tgtEl>
                                        <p:attrNameLst>
                                          <p:attrName>style.visibility</p:attrName>
                                        </p:attrNameLst>
                                      </p:cBhvr>
                                      <p:to>
                                        <p:strVal val="visible"/>
                                      </p:to>
                                    </p:set>
                                    <p:animEffect transition="in" filter="wipe(left)">
                                      <p:cBhvr>
                                        <p:cTn id="25" dur="1000"/>
                                        <p:tgtEl>
                                          <p:spTgt spid="593925"/>
                                        </p:tgtEl>
                                      </p:cBhvr>
                                    </p:animEffect>
                                  </p:childTnLst>
                                </p:cTn>
                              </p:par>
                            </p:childTnLst>
                          </p:cTn>
                        </p:par>
                        <p:par>
                          <p:cTn id="26" fill="hold" nodeType="afterGroup">
                            <p:stCondLst>
                              <p:cond delay="1000"/>
                            </p:stCondLst>
                            <p:childTnLst>
                              <p:par>
                                <p:cTn id="27" presetID="22" presetClass="entr" presetSubtype="8" fill="hold" nodeType="afterEffect">
                                  <p:stCondLst>
                                    <p:cond delay="0"/>
                                  </p:stCondLst>
                                  <p:childTnLst>
                                    <p:set>
                                      <p:cBhvr>
                                        <p:cTn id="28" dur="1" fill="hold">
                                          <p:stCondLst>
                                            <p:cond delay="0"/>
                                          </p:stCondLst>
                                        </p:cTn>
                                        <p:tgtEl>
                                          <p:spTgt spid="593928"/>
                                        </p:tgtEl>
                                        <p:attrNameLst>
                                          <p:attrName>style.visibility</p:attrName>
                                        </p:attrNameLst>
                                      </p:cBhvr>
                                      <p:to>
                                        <p:strVal val="visible"/>
                                      </p:to>
                                    </p:set>
                                    <p:animEffect transition="in" filter="wipe(left)">
                                      <p:cBhvr>
                                        <p:cTn id="29" dur="1000"/>
                                        <p:tgtEl>
                                          <p:spTgt spid="59392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593929"/>
                                        </p:tgtEl>
                                        <p:attrNameLst>
                                          <p:attrName>style.visibility</p:attrName>
                                        </p:attrNameLst>
                                      </p:cBhvr>
                                      <p:to>
                                        <p:strVal val="visible"/>
                                      </p:to>
                                    </p:set>
                                    <p:animEffect transition="in" filter="wipe(left)">
                                      <p:cBhvr>
                                        <p:cTn id="34" dur="1000"/>
                                        <p:tgtEl>
                                          <p:spTgt spid="59392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593930"/>
                                        </p:tgtEl>
                                        <p:attrNameLst>
                                          <p:attrName>style.visibility</p:attrName>
                                        </p:attrNameLst>
                                      </p:cBhvr>
                                      <p:to>
                                        <p:strVal val="visible"/>
                                      </p:to>
                                    </p:set>
                                    <p:animEffect transition="in" filter="wipe(left)">
                                      <p:cBhvr>
                                        <p:cTn id="39" dur="1000"/>
                                        <p:tgtEl>
                                          <p:spTgt spid="59393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593931"/>
                                        </p:tgtEl>
                                        <p:attrNameLst>
                                          <p:attrName>style.visibility</p:attrName>
                                        </p:attrNameLst>
                                      </p:cBhvr>
                                      <p:to>
                                        <p:strVal val="visible"/>
                                      </p:to>
                                    </p:set>
                                    <p:animEffect transition="in" filter="wipe(left)">
                                      <p:cBhvr>
                                        <p:cTn id="44" dur="1000"/>
                                        <p:tgtEl>
                                          <p:spTgt spid="59393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93932"/>
                                        </p:tgtEl>
                                        <p:attrNameLst>
                                          <p:attrName>style.visibility</p:attrName>
                                        </p:attrNameLst>
                                      </p:cBhvr>
                                      <p:to>
                                        <p:strVal val="visible"/>
                                      </p:to>
                                    </p:set>
                                    <p:animEffect transition="in" filter="wipe(left)">
                                      <p:cBhvr>
                                        <p:cTn id="49" dur="1000"/>
                                        <p:tgtEl>
                                          <p:spTgt spid="593932"/>
                                        </p:tgtEl>
                                      </p:cBhvr>
                                    </p:animEffect>
                                  </p:childTnLst>
                                </p:cTn>
                              </p:par>
                            </p:childTnLst>
                          </p:cTn>
                        </p:par>
                        <p:par>
                          <p:cTn id="50" fill="hold" nodeType="afterGroup">
                            <p:stCondLst>
                              <p:cond delay="1000"/>
                            </p:stCondLst>
                            <p:childTnLst>
                              <p:par>
                                <p:cTn id="51" presetID="12" presetClass="entr" presetSubtype="4" fill="hold" nodeType="afterEffect">
                                  <p:stCondLst>
                                    <p:cond delay="0"/>
                                  </p:stCondLst>
                                  <p:childTnLst>
                                    <p:set>
                                      <p:cBhvr>
                                        <p:cTn id="52" dur="1" fill="hold">
                                          <p:stCondLst>
                                            <p:cond delay="0"/>
                                          </p:stCondLst>
                                        </p:cTn>
                                        <p:tgtEl>
                                          <p:spTgt spid="593933"/>
                                        </p:tgtEl>
                                        <p:attrNameLst>
                                          <p:attrName>style.visibility</p:attrName>
                                        </p:attrNameLst>
                                      </p:cBhvr>
                                      <p:to>
                                        <p:strVal val="visible"/>
                                      </p:to>
                                    </p:set>
                                    <p:animEffect transition="in" filter="slide(fromBottom)">
                                      <p:cBhvr>
                                        <p:cTn id="53" dur="1000"/>
                                        <p:tgtEl>
                                          <p:spTgt spid="5939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25" grpId="0"/>
      <p:bldP spid="593926" grpId="0"/>
      <p:bldP spid="593932" grpId="0"/>
      <p:bldP spid="593934" grpId="0"/>
      <p:bldP spid="59393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a:extLst>
              <a:ext uri="{FF2B5EF4-FFF2-40B4-BE49-F238E27FC236}">
                <a16:creationId xmlns:a16="http://schemas.microsoft.com/office/drawing/2014/main" id="{3F7EA78A-9C2E-41D7-BEE2-0EA87AF2A6E1}"/>
              </a:ext>
            </a:extLst>
          </p:cNvPr>
          <p:cNvSpPr>
            <a:spLocks noChangeArrowheads="1"/>
          </p:cNvSpPr>
          <p:nvPr/>
        </p:nvSpPr>
        <p:spPr bwMode="auto">
          <a:xfrm>
            <a:off x="1524000" y="692151"/>
            <a:ext cx="8713788" cy="2106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2. </a:t>
            </a:r>
            <a:r>
              <a:rPr kumimoji="1" lang="zh-CN" altLang="en-US" sz="2800" b="1">
                <a:solidFill>
                  <a:srgbClr val="007A77"/>
                </a:solidFill>
                <a:latin typeface="Times New Roman" panose="02020603050405020304" pitchFamily="18" charset="0"/>
                <a:ea typeface="楷体_GB2312" pitchFamily="49" charset="-122"/>
              </a:rPr>
              <a:t>为研究一游泳池池水经化学处理后，水中氯气的残留量</a:t>
            </a:r>
            <a:r>
              <a:rPr kumimoji="1" lang="en-US" altLang="zh-CN" sz="2800" b="1" i="1">
                <a:solidFill>
                  <a:srgbClr val="007A77"/>
                </a:solidFill>
                <a:latin typeface="Times New Roman" panose="02020603050405020304" pitchFamily="18" charset="0"/>
                <a:ea typeface="楷体_GB2312" pitchFamily="49" charset="-122"/>
              </a:rPr>
              <a:t>y</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ppm</a:t>
            </a:r>
            <a:r>
              <a:rPr kumimoji="1" lang="zh-CN" altLang="en-US" sz="2800" b="1">
                <a:solidFill>
                  <a:srgbClr val="007A77"/>
                </a:solidFill>
                <a:latin typeface="Times New Roman" panose="02020603050405020304" pitchFamily="18" charset="0"/>
                <a:ea typeface="楷体_GB2312" pitchFamily="49" charset="-122"/>
              </a:rPr>
              <a:t>）与经历的时间</a:t>
            </a:r>
            <a:r>
              <a:rPr kumimoji="1" lang="en-US" altLang="zh-CN" sz="2800" b="1" i="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（自处理结束时算起，以</a:t>
            </a:r>
            <a:r>
              <a:rPr kumimoji="1" lang="en-US" altLang="zh-CN" sz="2800" b="1" i="1">
                <a:solidFill>
                  <a:srgbClr val="007A77"/>
                </a:solidFill>
                <a:latin typeface="Times New Roman" panose="02020603050405020304" pitchFamily="18" charset="0"/>
                <a:ea typeface="楷体_GB2312" pitchFamily="49" charset="-122"/>
              </a:rPr>
              <a:t>h </a:t>
            </a:r>
            <a:r>
              <a:rPr kumimoji="1" lang="zh-CN" altLang="en-US" sz="2800" b="1">
                <a:solidFill>
                  <a:srgbClr val="007A77"/>
                </a:solidFill>
                <a:latin typeface="Times New Roman" panose="02020603050405020304" pitchFamily="18" charset="0"/>
                <a:ea typeface="楷体_GB2312" pitchFamily="49" charset="-122"/>
              </a:rPr>
              <a:t>计）的关系，测得以下数据：</a:t>
            </a:r>
          </a:p>
        </p:txBody>
      </p:sp>
      <p:graphicFrame>
        <p:nvGraphicFramePr>
          <p:cNvPr id="594947" name="Group 3">
            <a:extLst>
              <a:ext uri="{FF2B5EF4-FFF2-40B4-BE49-F238E27FC236}">
                <a16:creationId xmlns:a16="http://schemas.microsoft.com/office/drawing/2014/main" id="{9D4CC7D7-4B00-4DD1-A808-15F5BD3FDD8B}"/>
              </a:ext>
            </a:extLst>
          </p:cNvPr>
          <p:cNvGraphicFramePr>
            <a:graphicFrameLocks noGrp="1"/>
          </p:cNvGraphicFramePr>
          <p:nvPr/>
        </p:nvGraphicFramePr>
        <p:xfrm>
          <a:off x="1524000" y="2924175"/>
          <a:ext cx="9144000" cy="1036320"/>
        </p:xfrm>
        <a:graphic>
          <a:graphicData uri="http://schemas.openxmlformats.org/drawingml/2006/table">
            <a:tbl>
              <a:tblPr/>
              <a:tblGrid>
                <a:gridCol w="2195513">
                  <a:extLst>
                    <a:ext uri="{9D8B030D-6E8A-4147-A177-3AD203B41FA5}">
                      <a16:colId xmlns:a16="http://schemas.microsoft.com/office/drawing/2014/main" val="2922350797"/>
                    </a:ext>
                  </a:extLst>
                </a:gridCol>
                <a:gridCol w="6948487">
                  <a:extLst>
                    <a:ext uri="{9D8B030D-6E8A-4147-A177-3AD203B41FA5}">
                      <a16:colId xmlns:a16="http://schemas.microsoft.com/office/drawing/2014/main" val="3775611895"/>
                    </a:ext>
                  </a:extLst>
                </a:gridCol>
              </a:tblGrid>
              <a:tr h="361950">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rPr>
                        <a:t>时间</a:t>
                      </a:r>
                      <a:r>
                        <a:rPr kumimoji="0" lang="en-US" altLang="zh-CN" sz="2800" b="1" i="1" u="none" strike="noStrike" cap="none" normalizeH="0" baseline="0">
                          <a:ln>
                            <a:noFill/>
                          </a:ln>
                          <a:solidFill>
                            <a:schemeClr val="tx1"/>
                          </a:solidFill>
                          <a:effectLst/>
                          <a:latin typeface="Arial" panose="020B0604020202020204" pitchFamily="34" charset="0"/>
                          <a:ea typeface="楷体_GB2312" pitchFamily="49" charset="-122"/>
                        </a:rPr>
                        <a:t>x</a:t>
                      </a: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    2         4         6         8       10        12</a:t>
                      </a: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968414778"/>
                  </a:ext>
                </a:extLst>
              </a:tr>
              <a:tr h="503238">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rPr>
                        <a:t>含氯量</a:t>
                      </a: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y</a:t>
                      </a: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  1.8      1.5      1.4      1.1      1.1      0.9  </a:t>
                      </a: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165389734"/>
                  </a:ext>
                </a:extLst>
              </a:tr>
            </a:tbl>
          </a:graphicData>
        </a:graphic>
      </p:graphicFrame>
      <p:sp>
        <p:nvSpPr>
          <p:cNvPr id="594958" name="Rectangle 14">
            <a:extLst>
              <a:ext uri="{FF2B5EF4-FFF2-40B4-BE49-F238E27FC236}">
                <a16:creationId xmlns:a16="http://schemas.microsoft.com/office/drawing/2014/main" id="{70334769-8F31-4271-9982-E4EDC5E0F0C3}"/>
              </a:ext>
            </a:extLst>
          </p:cNvPr>
          <p:cNvSpPr>
            <a:spLocks noChangeArrowheads="1"/>
          </p:cNvSpPr>
          <p:nvPr/>
        </p:nvSpPr>
        <p:spPr bwMode="auto">
          <a:xfrm>
            <a:off x="1774826" y="4149726"/>
            <a:ext cx="5616575"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a:t>
            </a:r>
            <a:r>
              <a:rPr kumimoji="1" lang="zh-CN" altLang="en-US" sz="2800" b="1">
                <a:solidFill>
                  <a:srgbClr val="007A77"/>
                </a:solidFill>
                <a:latin typeface="Times New Roman" panose="02020603050405020304" pitchFamily="18" charset="0"/>
                <a:ea typeface="楷体_GB2312" pitchFamily="49" charset="-122"/>
              </a:rPr>
              <a:t>）试求出 </a:t>
            </a:r>
            <a:r>
              <a:rPr kumimoji="1" lang="en-US" altLang="zh-CN" sz="2800" b="1" i="1">
                <a:solidFill>
                  <a:srgbClr val="007A77"/>
                </a:solidFill>
                <a:latin typeface="Times New Roman" panose="02020603050405020304" pitchFamily="18" charset="0"/>
                <a:ea typeface="楷体_GB2312" pitchFamily="49" charset="-122"/>
              </a:rPr>
              <a:t>y </a:t>
            </a:r>
            <a:r>
              <a:rPr kumimoji="1" lang="zh-CN" altLang="en-US" sz="2800" b="1">
                <a:solidFill>
                  <a:srgbClr val="007A77"/>
                </a:solidFill>
                <a:latin typeface="Times New Roman" panose="02020603050405020304" pitchFamily="18" charset="0"/>
                <a:ea typeface="楷体_GB2312" pitchFamily="49" charset="-122"/>
              </a:rPr>
              <a:t>倚</a:t>
            </a:r>
            <a:r>
              <a:rPr kumimoji="1" lang="en-US" altLang="zh-CN" sz="2800" b="1" i="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的回归方程；</a:t>
            </a:r>
          </a:p>
        </p:txBody>
      </p:sp>
      <p:sp>
        <p:nvSpPr>
          <p:cNvPr id="594959" name="Rectangle 15">
            <a:extLst>
              <a:ext uri="{FF2B5EF4-FFF2-40B4-BE49-F238E27FC236}">
                <a16:creationId xmlns:a16="http://schemas.microsoft.com/office/drawing/2014/main" id="{6AAF010C-0DA4-4B4E-BD8C-9D169BD61F49}"/>
              </a:ext>
            </a:extLst>
          </p:cNvPr>
          <p:cNvSpPr>
            <a:spLocks noChangeArrowheads="1"/>
          </p:cNvSpPr>
          <p:nvPr/>
        </p:nvSpPr>
        <p:spPr bwMode="auto">
          <a:xfrm>
            <a:off x="1847851" y="5013326"/>
            <a:ext cx="5616575"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）估计方差</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σ</a:t>
            </a:r>
            <a:r>
              <a:rPr kumimoji="1" lang="en-US" altLang="zh-CN" sz="2800" b="1" baseline="30000">
                <a:solidFill>
                  <a:srgbClr val="007A77"/>
                </a:solidFill>
                <a:latin typeface="Times New Roman" panose="02020603050405020304" pitchFamily="18" charset="0"/>
                <a:ea typeface="楷体_GB2312" pitchFamily="49" charset="-122"/>
                <a:cs typeface="Times New Roman" panose="02020603050405020304" pitchFamily="18" charset="0"/>
              </a:rPr>
              <a:t>2</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a:t>
            </a:r>
            <a:endParaRPr kumimoji="1" lang="el-GR" altLang="zh-CN" sz="2800" b="1">
              <a:solidFill>
                <a:srgbClr val="007A77"/>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94946"/>
                                        </p:tgtEl>
                                        <p:attrNameLst>
                                          <p:attrName>style.visibility</p:attrName>
                                        </p:attrNameLst>
                                      </p:cBhvr>
                                      <p:to>
                                        <p:strVal val="visible"/>
                                      </p:to>
                                    </p:set>
                                    <p:animEffect transition="in" filter="slide(fromBottom)">
                                      <p:cBhvr>
                                        <p:cTn id="7" dur="500"/>
                                        <p:tgtEl>
                                          <p:spTgt spid="594946"/>
                                        </p:tgtEl>
                                      </p:cBhvr>
                                    </p:animEffect>
                                  </p:childTnLst>
                                </p:cTn>
                              </p:par>
                            </p:childTnLst>
                          </p:cTn>
                        </p:par>
                        <p:par>
                          <p:cTn id="8" fill="hold" nodeType="afterGroup">
                            <p:stCondLst>
                              <p:cond delay="500"/>
                            </p:stCondLst>
                            <p:childTnLst>
                              <p:par>
                                <p:cTn id="9" presetID="12" presetClass="entr" presetSubtype="4" fill="hold" nodeType="afterEffect">
                                  <p:stCondLst>
                                    <p:cond delay="0"/>
                                  </p:stCondLst>
                                  <p:childTnLst>
                                    <p:set>
                                      <p:cBhvr>
                                        <p:cTn id="10" dur="1" fill="hold">
                                          <p:stCondLst>
                                            <p:cond delay="0"/>
                                          </p:stCondLst>
                                        </p:cTn>
                                        <p:tgtEl>
                                          <p:spTgt spid="594947"/>
                                        </p:tgtEl>
                                        <p:attrNameLst>
                                          <p:attrName>style.visibility</p:attrName>
                                        </p:attrNameLst>
                                      </p:cBhvr>
                                      <p:to>
                                        <p:strVal val="visible"/>
                                      </p:to>
                                    </p:set>
                                    <p:animEffect transition="in" filter="slide(fromBottom)">
                                      <p:cBhvr>
                                        <p:cTn id="11" dur="500"/>
                                        <p:tgtEl>
                                          <p:spTgt spid="594947"/>
                                        </p:tgtEl>
                                      </p:cBhvr>
                                    </p:animEffect>
                                  </p:childTnLst>
                                </p:cTn>
                              </p:par>
                            </p:childTnLst>
                          </p:cTn>
                        </p:par>
                        <p:par>
                          <p:cTn id="12" fill="hold" nodeType="afterGroup">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594958"/>
                                        </p:tgtEl>
                                        <p:attrNameLst>
                                          <p:attrName>style.visibility</p:attrName>
                                        </p:attrNameLst>
                                      </p:cBhvr>
                                      <p:to>
                                        <p:strVal val="visible"/>
                                      </p:to>
                                    </p:set>
                                    <p:animEffect transition="in" filter="slide(fromBottom)">
                                      <p:cBhvr>
                                        <p:cTn id="15" dur="500"/>
                                        <p:tgtEl>
                                          <p:spTgt spid="594958"/>
                                        </p:tgtEl>
                                      </p:cBhvr>
                                    </p:animEffect>
                                  </p:childTnLst>
                                </p:cTn>
                              </p:par>
                            </p:childTnLst>
                          </p:cTn>
                        </p:par>
                        <p:par>
                          <p:cTn id="16" fill="hold" nodeType="afterGroup">
                            <p:stCondLst>
                              <p:cond delay="1500"/>
                            </p:stCondLst>
                            <p:childTnLst>
                              <p:par>
                                <p:cTn id="17" presetID="12" presetClass="entr" presetSubtype="4" fill="hold" grpId="0" nodeType="afterEffect">
                                  <p:stCondLst>
                                    <p:cond delay="0"/>
                                  </p:stCondLst>
                                  <p:childTnLst>
                                    <p:set>
                                      <p:cBhvr>
                                        <p:cTn id="18" dur="1" fill="hold">
                                          <p:stCondLst>
                                            <p:cond delay="0"/>
                                          </p:stCondLst>
                                        </p:cTn>
                                        <p:tgtEl>
                                          <p:spTgt spid="594959"/>
                                        </p:tgtEl>
                                        <p:attrNameLst>
                                          <p:attrName>style.visibility</p:attrName>
                                        </p:attrNameLst>
                                      </p:cBhvr>
                                      <p:to>
                                        <p:strVal val="visible"/>
                                      </p:to>
                                    </p:set>
                                    <p:animEffect transition="in" filter="slide(fromBottom)">
                                      <p:cBhvr>
                                        <p:cTn id="19" dur="500"/>
                                        <p:tgtEl>
                                          <p:spTgt spid="594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946" grpId="0" autoUpdateAnimBg="0"/>
      <p:bldP spid="594958" grpId="0" autoUpdateAnimBg="0"/>
      <p:bldP spid="594959"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a:extLst>
              <a:ext uri="{FF2B5EF4-FFF2-40B4-BE49-F238E27FC236}">
                <a16:creationId xmlns:a16="http://schemas.microsoft.com/office/drawing/2014/main" id="{10E9AE15-0070-4286-8F70-C43904957E2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graphicFrame>
        <p:nvGraphicFramePr>
          <p:cNvPr id="595971" name="Object 3">
            <a:extLst>
              <a:ext uri="{FF2B5EF4-FFF2-40B4-BE49-F238E27FC236}">
                <a16:creationId xmlns:a16="http://schemas.microsoft.com/office/drawing/2014/main" id="{881DB56D-7EB6-4548-85B4-5906C14AC9A4}"/>
              </a:ext>
            </a:extLst>
          </p:cNvPr>
          <p:cNvGraphicFramePr>
            <a:graphicFrameLocks noChangeAspect="1"/>
          </p:cNvGraphicFramePr>
          <p:nvPr/>
        </p:nvGraphicFramePr>
        <p:xfrm>
          <a:off x="2730501" y="188913"/>
          <a:ext cx="1787525" cy="1027112"/>
        </p:xfrm>
        <a:graphic>
          <a:graphicData uri="http://schemas.openxmlformats.org/presentationml/2006/ole">
            <mc:AlternateContent xmlns:mc="http://schemas.openxmlformats.org/markup-compatibility/2006">
              <mc:Choice xmlns:v="urn:schemas-microsoft-com:vml" Requires="v">
                <p:oleObj spid="_x0000_s13330" name="公式" r:id="rId3" imgW="749160" imgH="431640" progId="Equation.3">
                  <p:embed/>
                </p:oleObj>
              </mc:Choice>
              <mc:Fallback>
                <p:oleObj name="公式" r:id="rId3" imgW="749160" imgH="431640" progId="Equation.3">
                  <p:embed/>
                  <p:pic>
                    <p:nvPicPr>
                      <p:cNvPr id="595971" name="Object 3">
                        <a:extLst>
                          <a:ext uri="{FF2B5EF4-FFF2-40B4-BE49-F238E27FC236}">
                            <a16:creationId xmlns:a16="http://schemas.microsoft.com/office/drawing/2014/main" id="{881DB56D-7EB6-4548-85B4-5906C14AC9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0501" y="188913"/>
                        <a:ext cx="1787525" cy="1027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5972" name="Object 4">
            <a:extLst>
              <a:ext uri="{FF2B5EF4-FFF2-40B4-BE49-F238E27FC236}">
                <a16:creationId xmlns:a16="http://schemas.microsoft.com/office/drawing/2014/main" id="{F8CBD2E5-3F22-4332-B91E-4AFD97F1E9B7}"/>
              </a:ext>
            </a:extLst>
          </p:cNvPr>
          <p:cNvGraphicFramePr>
            <a:graphicFrameLocks noChangeAspect="1"/>
          </p:cNvGraphicFramePr>
          <p:nvPr/>
        </p:nvGraphicFramePr>
        <p:xfrm>
          <a:off x="4800600" y="188914"/>
          <a:ext cx="2014538" cy="1019175"/>
        </p:xfrm>
        <a:graphic>
          <a:graphicData uri="http://schemas.openxmlformats.org/presentationml/2006/ole">
            <mc:AlternateContent xmlns:mc="http://schemas.openxmlformats.org/markup-compatibility/2006">
              <mc:Choice xmlns:v="urn:schemas-microsoft-com:vml" Requires="v">
                <p:oleObj spid="_x0000_s13331" name="公式" r:id="rId5" imgW="850680" imgH="431640" progId="Equation.3">
                  <p:embed/>
                </p:oleObj>
              </mc:Choice>
              <mc:Fallback>
                <p:oleObj name="公式" r:id="rId5" imgW="850680" imgH="431640" progId="Equation.3">
                  <p:embed/>
                  <p:pic>
                    <p:nvPicPr>
                      <p:cNvPr id="595972" name="Object 4">
                        <a:extLst>
                          <a:ext uri="{FF2B5EF4-FFF2-40B4-BE49-F238E27FC236}">
                            <a16:creationId xmlns:a16="http://schemas.microsoft.com/office/drawing/2014/main" id="{F8CBD2E5-3F22-4332-B91E-4AFD97F1E9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188914"/>
                        <a:ext cx="2014538"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5973" name="Object 5">
            <a:extLst>
              <a:ext uri="{FF2B5EF4-FFF2-40B4-BE49-F238E27FC236}">
                <a16:creationId xmlns:a16="http://schemas.microsoft.com/office/drawing/2014/main" id="{1190E20D-BAB2-4F98-8AA7-358D27001D54}"/>
              </a:ext>
            </a:extLst>
          </p:cNvPr>
          <p:cNvGraphicFramePr>
            <a:graphicFrameLocks noChangeAspect="1"/>
          </p:cNvGraphicFramePr>
          <p:nvPr/>
        </p:nvGraphicFramePr>
        <p:xfrm>
          <a:off x="1524001" y="1196976"/>
          <a:ext cx="3960813" cy="1077913"/>
        </p:xfrm>
        <a:graphic>
          <a:graphicData uri="http://schemas.openxmlformats.org/presentationml/2006/ole">
            <mc:AlternateContent xmlns:mc="http://schemas.openxmlformats.org/markup-compatibility/2006">
              <mc:Choice xmlns:v="urn:schemas-microsoft-com:vml" Requires="v">
                <p:oleObj spid="_x0000_s13332" name="公式" r:id="rId7" imgW="1574640" imgH="431640" progId="Equation.3">
                  <p:embed/>
                </p:oleObj>
              </mc:Choice>
              <mc:Fallback>
                <p:oleObj name="公式" r:id="rId7" imgW="1574640" imgH="431640" progId="Equation.3">
                  <p:embed/>
                  <p:pic>
                    <p:nvPicPr>
                      <p:cNvPr id="595973" name="Object 5">
                        <a:extLst>
                          <a:ext uri="{FF2B5EF4-FFF2-40B4-BE49-F238E27FC236}">
                            <a16:creationId xmlns:a16="http://schemas.microsoft.com/office/drawing/2014/main" id="{1190E20D-BAB2-4F98-8AA7-358D27001D5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1" y="1196976"/>
                        <a:ext cx="3960813" cy="1077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5974" name="Object 6">
            <a:extLst>
              <a:ext uri="{FF2B5EF4-FFF2-40B4-BE49-F238E27FC236}">
                <a16:creationId xmlns:a16="http://schemas.microsoft.com/office/drawing/2014/main" id="{425C651C-A817-451B-AFBA-9E617245800D}"/>
              </a:ext>
            </a:extLst>
          </p:cNvPr>
          <p:cNvGraphicFramePr>
            <a:graphicFrameLocks noChangeAspect="1"/>
          </p:cNvGraphicFramePr>
          <p:nvPr/>
        </p:nvGraphicFramePr>
        <p:xfrm>
          <a:off x="1836738" y="2360614"/>
          <a:ext cx="1808162" cy="987425"/>
        </p:xfrm>
        <a:graphic>
          <a:graphicData uri="http://schemas.openxmlformats.org/presentationml/2006/ole">
            <mc:AlternateContent xmlns:mc="http://schemas.openxmlformats.org/markup-compatibility/2006">
              <mc:Choice xmlns:v="urn:schemas-microsoft-com:vml" Requires="v">
                <p:oleObj spid="_x0000_s13333" name="公式" r:id="rId9" imgW="787320" imgH="431640" progId="Equation.3">
                  <p:embed/>
                </p:oleObj>
              </mc:Choice>
              <mc:Fallback>
                <p:oleObj name="公式" r:id="rId9" imgW="787320" imgH="431640" progId="Equation.3">
                  <p:embed/>
                  <p:pic>
                    <p:nvPicPr>
                      <p:cNvPr id="595974" name="Object 6">
                        <a:extLst>
                          <a:ext uri="{FF2B5EF4-FFF2-40B4-BE49-F238E27FC236}">
                            <a16:creationId xmlns:a16="http://schemas.microsoft.com/office/drawing/2014/main" id="{425C651C-A817-451B-AFBA-9E617245800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36738" y="2360614"/>
                        <a:ext cx="1808162" cy="987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5975" name="Object 7">
            <a:extLst>
              <a:ext uri="{FF2B5EF4-FFF2-40B4-BE49-F238E27FC236}">
                <a16:creationId xmlns:a16="http://schemas.microsoft.com/office/drawing/2014/main" id="{0664C38F-2767-43CF-A9A2-2EFED441F0BE}"/>
              </a:ext>
            </a:extLst>
          </p:cNvPr>
          <p:cNvGraphicFramePr>
            <a:graphicFrameLocks noChangeAspect="1"/>
          </p:cNvGraphicFramePr>
          <p:nvPr/>
        </p:nvGraphicFramePr>
        <p:xfrm>
          <a:off x="3876675" y="2349500"/>
          <a:ext cx="2235200" cy="1004888"/>
        </p:xfrm>
        <a:graphic>
          <a:graphicData uri="http://schemas.openxmlformats.org/presentationml/2006/ole">
            <mc:AlternateContent xmlns:mc="http://schemas.openxmlformats.org/markup-compatibility/2006">
              <mc:Choice xmlns:v="urn:schemas-microsoft-com:vml" Requires="v">
                <p:oleObj spid="_x0000_s13334" name="公式" r:id="rId11" imgW="952200" imgH="431640" progId="Equation.3">
                  <p:embed/>
                </p:oleObj>
              </mc:Choice>
              <mc:Fallback>
                <p:oleObj name="公式" r:id="rId11" imgW="952200" imgH="431640" progId="Equation.3">
                  <p:embed/>
                  <p:pic>
                    <p:nvPicPr>
                      <p:cNvPr id="595975" name="Object 7">
                        <a:extLst>
                          <a:ext uri="{FF2B5EF4-FFF2-40B4-BE49-F238E27FC236}">
                            <a16:creationId xmlns:a16="http://schemas.microsoft.com/office/drawing/2014/main" id="{0664C38F-2767-43CF-A9A2-2EFED441F0B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76675" y="2349500"/>
                        <a:ext cx="2235200" cy="1004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5976" name="Object 8">
            <a:extLst>
              <a:ext uri="{FF2B5EF4-FFF2-40B4-BE49-F238E27FC236}">
                <a16:creationId xmlns:a16="http://schemas.microsoft.com/office/drawing/2014/main" id="{092DCEAB-FF62-452C-82CF-B817007C9323}"/>
              </a:ext>
            </a:extLst>
          </p:cNvPr>
          <p:cNvGraphicFramePr>
            <a:graphicFrameLocks noChangeAspect="1"/>
          </p:cNvGraphicFramePr>
          <p:nvPr/>
        </p:nvGraphicFramePr>
        <p:xfrm>
          <a:off x="1524001" y="3357563"/>
          <a:ext cx="3744913" cy="1028700"/>
        </p:xfrm>
        <a:graphic>
          <a:graphicData uri="http://schemas.openxmlformats.org/presentationml/2006/ole">
            <mc:AlternateContent xmlns:mc="http://schemas.openxmlformats.org/markup-compatibility/2006">
              <mc:Choice xmlns:v="urn:schemas-microsoft-com:vml" Requires="v">
                <p:oleObj spid="_x0000_s13335" name="公式" r:id="rId13" imgW="1562040" imgH="431640" progId="Equation.3">
                  <p:embed/>
                </p:oleObj>
              </mc:Choice>
              <mc:Fallback>
                <p:oleObj name="公式" r:id="rId13" imgW="1562040" imgH="431640" progId="Equation.3">
                  <p:embed/>
                  <p:pic>
                    <p:nvPicPr>
                      <p:cNvPr id="595976" name="Object 8">
                        <a:extLst>
                          <a:ext uri="{FF2B5EF4-FFF2-40B4-BE49-F238E27FC236}">
                            <a16:creationId xmlns:a16="http://schemas.microsoft.com/office/drawing/2014/main" id="{092DCEAB-FF62-452C-82CF-B817007C932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4001" y="3357563"/>
                        <a:ext cx="3744913" cy="1028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5977" name="Object 9">
            <a:extLst>
              <a:ext uri="{FF2B5EF4-FFF2-40B4-BE49-F238E27FC236}">
                <a16:creationId xmlns:a16="http://schemas.microsoft.com/office/drawing/2014/main" id="{CF6E7ECF-A0A6-4E16-A55E-23E2743C761E}"/>
              </a:ext>
            </a:extLst>
          </p:cNvPr>
          <p:cNvGraphicFramePr>
            <a:graphicFrameLocks noChangeAspect="1"/>
          </p:cNvGraphicFramePr>
          <p:nvPr/>
        </p:nvGraphicFramePr>
        <p:xfrm>
          <a:off x="2195513" y="4365626"/>
          <a:ext cx="2182812" cy="982663"/>
        </p:xfrm>
        <a:graphic>
          <a:graphicData uri="http://schemas.openxmlformats.org/presentationml/2006/ole">
            <mc:AlternateContent xmlns:mc="http://schemas.openxmlformats.org/markup-compatibility/2006">
              <mc:Choice xmlns:v="urn:schemas-microsoft-com:vml" Requires="v">
                <p:oleObj spid="_x0000_s13336" name="公式" r:id="rId15" imgW="952200" imgH="431640" progId="Equation.3">
                  <p:embed/>
                </p:oleObj>
              </mc:Choice>
              <mc:Fallback>
                <p:oleObj name="公式" r:id="rId15" imgW="952200" imgH="431640" progId="Equation.3">
                  <p:embed/>
                  <p:pic>
                    <p:nvPicPr>
                      <p:cNvPr id="595977" name="Object 9">
                        <a:extLst>
                          <a:ext uri="{FF2B5EF4-FFF2-40B4-BE49-F238E27FC236}">
                            <a16:creationId xmlns:a16="http://schemas.microsoft.com/office/drawing/2014/main" id="{CF6E7ECF-A0A6-4E16-A55E-23E2743C761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95513" y="4365626"/>
                        <a:ext cx="2182812" cy="982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5978" name="Object 10">
            <a:extLst>
              <a:ext uri="{FF2B5EF4-FFF2-40B4-BE49-F238E27FC236}">
                <a16:creationId xmlns:a16="http://schemas.microsoft.com/office/drawing/2014/main" id="{D4E4C52A-0375-46FA-B722-BF07C216AFD1}"/>
              </a:ext>
            </a:extLst>
          </p:cNvPr>
          <p:cNvGraphicFramePr>
            <a:graphicFrameLocks noChangeAspect="1"/>
          </p:cNvGraphicFramePr>
          <p:nvPr/>
        </p:nvGraphicFramePr>
        <p:xfrm>
          <a:off x="2135188" y="5084764"/>
          <a:ext cx="4608512" cy="954087"/>
        </p:xfrm>
        <a:graphic>
          <a:graphicData uri="http://schemas.openxmlformats.org/presentationml/2006/ole">
            <mc:AlternateContent xmlns:mc="http://schemas.openxmlformats.org/markup-compatibility/2006">
              <mc:Choice xmlns:v="urn:schemas-microsoft-com:vml" Requires="v">
                <p:oleObj spid="_x0000_s13337" name="公式" r:id="rId17" imgW="2070000" imgH="431640" progId="Equation.3">
                  <p:embed/>
                </p:oleObj>
              </mc:Choice>
              <mc:Fallback>
                <p:oleObj name="公式" r:id="rId17" imgW="2070000" imgH="431640" progId="Equation.3">
                  <p:embed/>
                  <p:pic>
                    <p:nvPicPr>
                      <p:cNvPr id="595978" name="Object 10">
                        <a:extLst>
                          <a:ext uri="{FF2B5EF4-FFF2-40B4-BE49-F238E27FC236}">
                            <a16:creationId xmlns:a16="http://schemas.microsoft.com/office/drawing/2014/main" id="{D4E4C52A-0375-46FA-B722-BF07C216AFD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35188" y="5084764"/>
                        <a:ext cx="4608512" cy="954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5979" name="Rectangle 11">
            <a:extLst>
              <a:ext uri="{FF2B5EF4-FFF2-40B4-BE49-F238E27FC236}">
                <a16:creationId xmlns:a16="http://schemas.microsoft.com/office/drawing/2014/main" id="{C22C0AC9-0E42-4C48-A46B-A526C23929BD}"/>
              </a:ext>
            </a:extLst>
          </p:cNvPr>
          <p:cNvSpPr>
            <a:spLocks noChangeArrowheads="1"/>
          </p:cNvSpPr>
          <p:nvPr/>
        </p:nvSpPr>
        <p:spPr bwMode="auto">
          <a:xfrm>
            <a:off x="1524001" y="-3260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graphicFrame>
        <p:nvGraphicFramePr>
          <p:cNvPr id="595980" name="Object 12">
            <a:extLst>
              <a:ext uri="{FF2B5EF4-FFF2-40B4-BE49-F238E27FC236}">
                <a16:creationId xmlns:a16="http://schemas.microsoft.com/office/drawing/2014/main" id="{992C7686-3DAE-424B-99E3-60636FCB80F2}"/>
              </a:ext>
            </a:extLst>
          </p:cNvPr>
          <p:cNvGraphicFramePr>
            <a:graphicFrameLocks noChangeAspect="1"/>
          </p:cNvGraphicFramePr>
          <p:nvPr/>
        </p:nvGraphicFramePr>
        <p:xfrm>
          <a:off x="5664200" y="1268413"/>
          <a:ext cx="2109788" cy="893762"/>
        </p:xfrm>
        <a:graphic>
          <a:graphicData uri="http://schemas.openxmlformats.org/presentationml/2006/ole">
            <mc:AlternateContent xmlns:mc="http://schemas.openxmlformats.org/markup-compatibility/2006">
              <mc:Choice xmlns:v="urn:schemas-microsoft-com:vml" Requires="v">
                <p:oleObj spid="_x0000_s13338" name="公式" r:id="rId19" imgW="952200" imgH="406080" progId="Equation.3">
                  <p:embed/>
                </p:oleObj>
              </mc:Choice>
              <mc:Fallback>
                <p:oleObj name="公式" r:id="rId19" imgW="952200" imgH="406080" progId="Equation.3">
                  <p:embed/>
                  <p:pic>
                    <p:nvPicPr>
                      <p:cNvPr id="595980" name="Object 12">
                        <a:extLst>
                          <a:ext uri="{FF2B5EF4-FFF2-40B4-BE49-F238E27FC236}">
                            <a16:creationId xmlns:a16="http://schemas.microsoft.com/office/drawing/2014/main" id="{992C7686-3DAE-424B-99E3-60636FCB80F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664200" y="1268413"/>
                        <a:ext cx="2109788" cy="893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5981" name="Object 13">
            <a:extLst>
              <a:ext uri="{FF2B5EF4-FFF2-40B4-BE49-F238E27FC236}">
                <a16:creationId xmlns:a16="http://schemas.microsoft.com/office/drawing/2014/main" id="{9C413815-727D-454E-8503-68FAB7A5C444}"/>
              </a:ext>
            </a:extLst>
          </p:cNvPr>
          <p:cNvGraphicFramePr>
            <a:graphicFrameLocks noChangeAspect="1"/>
          </p:cNvGraphicFramePr>
          <p:nvPr/>
        </p:nvGraphicFramePr>
        <p:xfrm>
          <a:off x="6972300" y="6046788"/>
          <a:ext cx="838200" cy="430212"/>
        </p:xfrm>
        <a:graphic>
          <a:graphicData uri="http://schemas.openxmlformats.org/presentationml/2006/ole">
            <mc:AlternateContent xmlns:mc="http://schemas.openxmlformats.org/markup-compatibility/2006">
              <mc:Choice xmlns:v="urn:schemas-microsoft-com:vml" Requires="v">
                <p:oleObj spid="_x0000_s13339" name="公式" r:id="rId21" imgW="342720" imgH="177480" progId="Equation.3">
                  <p:embed/>
                </p:oleObj>
              </mc:Choice>
              <mc:Fallback>
                <p:oleObj name="公式" r:id="rId21" imgW="342720" imgH="177480" progId="Equation.3">
                  <p:embed/>
                  <p:pic>
                    <p:nvPicPr>
                      <p:cNvPr id="595981" name="Object 13">
                        <a:extLst>
                          <a:ext uri="{FF2B5EF4-FFF2-40B4-BE49-F238E27FC236}">
                            <a16:creationId xmlns:a16="http://schemas.microsoft.com/office/drawing/2014/main" id="{9C413815-727D-454E-8503-68FAB7A5C444}"/>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972300" y="6046788"/>
                        <a:ext cx="838200" cy="430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5982" name="Object 14">
            <a:extLst>
              <a:ext uri="{FF2B5EF4-FFF2-40B4-BE49-F238E27FC236}">
                <a16:creationId xmlns:a16="http://schemas.microsoft.com/office/drawing/2014/main" id="{6F512E48-E936-48E4-8AF3-ADC2C10E5E28}"/>
              </a:ext>
            </a:extLst>
          </p:cNvPr>
          <p:cNvGraphicFramePr>
            <a:graphicFrameLocks noChangeAspect="1"/>
          </p:cNvGraphicFramePr>
          <p:nvPr/>
        </p:nvGraphicFramePr>
        <p:xfrm>
          <a:off x="7967664" y="1557339"/>
          <a:ext cx="788987" cy="422275"/>
        </p:xfrm>
        <a:graphic>
          <a:graphicData uri="http://schemas.openxmlformats.org/presentationml/2006/ole">
            <mc:AlternateContent xmlns:mc="http://schemas.openxmlformats.org/markup-compatibility/2006">
              <mc:Choice xmlns:v="urn:schemas-microsoft-com:vml" Requires="v">
                <p:oleObj spid="_x0000_s13340" name="公式" r:id="rId23" imgW="330120" imgH="177480" progId="Equation.3">
                  <p:embed/>
                </p:oleObj>
              </mc:Choice>
              <mc:Fallback>
                <p:oleObj name="公式" r:id="rId23" imgW="330120" imgH="177480" progId="Equation.3">
                  <p:embed/>
                  <p:pic>
                    <p:nvPicPr>
                      <p:cNvPr id="595982" name="Object 14">
                        <a:extLst>
                          <a:ext uri="{FF2B5EF4-FFF2-40B4-BE49-F238E27FC236}">
                            <a16:creationId xmlns:a16="http://schemas.microsoft.com/office/drawing/2014/main" id="{6F512E48-E936-48E4-8AF3-ADC2C10E5E28}"/>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967664" y="1557339"/>
                        <a:ext cx="788987"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5983" name="Object 15">
            <a:extLst>
              <a:ext uri="{FF2B5EF4-FFF2-40B4-BE49-F238E27FC236}">
                <a16:creationId xmlns:a16="http://schemas.microsoft.com/office/drawing/2014/main" id="{EFD32FA9-AAA3-4EC0-8FA6-26026212E41B}"/>
              </a:ext>
            </a:extLst>
          </p:cNvPr>
          <p:cNvGraphicFramePr>
            <a:graphicFrameLocks noChangeAspect="1"/>
          </p:cNvGraphicFramePr>
          <p:nvPr/>
        </p:nvGraphicFramePr>
        <p:xfrm>
          <a:off x="7535863" y="3644901"/>
          <a:ext cx="996950" cy="396875"/>
        </p:xfrm>
        <a:graphic>
          <a:graphicData uri="http://schemas.openxmlformats.org/presentationml/2006/ole">
            <mc:AlternateContent xmlns:mc="http://schemas.openxmlformats.org/markup-compatibility/2006">
              <mc:Choice xmlns:v="urn:schemas-microsoft-com:vml" Requires="v">
                <p:oleObj spid="_x0000_s13341" name="公式" r:id="rId25" imgW="444240" imgH="177480" progId="Equation.3">
                  <p:embed/>
                </p:oleObj>
              </mc:Choice>
              <mc:Fallback>
                <p:oleObj name="公式" r:id="rId25" imgW="444240" imgH="177480" progId="Equation.3">
                  <p:embed/>
                  <p:pic>
                    <p:nvPicPr>
                      <p:cNvPr id="595983" name="Object 15">
                        <a:extLst>
                          <a:ext uri="{FF2B5EF4-FFF2-40B4-BE49-F238E27FC236}">
                            <a16:creationId xmlns:a16="http://schemas.microsoft.com/office/drawing/2014/main" id="{EFD32FA9-AAA3-4EC0-8FA6-26026212E41B}"/>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535863" y="3644901"/>
                        <a:ext cx="996950" cy="396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5984" name="Object 16">
            <a:extLst>
              <a:ext uri="{FF2B5EF4-FFF2-40B4-BE49-F238E27FC236}">
                <a16:creationId xmlns:a16="http://schemas.microsoft.com/office/drawing/2014/main" id="{30276ACD-353E-498D-A117-CAFC2F10C458}"/>
              </a:ext>
            </a:extLst>
          </p:cNvPr>
          <p:cNvGraphicFramePr>
            <a:graphicFrameLocks noChangeAspect="1"/>
          </p:cNvGraphicFramePr>
          <p:nvPr/>
        </p:nvGraphicFramePr>
        <p:xfrm>
          <a:off x="5232401" y="3429001"/>
          <a:ext cx="2295525" cy="849313"/>
        </p:xfrm>
        <a:graphic>
          <a:graphicData uri="http://schemas.openxmlformats.org/presentationml/2006/ole">
            <mc:AlternateContent xmlns:mc="http://schemas.openxmlformats.org/markup-compatibility/2006">
              <mc:Choice xmlns:v="urn:schemas-microsoft-com:vml" Requires="v">
                <p:oleObj spid="_x0000_s13342" name="公式" r:id="rId27" imgW="1091880" imgH="406080" progId="Equation.3">
                  <p:embed/>
                </p:oleObj>
              </mc:Choice>
              <mc:Fallback>
                <p:oleObj name="公式" r:id="rId27" imgW="1091880" imgH="406080" progId="Equation.3">
                  <p:embed/>
                  <p:pic>
                    <p:nvPicPr>
                      <p:cNvPr id="595984" name="Object 16">
                        <a:extLst>
                          <a:ext uri="{FF2B5EF4-FFF2-40B4-BE49-F238E27FC236}">
                            <a16:creationId xmlns:a16="http://schemas.microsoft.com/office/drawing/2014/main" id="{30276ACD-353E-498D-A117-CAFC2F10C458}"/>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232401" y="3429001"/>
                        <a:ext cx="2295525" cy="849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5985" name="Object 17">
            <a:extLst>
              <a:ext uri="{FF2B5EF4-FFF2-40B4-BE49-F238E27FC236}">
                <a16:creationId xmlns:a16="http://schemas.microsoft.com/office/drawing/2014/main" id="{02BB66C6-7FD7-47E9-936F-AB548B67FAD7}"/>
              </a:ext>
            </a:extLst>
          </p:cNvPr>
          <p:cNvGraphicFramePr>
            <a:graphicFrameLocks noChangeAspect="1"/>
          </p:cNvGraphicFramePr>
          <p:nvPr/>
        </p:nvGraphicFramePr>
        <p:xfrm>
          <a:off x="6743701" y="5084764"/>
          <a:ext cx="3014663" cy="949325"/>
        </p:xfrm>
        <a:graphic>
          <a:graphicData uri="http://schemas.openxmlformats.org/presentationml/2006/ole">
            <mc:AlternateContent xmlns:mc="http://schemas.openxmlformats.org/markup-compatibility/2006">
              <mc:Choice xmlns:v="urn:schemas-microsoft-com:vml" Requires="v">
                <p:oleObj spid="_x0000_s13343" name="公式" r:id="rId29" imgW="1282680" imgH="406080" progId="Equation.3">
                  <p:embed/>
                </p:oleObj>
              </mc:Choice>
              <mc:Fallback>
                <p:oleObj name="公式" r:id="rId29" imgW="1282680" imgH="406080" progId="Equation.3">
                  <p:embed/>
                  <p:pic>
                    <p:nvPicPr>
                      <p:cNvPr id="595985" name="Object 17">
                        <a:extLst>
                          <a:ext uri="{FF2B5EF4-FFF2-40B4-BE49-F238E27FC236}">
                            <a16:creationId xmlns:a16="http://schemas.microsoft.com/office/drawing/2014/main" id="{02BB66C6-7FD7-47E9-936F-AB548B67FAD7}"/>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743701" y="5084764"/>
                        <a:ext cx="3014663" cy="949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5986" name="Rectangle 18">
            <a:extLst>
              <a:ext uri="{FF2B5EF4-FFF2-40B4-BE49-F238E27FC236}">
                <a16:creationId xmlns:a16="http://schemas.microsoft.com/office/drawing/2014/main" id="{F4B08A60-0859-44AC-B247-E774CD79639E}"/>
              </a:ext>
            </a:extLst>
          </p:cNvPr>
          <p:cNvSpPr>
            <a:spLocks noChangeArrowheads="1"/>
          </p:cNvSpPr>
          <p:nvPr/>
        </p:nvSpPr>
        <p:spPr bwMode="auto">
          <a:xfrm>
            <a:off x="1774826" y="333375"/>
            <a:ext cx="20177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p>
        </p:txBody>
      </p:sp>
      <p:graphicFrame>
        <p:nvGraphicFramePr>
          <p:cNvPr id="595987" name="Object 19">
            <a:extLst>
              <a:ext uri="{FF2B5EF4-FFF2-40B4-BE49-F238E27FC236}">
                <a16:creationId xmlns:a16="http://schemas.microsoft.com/office/drawing/2014/main" id="{7A08B4B8-F693-442C-9B2B-DDDAC287AA99}"/>
              </a:ext>
            </a:extLst>
          </p:cNvPr>
          <p:cNvGraphicFramePr>
            <a:graphicFrameLocks noChangeAspect="1"/>
          </p:cNvGraphicFramePr>
          <p:nvPr/>
        </p:nvGraphicFramePr>
        <p:xfrm>
          <a:off x="7175500" y="333375"/>
          <a:ext cx="901700" cy="509588"/>
        </p:xfrm>
        <a:graphic>
          <a:graphicData uri="http://schemas.openxmlformats.org/presentationml/2006/ole">
            <mc:AlternateContent xmlns:mc="http://schemas.openxmlformats.org/markup-compatibility/2006">
              <mc:Choice xmlns:v="urn:schemas-microsoft-com:vml" Requires="v">
                <p:oleObj spid="_x0000_s13344" name="公式" r:id="rId31" imgW="380880" imgH="215640" progId="Equation.3">
                  <p:embed/>
                </p:oleObj>
              </mc:Choice>
              <mc:Fallback>
                <p:oleObj name="公式" r:id="rId31" imgW="380880" imgH="215640" progId="Equation.3">
                  <p:embed/>
                  <p:pic>
                    <p:nvPicPr>
                      <p:cNvPr id="595987" name="Object 19">
                        <a:extLst>
                          <a:ext uri="{FF2B5EF4-FFF2-40B4-BE49-F238E27FC236}">
                            <a16:creationId xmlns:a16="http://schemas.microsoft.com/office/drawing/2014/main" id="{7A08B4B8-F693-442C-9B2B-DDDAC287AA99}"/>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175500" y="333375"/>
                        <a:ext cx="901700" cy="509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5988" name="Object 20">
            <a:extLst>
              <a:ext uri="{FF2B5EF4-FFF2-40B4-BE49-F238E27FC236}">
                <a16:creationId xmlns:a16="http://schemas.microsoft.com/office/drawing/2014/main" id="{ADF41B78-105E-4A1C-AB33-DFB6C6037650}"/>
              </a:ext>
            </a:extLst>
          </p:cNvPr>
          <p:cNvGraphicFramePr>
            <a:graphicFrameLocks noChangeAspect="1"/>
          </p:cNvGraphicFramePr>
          <p:nvPr/>
        </p:nvGraphicFramePr>
        <p:xfrm>
          <a:off x="6767513" y="2535238"/>
          <a:ext cx="1143000" cy="569912"/>
        </p:xfrm>
        <a:graphic>
          <a:graphicData uri="http://schemas.openxmlformats.org/presentationml/2006/ole">
            <mc:AlternateContent xmlns:mc="http://schemas.openxmlformats.org/markup-compatibility/2006">
              <mc:Choice xmlns:v="urn:schemas-microsoft-com:vml" Requires="v">
                <p:oleObj spid="_x0000_s13345" name="公式" r:id="rId33" imgW="482400" imgH="241200" progId="Equation.3">
                  <p:embed/>
                </p:oleObj>
              </mc:Choice>
              <mc:Fallback>
                <p:oleObj name="公式" r:id="rId33" imgW="482400" imgH="241200" progId="Equation.3">
                  <p:embed/>
                  <p:pic>
                    <p:nvPicPr>
                      <p:cNvPr id="595988" name="Object 20">
                        <a:extLst>
                          <a:ext uri="{FF2B5EF4-FFF2-40B4-BE49-F238E27FC236}">
                            <a16:creationId xmlns:a16="http://schemas.microsoft.com/office/drawing/2014/main" id="{ADF41B78-105E-4A1C-AB33-DFB6C6037650}"/>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767513" y="2535238"/>
                        <a:ext cx="1143000" cy="569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95986"/>
                                        </p:tgtEl>
                                        <p:attrNameLst>
                                          <p:attrName>style.visibility</p:attrName>
                                        </p:attrNameLst>
                                      </p:cBhvr>
                                      <p:to>
                                        <p:strVal val="visible"/>
                                      </p:to>
                                    </p:set>
                                    <p:animEffect transition="in" filter="wipe(left)">
                                      <p:cBhvr>
                                        <p:cTn id="7" dur="500"/>
                                        <p:tgtEl>
                                          <p:spTgt spid="5959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95971"/>
                                        </p:tgtEl>
                                        <p:attrNameLst>
                                          <p:attrName>style.visibility</p:attrName>
                                        </p:attrNameLst>
                                      </p:cBhvr>
                                      <p:to>
                                        <p:strVal val="visible"/>
                                      </p:to>
                                    </p:set>
                                    <p:animEffect transition="in" filter="wipe(left)">
                                      <p:cBhvr>
                                        <p:cTn id="12" dur="1000"/>
                                        <p:tgtEl>
                                          <p:spTgt spid="5959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95972"/>
                                        </p:tgtEl>
                                        <p:attrNameLst>
                                          <p:attrName>style.visibility</p:attrName>
                                        </p:attrNameLst>
                                      </p:cBhvr>
                                      <p:to>
                                        <p:strVal val="visible"/>
                                      </p:to>
                                    </p:set>
                                    <p:animEffect transition="in" filter="wipe(left)">
                                      <p:cBhvr>
                                        <p:cTn id="17" dur="1000"/>
                                        <p:tgtEl>
                                          <p:spTgt spid="59597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95987"/>
                                        </p:tgtEl>
                                        <p:attrNameLst>
                                          <p:attrName>style.visibility</p:attrName>
                                        </p:attrNameLst>
                                      </p:cBhvr>
                                      <p:to>
                                        <p:strVal val="visible"/>
                                      </p:to>
                                    </p:set>
                                    <p:animEffect transition="in" filter="wipe(left)">
                                      <p:cBhvr>
                                        <p:cTn id="22" dur="1000"/>
                                        <p:tgtEl>
                                          <p:spTgt spid="5959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95973"/>
                                        </p:tgtEl>
                                        <p:attrNameLst>
                                          <p:attrName>style.visibility</p:attrName>
                                        </p:attrNameLst>
                                      </p:cBhvr>
                                      <p:to>
                                        <p:strVal val="visible"/>
                                      </p:to>
                                    </p:set>
                                    <p:animEffect transition="in" filter="wipe(left)">
                                      <p:cBhvr>
                                        <p:cTn id="27" dur="1000"/>
                                        <p:tgtEl>
                                          <p:spTgt spid="59597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95980"/>
                                        </p:tgtEl>
                                        <p:attrNameLst>
                                          <p:attrName>style.visibility</p:attrName>
                                        </p:attrNameLst>
                                      </p:cBhvr>
                                      <p:to>
                                        <p:strVal val="visible"/>
                                      </p:to>
                                    </p:set>
                                    <p:animEffect transition="in" filter="wipe(left)">
                                      <p:cBhvr>
                                        <p:cTn id="32" dur="1000"/>
                                        <p:tgtEl>
                                          <p:spTgt spid="59598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95982"/>
                                        </p:tgtEl>
                                        <p:attrNameLst>
                                          <p:attrName>style.visibility</p:attrName>
                                        </p:attrNameLst>
                                      </p:cBhvr>
                                      <p:to>
                                        <p:strVal val="visible"/>
                                      </p:to>
                                    </p:set>
                                    <p:animEffect transition="in" filter="wipe(left)">
                                      <p:cBhvr>
                                        <p:cTn id="37" dur="1000"/>
                                        <p:tgtEl>
                                          <p:spTgt spid="59598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95974"/>
                                        </p:tgtEl>
                                        <p:attrNameLst>
                                          <p:attrName>style.visibility</p:attrName>
                                        </p:attrNameLst>
                                      </p:cBhvr>
                                      <p:to>
                                        <p:strVal val="visible"/>
                                      </p:to>
                                    </p:set>
                                    <p:animEffect transition="in" filter="wipe(left)">
                                      <p:cBhvr>
                                        <p:cTn id="42" dur="1000"/>
                                        <p:tgtEl>
                                          <p:spTgt spid="59597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95975"/>
                                        </p:tgtEl>
                                        <p:attrNameLst>
                                          <p:attrName>style.visibility</p:attrName>
                                        </p:attrNameLst>
                                      </p:cBhvr>
                                      <p:to>
                                        <p:strVal val="visible"/>
                                      </p:to>
                                    </p:set>
                                    <p:animEffect transition="in" filter="wipe(left)">
                                      <p:cBhvr>
                                        <p:cTn id="47" dur="1000"/>
                                        <p:tgtEl>
                                          <p:spTgt spid="59597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95988"/>
                                        </p:tgtEl>
                                        <p:attrNameLst>
                                          <p:attrName>style.visibility</p:attrName>
                                        </p:attrNameLst>
                                      </p:cBhvr>
                                      <p:to>
                                        <p:strVal val="visible"/>
                                      </p:to>
                                    </p:set>
                                    <p:animEffect transition="in" filter="wipe(left)">
                                      <p:cBhvr>
                                        <p:cTn id="52" dur="1000"/>
                                        <p:tgtEl>
                                          <p:spTgt spid="59598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595976"/>
                                        </p:tgtEl>
                                        <p:attrNameLst>
                                          <p:attrName>style.visibility</p:attrName>
                                        </p:attrNameLst>
                                      </p:cBhvr>
                                      <p:to>
                                        <p:strVal val="visible"/>
                                      </p:to>
                                    </p:set>
                                    <p:animEffect transition="in" filter="wipe(left)">
                                      <p:cBhvr>
                                        <p:cTn id="57" dur="1000"/>
                                        <p:tgtEl>
                                          <p:spTgt spid="59597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595984"/>
                                        </p:tgtEl>
                                        <p:attrNameLst>
                                          <p:attrName>style.visibility</p:attrName>
                                        </p:attrNameLst>
                                      </p:cBhvr>
                                      <p:to>
                                        <p:strVal val="visible"/>
                                      </p:to>
                                    </p:set>
                                    <p:animEffect transition="in" filter="wipe(left)">
                                      <p:cBhvr>
                                        <p:cTn id="62" dur="1000"/>
                                        <p:tgtEl>
                                          <p:spTgt spid="59598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595983"/>
                                        </p:tgtEl>
                                        <p:attrNameLst>
                                          <p:attrName>style.visibility</p:attrName>
                                        </p:attrNameLst>
                                      </p:cBhvr>
                                      <p:to>
                                        <p:strVal val="visible"/>
                                      </p:to>
                                    </p:set>
                                    <p:animEffect transition="in" filter="wipe(left)">
                                      <p:cBhvr>
                                        <p:cTn id="67" dur="1000"/>
                                        <p:tgtEl>
                                          <p:spTgt spid="59598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595977"/>
                                        </p:tgtEl>
                                        <p:attrNameLst>
                                          <p:attrName>style.visibility</p:attrName>
                                        </p:attrNameLst>
                                      </p:cBhvr>
                                      <p:to>
                                        <p:strVal val="visible"/>
                                      </p:to>
                                    </p:set>
                                    <p:animEffect transition="in" filter="wipe(left)">
                                      <p:cBhvr>
                                        <p:cTn id="72" dur="1000"/>
                                        <p:tgtEl>
                                          <p:spTgt spid="59597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595978"/>
                                        </p:tgtEl>
                                        <p:attrNameLst>
                                          <p:attrName>style.visibility</p:attrName>
                                        </p:attrNameLst>
                                      </p:cBhvr>
                                      <p:to>
                                        <p:strVal val="visible"/>
                                      </p:to>
                                    </p:set>
                                    <p:animEffect transition="in" filter="wipe(left)">
                                      <p:cBhvr>
                                        <p:cTn id="77" dur="1000"/>
                                        <p:tgtEl>
                                          <p:spTgt spid="595978"/>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595985"/>
                                        </p:tgtEl>
                                        <p:attrNameLst>
                                          <p:attrName>style.visibility</p:attrName>
                                        </p:attrNameLst>
                                      </p:cBhvr>
                                      <p:to>
                                        <p:strVal val="visible"/>
                                      </p:to>
                                    </p:set>
                                    <p:animEffect transition="in" filter="wipe(left)">
                                      <p:cBhvr>
                                        <p:cTn id="82" dur="1000"/>
                                        <p:tgtEl>
                                          <p:spTgt spid="595985"/>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595981"/>
                                        </p:tgtEl>
                                        <p:attrNameLst>
                                          <p:attrName>style.visibility</p:attrName>
                                        </p:attrNameLst>
                                      </p:cBhvr>
                                      <p:to>
                                        <p:strVal val="visible"/>
                                      </p:to>
                                    </p:set>
                                    <p:animEffect transition="in" filter="wipe(left)">
                                      <p:cBhvr>
                                        <p:cTn id="87" dur="1000"/>
                                        <p:tgtEl>
                                          <p:spTgt spid="595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598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6994" name="Object 2">
            <a:extLst>
              <a:ext uri="{FF2B5EF4-FFF2-40B4-BE49-F238E27FC236}">
                <a16:creationId xmlns:a16="http://schemas.microsoft.com/office/drawing/2014/main" id="{1FF82A56-C4CC-4477-8CA6-D3B3BF1EECA5}"/>
              </a:ext>
            </a:extLst>
          </p:cNvPr>
          <p:cNvGraphicFramePr>
            <a:graphicFrameLocks noChangeAspect="1"/>
          </p:cNvGraphicFramePr>
          <p:nvPr/>
        </p:nvGraphicFramePr>
        <p:xfrm>
          <a:off x="6672263" y="1477964"/>
          <a:ext cx="1655762" cy="536575"/>
        </p:xfrm>
        <a:graphic>
          <a:graphicData uri="http://schemas.openxmlformats.org/presentationml/2006/ole">
            <mc:AlternateContent xmlns:mc="http://schemas.openxmlformats.org/markup-compatibility/2006">
              <mc:Choice xmlns:v="urn:schemas-microsoft-com:vml" Requires="v">
                <p:oleObj spid="_x0000_s14352" name="公式" r:id="rId3" imgW="622080" imgH="203040" progId="Equation.3">
                  <p:embed/>
                </p:oleObj>
              </mc:Choice>
              <mc:Fallback>
                <p:oleObj name="公式" r:id="rId3" imgW="622080" imgH="203040" progId="Equation.3">
                  <p:embed/>
                  <p:pic>
                    <p:nvPicPr>
                      <p:cNvPr id="596994" name="Object 2">
                        <a:extLst>
                          <a:ext uri="{FF2B5EF4-FFF2-40B4-BE49-F238E27FC236}">
                            <a16:creationId xmlns:a16="http://schemas.microsoft.com/office/drawing/2014/main" id="{1FF82A56-C4CC-4477-8CA6-D3B3BF1EEC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2263" y="1477964"/>
                        <a:ext cx="1655762" cy="53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6995" name="Rectangle 3">
            <a:extLst>
              <a:ext uri="{FF2B5EF4-FFF2-40B4-BE49-F238E27FC236}">
                <a16:creationId xmlns:a16="http://schemas.microsoft.com/office/drawing/2014/main" id="{46D2D9E6-9705-4C0B-826B-986D9167368A}"/>
              </a:ext>
            </a:extLst>
          </p:cNvPr>
          <p:cNvSpPr>
            <a:spLocks noChangeArrowheads="1"/>
          </p:cNvSpPr>
          <p:nvPr/>
        </p:nvSpPr>
        <p:spPr bwMode="auto">
          <a:xfrm>
            <a:off x="1524001" y="-3260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graphicFrame>
        <p:nvGraphicFramePr>
          <p:cNvPr id="596996" name="Object 4">
            <a:extLst>
              <a:ext uri="{FF2B5EF4-FFF2-40B4-BE49-F238E27FC236}">
                <a16:creationId xmlns:a16="http://schemas.microsoft.com/office/drawing/2014/main" id="{A0134230-917C-489B-A38E-C108FC4B9FBD}"/>
              </a:ext>
            </a:extLst>
          </p:cNvPr>
          <p:cNvGraphicFramePr>
            <a:graphicFrameLocks noChangeAspect="1"/>
          </p:cNvGraphicFramePr>
          <p:nvPr/>
        </p:nvGraphicFramePr>
        <p:xfrm>
          <a:off x="1919289" y="73026"/>
          <a:ext cx="1379537" cy="1101725"/>
        </p:xfrm>
        <a:graphic>
          <a:graphicData uri="http://schemas.openxmlformats.org/presentationml/2006/ole">
            <mc:AlternateContent xmlns:mc="http://schemas.openxmlformats.org/markup-compatibility/2006">
              <mc:Choice xmlns:v="urn:schemas-microsoft-com:vml" Requires="v">
                <p:oleObj spid="_x0000_s14353" name="公式" r:id="rId5" imgW="571320" imgH="457200" progId="Equation.3">
                  <p:embed/>
                </p:oleObj>
              </mc:Choice>
              <mc:Fallback>
                <p:oleObj name="公式" r:id="rId5" imgW="571320" imgH="457200" progId="Equation.3">
                  <p:embed/>
                  <p:pic>
                    <p:nvPicPr>
                      <p:cNvPr id="596996" name="Object 4">
                        <a:extLst>
                          <a:ext uri="{FF2B5EF4-FFF2-40B4-BE49-F238E27FC236}">
                            <a16:creationId xmlns:a16="http://schemas.microsoft.com/office/drawing/2014/main" id="{A0134230-917C-489B-A38E-C108FC4B9FB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19289" y="73026"/>
                        <a:ext cx="1379537" cy="1101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6997" name="Object 5">
            <a:extLst>
              <a:ext uri="{FF2B5EF4-FFF2-40B4-BE49-F238E27FC236}">
                <a16:creationId xmlns:a16="http://schemas.microsoft.com/office/drawing/2014/main" id="{F339349B-804C-477C-A831-92B5B2AA51A2}"/>
              </a:ext>
            </a:extLst>
          </p:cNvPr>
          <p:cNvGraphicFramePr>
            <a:graphicFrameLocks noChangeAspect="1"/>
          </p:cNvGraphicFramePr>
          <p:nvPr/>
        </p:nvGraphicFramePr>
        <p:xfrm>
          <a:off x="1524000" y="1341438"/>
          <a:ext cx="2097088" cy="641350"/>
        </p:xfrm>
        <a:graphic>
          <a:graphicData uri="http://schemas.openxmlformats.org/presentationml/2006/ole">
            <mc:AlternateContent xmlns:mc="http://schemas.openxmlformats.org/markup-compatibility/2006">
              <mc:Choice xmlns:v="urn:schemas-microsoft-com:vml" Requires="v">
                <p:oleObj spid="_x0000_s14354" name="公式" r:id="rId7" imgW="787320" imgH="241200" progId="Equation.3">
                  <p:embed/>
                </p:oleObj>
              </mc:Choice>
              <mc:Fallback>
                <p:oleObj name="公式" r:id="rId7" imgW="787320" imgH="241200" progId="Equation.3">
                  <p:embed/>
                  <p:pic>
                    <p:nvPicPr>
                      <p:cNvPr id="596997" name="Object 5">
                        <a:extLst>
                          <a:ext uri="{FF2B5EF4-FFF2-40B4-BE49-F238E27FC236}">
                            <a16:creationId xmlns:a16="http://schemas.microsoft.com/office/drawing/2014/main" id="{F339349B-804C-477C-A831-92B5B2AA51A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1341438"/>
                        <a:ext cx="2097088" cy="64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6998" name="Object 6">
            <a:extLst>
              <a:ext uri="{FF2B5EF4-FFF2-40B4-BE49-F238E27FC236}">
                <a16:creationId xmlns:a16="http://schemas.microsoft.com/office/drawing/2014/main" id="{A7A0D2C3-9200-4F4C-9355-B0B088DCAAAB}"/>
              </a:ext>
            </a:extLst>
          </p:cNvPr>
          <p:cNvGraphicFramePr>
            <a:graphicFrameLocks noChangeAspect="1"/>
          </p:cNvGraphicFramePr>
          <p:nvPr/>
        </p:nvGraphicFramePr>
        <p:xfrm>
          <a:off x="3287713" y="0"/>
          <a:ext cx="1092200" cy="1123950"/>
        </p:xfrm>
        <a:graphic>
          <a:graphicData uri="http://schemas.openxmlformats.org/presentationml/2006/ole">
            <mc:AlternateContent xmlns:mc="http://schemas.openxmlformats.org/markup-compatibility/2006">
              <mc:Choice xmlns:v="urn:schemas-microsoft-com:vml" Requires="v">
                <p:oleObj spid="_x0000_s14355" name="公式" r:id="rId9" imgW="393480" imgH="406080" progId="Equation.3">
                  <p:embed/>
                </p:oleObj>
              </mc:Choice>
              <mc:Fallback>
                <p:oleObj name="公式" r:id="rId9" imgW="393480" imgH="406080" progId="Equation.3">
                  <p:embed/>
                  <p:pic>
                    <p:nvPicPr>
                      <p:cNvPr id="596998" name="Object 6">
                        <a:extLst>
                          <a:ext uri="{FF2B5EF4-FFF2-40B4-BE49-F238E27FC236}">
                            <a16:creationId xmlns:a16="http://schemas.microsoft.com/office/drawing/2014/main" id="{A7A0D2C3-9200-4F4C-9355-B0B088DCAAA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87713" y="0"/>
                        <a:ext cx="1092200" cy="1123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6999" name="Object 7">
            <a:extLst>
              <a:ext uri="{FF2B5EF4-FFF2-40B4-BE49-F238E27FC236}">
                <a16:creationId xmlns:a16="http://schemas.microsoft.com/office/drawing/2014/main" id="{0BF8AADE-1720-48A8-B184-19D32C32CD6A}"/>
              </a:ext>
            </a:extLst>
          </p:cNvPr>
          <p:cNvGraphicFramePr>
            <a:graphicFrameLocks noChangeAspect="1"/>
          </p:cNvGraphicFramePr>
          <p:nvPr/>
        </p:nvGraphicFramePr>
        <p:xfrm>
          <a:off x="3575051" y="1463675"/>
          <a:ext cx="3025775" cy="476250"/>
        </p:xfrm>
        <a:graphic>
          <a:graphicData uri="http://schemas.openxmlformats.org/presentationml/2006/ole">
            <mc:AlternateContent xmlns:mc="http://schemas.openxmlformats.org/markup-compatibility/2006">
              <mc:Choice xmlns:v="urn:schemas-microsoft-com:vml" Requires="v">
                <p:oleObj spid="_x0000_s14356" name="公式" r:id="rId11" imgW="1130040" imgH="177480" progId="Equation.3">
                  <p:embed/>
                </p:oleObj>
              </mc:Choice>
              <mc:Fallback>
                <p:oleObj name="公式" r:id="rId11" imgW="1130040" imgH="177480" progId="Equation.3">
                  <p:embed/>
                  <p:pic>
                    <p:nvPicPr>
                      <p:cNvPr id="596999" name="Object 7">
                        <a:extLst>
                          <a:ext uri="{FF2B5EF4-FFF2-40B4-BE49-F238E27FC236}">
                            <a16:creationId xmlns:a16="http://schemas.microsoft.com/office/drawing/2014/main" id="{0BF8AADE-1720-48A8-B184-19D32C32CD6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75051" y="1463675"/>
                        <a:ext cx="3025775"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7000" name="Object 8">
            <a:extLst>
              <a:ext uri="{FF2B5EF4-FFF2-40B4-BE49-F238E27FC236}">
                <a16:creationId xmlns:a16="http://schemas.microsoft.com/office/drawing/2014/main" id="{7BB2BCA4-9ADD-4520-B3E6-F27804169A09}"/>
              </a:ext>
            </a:extLst>
          </p:cNvPr>
          <p:cNvGraphicFramePr>
            <a:graphicFrameLocks noChangeAspect="1"/>
          </p:cNvGraphicFramePr>
          <p:nvPr/>
        </p:nvGraphicFramePr>
        <p:xfrm>
          <a:off x="4367213" y="333376"/>
          <a:ext cx="1890712" cy="485775"/>
        </p:xfrm>
        <a:graphic>
          <a:graphicData uri="http://schemas.openxmlformats.org/presentationml/2006/ole">
            <mc:AlternateContent xmlns:mc="http://schemas.openxmlformats.org/markup-compatibility/2006">
              <mc:Choice xmlns:v="urn:schemas-microsoft-com:vml" Requires="v">
                <p:oleObj spid="_x0000_s14357" name="公式" r:id="rId13" imgW="685800" imgH="177480" progId="Equation.3">
                  <p:embed/>
                </p:oleObj>
              </mc:Choice>
              <mc:Fallback>
                <p:oleObj name="公式" r:id="rId13" imgW="685800" imgH="177480" progId="Equation.3">
                  <p:embed/>
                  <p:pic>
                    <p:nvPicPr>
                      <p:cNvPr id="597000" name="Object 8">
                        <a:extLst>
                          <a:ext uri="{FF2B5EF4-FFF2-40B4-BE49-F238E27FC236}">
                            <a16:creationId xmlns:a16="http://schemas.microsoft.com/office/drawing/2014/main" id="{7BB2BCA4-9ADD-4520-B3E6-F27804169A0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67213" y="333376"/>
                        <a:ext cx="1890712"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7001" name="Object 9">
            <a:extLst>
              <a:ext uri="{FF2B5EF4-FFF2-40B4-BE49-F238E27FC236}">
                <a16:creationId xmlns:a16="http://schemas.microsoft.com/office/drawing/2014/main" id="{41D193AE-C7A8-43E0-B9E5-513CDF2503EE}"/>
              </a:ext>
            </a:extLst>
          </p:cNvPr>
          <p:cNvGraphicFramePr>
            <a:graphicFrameLocks noChangeAspect="1"/>
          </p:cNvGraphicFramePr>
          <p:nvPr/>
        </p:nvGraphicFramePr>
        <p:xfrm>
          <a:off x="1703389" y="2205038"/>
          <a:ext cx="2016125" cy="684212"/>
        </p:xfrm>
        <a:graphic>
          <a:graphicData uri="http://schemas.openxmlformats.org/presentationml/2006/ole">
            <mc:AlternateContent xmlns:mc="http://schemas.openxmlformats.org/markup-compatibility/2006">
              <mc:Choice xmlns:v="urn:schemas-microsoft-com:vml" Requires="v">
                <p:oleObj spid="_x0000_s14358" name="公式" r:id="rId15" imgW="698400" imgH="241200" progId="Equation.3">
                  <p:embed/>
                </p:oleObj>
              </mc:Choice>
              <mc:Fallback>
                <p:oleObj name="公式" r:id="rId15" imgW="698400" imgH="241200" progId="Equation.3">
                  <p:embed/>
                  <p:pic>
                    <p:nvPicPr>
                      <p:cNvPr id="597001" name="Object 9">
                        <a:extLst>
                          <a:ext uri="{FF2B5EF4-FFF2-40B4-BE49-F238E27FC236}">
                            <a16:creationId xmlns:a16="http://schemas.microsoft.com/office/drawing/2014/main" id="{41D193AE-C7A8-43E0-B9E5-513CDF2503E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03389" y="2205038"/>
                        <a:ext cx="2016125" cy="684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7002" name="Object 10">
            <a:extLst>
              <a:ext uri="{FF2B5EF4-FFF2-40B4-BE49-F238E27FC236}">
                <a16:creationId xmlns:a16="http://schemas.microsoft.com/office/drawing/2014/main" id="{8A4E16FD-26DD-448C-AE36-37959BB9275C}"/>
              </a:ext>
            </a:extLst>
          </p:cNvPr>
          <p:cNvGraphicFramePr>
            <a:graphicFrameLocks noChangeAspect="1"/>
          </p:cNvGraphicFramePr>
          <p:nvPr/>
        </p:nvGraphicFramePr>
        <p:xfrm>
          <a:off x="3792538" y="2276476"/>
          <a:ext cx="3594100" cy="504825"/>
        </p:xfrm>
        <a:graphic>
          <a:graphicData uri="http://schemas.openxmlformats.org/presentationml/2006/ole">
            <mc:AlternateContent xmlns:mc="http://schemas.openxmlformats.org/markup-compatibility/2006">
              <mc:Choice xmlns:v="urn:schemas-microsoft-com:vml" Requires="v">
                <p:oleObj spid="_x0000_s14359" name="公式" r:id="rId17" imgW="1244520" imgH="177480" progId="Equation.3">
                  <p:embed/>
                </p:oleObj>
              </mc:Choice>
              <mc:Fallback>
                <p:oleObj name="公式" r:id="rId17" imgW="1244520" imgH="177480" progId="Equation.3">
                  <p:embed/>
                  <p:pic>
                    <p:nvPicPr>
                      <p:cNvPr id="597002" name="Object 10">
                        <a:extLst>
                          <a:ext uri="{FF2B5EF4-FFF2-40B4-BE49-F238E27FC236}">
                            <a16:creationId xmlns:a16="http://schemas.microsoft.com/office/drawing/2014/main" id="{8A4E16FD-26DD-448C-AE36-37959BB9275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92538" y="2276476"/>
                        <a:ext cx="3594100"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7003" name="Rectangle 11">
            <a:extLst>
              <a:ext uri="{FF2B5EF4-FFF2-40B4-BE49-F238E27FC236}">
                <a16:creationId xmlns:a16="http://schemas.microsoft.com/office/drawing/2014/main" id="{DFD2E1E7-15B8-4D4C-A384-50EC2907344C}"/>
              </a:ext>
            </a:extLst>
          </p:cNvPr>
          <p:cNvSpPr>
            <a:spLocks noChangeArrowheads="1"/>
          </p:cNvSpPr>
          <p:nvPr/>
        </p:nvSpPr>
        <p:spPr bwMode="auto">
          <a:xfrm>
            <a:off x="1703388" y="3068638"/>
            <a:ext cx="56880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未知参数</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σ</a:t>
            </a:r>
            <a:r>
              <a:rPr kumimoji="1" lang="en-US" altLang="zh-CN" sz="2800" b="1" baseline="30000">
                <a:solidFill>
                  <a:srgbClr val="007A77"/>
                </a:solidFill>
                <a:latin typeface="Times New Roman" panose="02020603050405020304" pitchFamily="18" charset="0"/>
                <a:ea typeface="楷体_GB2312" pitchFamily="49" charset="-122"/>
                <a:cs typeface="Times New Roman" panose="02020603050405020304" pitchFamily="18" charset="0"/>
              </a:rPr>
              <a:t>2</a:t>
            </a:r>
            <a:r>
              <a:rPr kumimoji="1" lang="en-US" altLang="zh-CN" sz="2800" b="1" i="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的估计</a:t>
            </a:r>
          </a:p>
        </p:txBody>
      </p:sp>
      <p:graphicFrame>
        <p:nvGraphicFramePr>
          <p:cNvPr id="597004" name="Object 12">
            <a:extLst>
              <a:ext uri="{FF2B5EF4-FFF2-40B4-BE49-F238E27FC236}">
                <a16:creationId xmlns:a16="http://schemas.microsoft.com/office/drawing/2014/main" id="{AC07D398-0064-4A41-A408-26878813501E}"/>
              </a:ext>
            </a:extLst>
          </p:cNvPr>
          <p:cNvGraphicFramePr>
            <a:graphicFrameLocks noChangeAspect="1"/>
          </p:cNvGraphicFramePr>
          <p:nvPr/>
        </p:nvGraphicFramePr>
        <p:xfrm>
          <a:off x="1919288" y="3789363"/>
          <a:ext cx="2506662" cy="690562"/>
        </p:xfrm>
        <a:graphic>
          <a:graphicData uri="http://schemas.openxmlformats.org/presentationml/2006/ole">
            <mc:AlternateContent xmlns:mc="http://schemas.openxmlformats.org/markup-compatibility/2006">
              <mc:Choice xmlns:v="urn:schemas-microsoft-com:vml" Requires="v">
                <p:oleObj spid="_x0000_s14360" name="公式" r:id="rId19" imgW="952200" imgH="266400" progId="Equation.3">
                  <p:embed/>
                </p:oleObj>
              </mc:Choice>
              <mc:Fallback>
                <p:oleObj name="公式" r:id="rId19" imgW="952200" imgH="266400" progId="Equation.3">
                  <p:embed/>
                  <p:pic>
                    <p:nvPicPr>
                      <p:cNvPr id="597004" name="Object 12">
                        <a:extLst>
                          <a:ext uri="{FF2B5EF4-FFF2-40B4-BE49-F238E27FC236}">
                            <a16:creationId xmlns:a16="http://schemas.microsoft.com/office/drawing/2014/main" id="{AC07D398-0064-4A41-A408-26878813501E}"/>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19288" y="3789363"/>
                        <a:ext cx="2506662" cy="690562"/>
                      </a:xfrm>
                      <a:prstGeom prst="rect">
                        <a:avLst/>
                      </a:prstGeom>
                      <a:noFill/>
                      <a:ln>
                        <a:noFill/>
                      </a:ln>
                      <a:extLst>
                        <a:ext uri="{909E8E84-426E-40DD-AFC4-6F175D3DCCD1}">
                          <a14:hiddenFill xmlns:a14="http://schemas.microsoft.com/office/drawing/2010/main">
                            <a:solidFill>
                              <a:srgbClr val="FFFF99">
                                <a:alpha val="41000"/>
                              </a:srgbClr>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597005" name="Object 13">
            <a:extLst>
              <a:ext uri="{FF2B5EF4-FFF2-40B4-BE49-F238E27FC236}">
                <a16:creationId xmlns:a16="http://schemas.microsoft.com/office/drawing/2014/main" id="{9E498287-3A1D-4899-8EEE-21F251DD518F}"/>
              </a:ext>
            </a:extLst>
          </p:cNvPr>
          <p:cNvGraphicFramePr>
            <a:graphicFrameLocks noChangeAspect="1"/>
          </p:cNvGraphicFramePr>
          <p:nvPr/>
        </p:nvGraphicFramePr>
        <p:xfrm>
          <a:off x="4440238" y="3860800"/>
          <a:ext cx="4318000" cy="476250"/>
        </p:xfrm>
        <a:graphic>
          <a:graphicData uri="http://schemas.openxmlformats.org/presentationml/2006/ole">
            <mc:AlternateContent xmlns:mc="http://schemas.openxmlformats.org/markup-compatibility/2006">
              <mc:Choice xmlns:v="urn:schemas-microsoft-com:vml" Requires="v">
                <p:oleObj spid="_x0000_s14361" name="公式" r:id="rId21" imgW="1714320" imgH="190440" progId="Equation.3">
                  <p:embed/>
                </p:oleObj>
              </mc:Choice>
              <mc:Fallback>
                <p:oleObj name="公式" r:id="rId21" imgW="1714320" imgH="190440" progId="Equation.3">
                  <p:embed/>
                  <p:pic>
                    <p:nvPicPr>
                      <p:cNvPr id="597005" name="Object 13">
                        <a:extLst>
                          <a:ext uri="{FF2B5EF4-FFF2-40B4-BE49-F238E27FC236}">
                            <a16:creationId xmlns:a16="http://schemas.microsoft.com/office/drawing/2014/main" id="{9E498287-3A1D-4899-8EEE-21F251DD518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440238" y="3860800"/>
                        <a:ext cx="4318000"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7006" name="Object 14">
            <a:extLst>
              <a:ext uri="{FF2B5EF4-FFF2-40B4-BE49-F238E27FC236}">
                <a16:creationId xmlns:a16="http://schemas.microsoft.com/office/drawing/2014/main" id="{9D0E963A-65CE-4B24-975D-B373606C0F81}"/>
              </a:ext>
            </a:extLst>
          </p:cNvPr>
          <p:cNvGraphicFramePr>
            <a:graphicFrameLocks noChangeAspect="1"/>
          </p:cNvGraphicFramePr>
          <p:nvPr/>
        </p:nvGraphicFramePr>
        <p:xfrm>
          <a:off x="8832851" y="3933825"/>
          <a:ext cx="1503363" cy="444500"/>
        </p:xfrm>
        <a:graphic>
          <a:graphicData uri="http://schemas.openxmlformats.org/presentationml/2006/ole">
            <mc:AlternateContent xmlns:mc="http://schemas.openxmlformats.org/markup-compatibility/2006">
              <mc:Choice xmlns:v="urn:schemas-microsoft-com:vml" Requires="v">
                <p:oleObj spid="_x0000_s14362" name="公式" r:id="rId23" imgW="596880" imgH="177480" progId="Equation.3">
                  <p:embed/>
                </p:oleObj>
              </mc:Choice>
              <mc:Fallback>
                <p:oleObj name="公式" r:id="rId23" imgW="596880" imgH="177480" progId="Equation.3">
                  <p:embed/>
                  <p:pic>
                    <p:nvPicPr>
                      <p:cNvPr id="597006" name="Object 14">
                        <a:extLst>
                          <a:ext uri="{FF2B5EF4-FFF2-40B4-BE49-F238E27FC236}">
                            <a16:creationId xmlns:a16="http://schemas.microsoft.com/office/drawing/2014/main" id="{9D0E963A-65CE-4B24-975D-B373606C0F81}"/>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832851" y="3933825"/>
                        <a:ext cx="1503363"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7007" name="Object 15">
            <a:extLst>
              <a:ext uri="{FF2B5EF4-FFF2-40B4-BE49-F238E27FC236}">
                <a16:creationId xmlns:a16="http://schemas.microsoft.com/office/drawing/2014/main" id="{5E295676-12A1-4D7A-87DA-DB5F8B238C96}"/>
              </a:ext>
            </a:extLst>
          </p:cNvPr>
          <p:cNvGraphicFramePr>
            <a:graphicFrameLocks noChangeAspect="1"/>
          </p:cNvGraphicFramePr>
          <p:nvPr/>
        </p:nvGraphicFramePr>
        <p:xfrm>
          <a:off x="2424114" y="4724401"/>
          <a:ext cx="1800225" cy="982663"/>
        </p:xfrm>
        <a:graphic>
          <a:graphicData uri="http://schemas.openxmlformats.org/presentationml/2006/ole">
            <mc:AlternateContent xmlns:mc="http://schemas.openxmlformats.org/markup-compatibility/2006">
              <mc:Choice xmlns:v="urn:schemas-microsoft-com:vml" Requires="v">
                <p:oleObj spid="_x0000_s14363" name="公式" r:id="rId25" imgW="736560" imgH="406080" progId="Equation.3">
                  <p:embed/>
                </p:oleObj>
              </mc:Choice>
              <mc:Fallback>
                <p:oleObj name="公式" r:id="rId25" imgW="736560" imgH="406080" progId="Equation.3">
                  <p:embed/>
                  <p:pic>
                    <p:nvPicPr>
                      <p:cNvPr id="597007" name="Object 15">
                        <a:extLst>
                          <a:ext uri="{FF2B5EF4-FFF2-40B4-BE49-F238E27FC236}">
                            <a16:creationId xmlns:a16="http://schemas.microsoft.com/office/drawing/2014/main" id="{5E295676-12A1-4D7A-87DA-DB5F8B238C96}"/>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424114" y="4724401"/>
                        <a:ext cx="1800225" cy="982663"/>
                      </a:xfrm>
                      <a:prstGeom prst="rect">
                        <a:avLst/>
                      </a:prstGeom>
                      <a:noFill/>
                      <a:ln>
                        <a:noFill/>
                      </a:ln>
                      <a:extLst>
                        <a:ext uri="{909E8E84-426E-40DD-AFC4-6F175D3DCCD1}">
                          <a14:hiddenFill xmlns:a14="http://schemas.microsoft.com/office/drawing/2010/main">
                            <a:solidFill>
                              <a:srgbClr val="FFFF99">
                                <a:alpha val="50999"/>
                              </a:srgbClr>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597008" name="Object 16">
            <a:extLst>
              <a:ext uri="{FF2B5EF4-FFF2-40B4-BE49-F238E27FC236}">
                <a16:creationId xmlns:a16="http://schemas.microsoft.com/office/drawing/2014/main" id="{F6DDCD4C-0352-49EF-8B10-75094E557C7E}"/>
              </a:ext>
            </a:extLst>
          </p:cNvPr>
          <p:cNvGraphicFramePr>
            <a:graphicFrameLocks noChangeAspect="1"/>
          </p:cNvGraphicFramePr>
          <p:nvPr/>
        </p:nvGraphicFramePr>
        <p:xfrm>
          <a:off x="4367213" y="4797425"/>
          <a:ext cx="1568450" cy="1016000"/>
        </p:xfrm>
        <a:graphic>
          <a:graphicData uri="http://schemas.openxmlformats.org/presentationml/2006/ole">
            <mc:AlternateContent xmlns:mc="http://schemas.openxmlformats.org/markup-compatibility/2006">
              <mc:Choice xmlns:v="urn:schemas-microsoft-com:vml" Requires="v">
                <p:oleObj spid="_x0000_s14364" name="公式" r:id="rId27" imgW="622080" imgH="406080" progId="Equation.3">
                  <p:embed/>
                </p:oleObj>
              </mc:Choice>
              <mc:Fallback>
                <p:oleObj name="公式" r:id="rId27" imgW="622080" imgH="406080" progId="Equation.3">
                  <p:embed/>
                  <p:pic>
                    <p:nvPicPr>
                      <p:cNvPr id="597008" name="Object 16">
                        <a:extLst>
                          <a:ext uri="{FF2B5EF4-FFF2-40B4-BE49-F238E27FC236}">
                            <a16:creationId xmlns:a16="http://schemas.microsoft.com/office/drawing/2014/main" id="{F6DDCD4C-0352-49EF-8B10-75094E557C7E}"/>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367213" y="4797425"/>
                        <a:ext cx="156845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7009" name="Object 17">
            <a:extLst>
              <a:ext uri="{FF2B5EF4-FFF2-40B4-BE49-F238E27FC236}">
                <a16:creationId xmlns:a16="http://schemas.microsoft.com/office/drawing/2014/main" id="{BB55A8EC-2E6A-4719-A663-733E105F8903}"/>
              </a:ext>
            </a:extLst>
          </p:cNvPr>
          <p:cNvGraphicFramePr>
            <a:graphicFrameLocks noChangeAspect="1"/>
          </p:cNvGraphicFramePr>
          <p:nvPr/>
        </p:nvGraphicFramePr>
        <p:xfrm>
          <a:off x="6096001" y="5013325"/>
          <a:ext cx="2079625" cy="508000"/>
        </p:xfrm>
        <a:graphic>
          <a:graphicData uri="http://schemas.openxmlformats.org/presentationml/2006/ole">
            <mc:AlternateContent xmlns:mc="http://schemas.openxmlformats.org/markup-compatibility/2006">
              <mc:Choice xmlns:v="urn:schemas-microsoft-com:vml" Requires="v">
                <p:oleObj spid="_x0000_s14365" name="公式" r:id="rId29" imgW="825480" imgH="203040" progId="Equation.3">
                  <p:embed/>
                </p:oleObj>
              </mc:Choice>
              <mc:Fallback>
                <p:oleObj name="公式" r:id="rId29" imgW="825480" imgH="203040" progId="Equation.3">
                  <p:embed/>
                  <p:pic>
                    <p:nvPicPr>
                      <p:cNvPr id="597009" name="Object 17">
                        <a:extLst>
                          <a:ext uri="{FF2B5EF4-FFF2-40B4-BE49-F238E27FC236}">
                            <a16:creationId xmlns:a16="http://schemas.microsoft.com/office/drawing/2014/main" id="{BB55A8EC-2E6A-4719-A663-733E105F8903}"/>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096001" y="5013325"/>
                        <a:ext cx="2079625"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afterEffect">
                                  <p:stCondLst>
                                    <p:cond delay="0"/>
                                  </p:stCondLst>
                                  <p:childTnLst>
                                    <p:set>
                                      <p:cBhvr>
                                        <p:cTn id="6" dur="1" fill="hold">
                                          <p:stCondLst>
                                            <p:cond delay="0"/>
                                          </p:stCondLst>
                                        </p:cTn>
                                        <p:tgtEl>
                                          <p:spTgt spid="596996"/>
                                        </p:tgtEl>
                                        <p:attrNameLst>
                                          <p:attrName>style.visibility</p:attrName>
                                        </p:attrNameLst>
                                      </p:cBhvr>
                                      <p:to>
                                        <p:strVal val="visible"/>
                                      </p:to>
                                    </p:set>
                                    <p:animEffect transition="in" filter="slide(fromLeft)">
                                      <p:cBhvr>
                                        <p:cTn id="7" dur="1000"/>
                                        <p:tgtEl>
                                          <p:spTgt spid="5969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96998"/>
                                        </p:tgtEl>
                                        <p:attrNameLst>
                                          <p:attrName>style.visibility</p:attrName>
                                        </p:attrNameLst>
                                      </p:cBhvr>
                                      <p:to>
                                        <p:strVal val="visible"/>
                                      </p:to>
                                    </p:set>
                                    <p:animEffect transition="in" filter="wipe(left)">
                                      <p:cBhvr>
                                        <p:cTn id="12" dur="1000"/>
                                        <p:tgtEl>
                                          <p:spTgt spid="5969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97000"/>
                                        </p:tgtEl>
                                        <p:attrNameLst>
                                          <p:attrName>style.visibility</p:attrName>
                                        </p:attrNameLst>
                                      </p:cBhvr>
                                      <p:to>
                                        <p:strVal val="visible"/>
                                      </p:to>
                                    </p:set>
                                    <p:animEffect transition="in" filter="wipe(left)">
                                      <p:cBhvr>
                                        <p:cTn id="17" dur="1000"/>
                                        <p:tgtEl>
                                          <p:spTgt spid="5970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596997"/>
                                        </p:tgtEl>
                                        <p:attrNameLst>
                                          <p:attrName>style.visibility</p:attrName>
                                        </p:attrNameLst>
                                      </p:cBhvr>
                                      <p:to>
                                        <p:strVal val="visible"/>
                                      </p:to>
                                    </p:set>
                                    <p:animEffect transition="in" filter="slide(fromBottom)">
                                      <p:cBhvr>
                                        <p:cTn id="22" dur="1000"/>
                                        <p:tgtEl>
                                          <p:spTgt spid="59699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596999"/>
                                        </p:tgtEl>
                                        <p:attrNameLst>
                                          <p:attrName>style.visibility</p:attrName>
                                        </p:attrNameLst>
                                      </p:cBhvr>
                                      <p:to>
                                        <p:strVal val="visible"/>
                                      </p:to>
                                    </p:set>
                                    <p:animEffect transition="in" filter="slide(fromBottom)">
                                      <p:cBhvr>
                                        <p:cTn id="27" dur="1000"/>
                                        <p:tgtEl>
                                          <p:spTgt spid="59699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96994"/>
                                        </p:tgtEl>
                                        <p:attrNameLst>
                                          <p:attrName>style.visibility</p:attrName>
                                        </p:attrNameLst>
                                      </p:cBhvr>
                                      <p:to>
                                        <p:strVal val="visible"/>
                                      </p:to>
                                    </p:set>
                                    <p:animEffect transition="in" filter="wipe(left)">
                                      <p:cBhvr>
                                        <p:cTn id="32" dur="1000"/>
                                        <p:tgtEl>
                                          <p:spTgt spid="59699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2" fill="hold" nodeType="clickEffect">
                                  <p:stCondLst>
                                    <p:cond delay="0"/>
                                  </p:stCondLst>
                                  <p:childTnLst>
                                    <p:set>
                                      <p:cBhvr>
                                        <p:cTn id="36" dur="1" fill="hold">
                                          <p:stCondLst>
                                            <p:cond delay="0"/>
                                          </p:stCondLst>
                                        </p:cTn>
                                        <p:tgtEl>
                                          <p:spTgt spid="597001"/>
                                        </p:tgtEl>
                                        <p:attrNameLst>
                                          <p:attrName>style.visibility</p:attrName>
                                        </p:attrNameLst>
                                      </p:cBhvr>
                                      <p:to>
                                        <p:strVal val="visible"/>
                                      </p:to>
                                    </p:set>
                                    <p:animEffect transition="in" filter="slide(fromRight)">
                                      <p:cBhvr>
                                        <p:cTn id="37" dur="1000"/>
                                        <p:tgtEl>
                                          <p:spTgt spid="597001"/>
                                        </p:tgtEl>
                                      </p:cBhvr>
                                    </p:animEffect>
                                  </p:childTnLst>
                                </p:cTn>
                              </p:par>
                            </p:childTnLst>
                          </p:cTn>
                        </p:par>
                        <p:par>
                          <p:cTn id="38" fill="hold" nodeType="afterGroup">
                            <p:stCondLst>
                              <p:cond delay="1000"/>
                            </p:stCondLst>
                            <p:childTnLst>
                              <p:par>
                                <p:cTn id="39" presetID="12" presetClass="entr" presetSubtype="2" fill="hold" nodeType="afterEffect">
                                  <p:stCondLst>
                                    <p:cond delay="0"/>
                                  </p:stCondLst>
                                  <p:childTnLst>
                                    <p:set>
                                      <p:cBhvr>
                                        <p:cTn id="40" dur="1" fill="hold">
                                          <p:stCondLst>
                                            <p:cond delay="0"/>
                                          </p:stCondLst>
                                        </p:cTn>
                                        <p:tgtEl>
                                          <p:spTgt spid="597002"/>
                                        </p:tgtEl>
                                        <p:attrNameLst>
                                          <p:attrName>style.visibility</p:attrName>
                                        </p:attrNameLst>
                                      </p:cBhvr>
                                      <p:to>
                                        <p:strVal val="visible"/>
                                      </p:to>
                                    </p:set>
                                    <p:animEffect transition="in" filter="slide(fromRight)">
                                      <p:cBhvr>
                                        <p:cTn id="41" dur="1000"/>
                                        <p:tgtEl>
                                          <p:spTgt spid="59700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597003"/>
                                        </p:tgtEl>
                                        <p:attrNameLst>
                                          <p:attrName>style.visibility</p:attrName>
                                        </p:attrNameLst>
                                      </p:cBhvr>
                                      <p:to>
                                        <p:strVal val="visible"/>
                                      </p:to>
                                    </p:set>
                                    <p:animEffect transition="in" filter="wipe(left)">
                                      <p:cBhvr>
                                        <p:cTn id="46" dur="1000"/>
                                        <p:tgtEl>
                                          <p:spTgt spid="59700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597004"/>
                                        </p:tgtEl>
                                        <p:attrNameLst>
                                          <p:attrName>style.visibility</p:attrName>
                                        </p:attrNameLst>
                                      </p:cBhvr>
                                      <p:to>
                                        <p:strVal val="visible"/>
                                      </p:to>
                                    </p:set>
                                    <p:animEffect transition="in" filter="wipe(left)">
                                      <p:cBhvr>
                                        <p:cTn id="51" dur="1000"/>
                                        <p:tgtEl>
                                          <p:spTgt spid="59700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597005"/>
                                        </p:tgtEl>
                                        <p:attrNameLst>
                                          <p:attrName>style.visibility</p:attrName>
                                        </p:attrNameLst>
                                      </p:cBhvr>
                                      <p:to>
                                        <p:strVal val="visible"/>
                                      </p:to>
                                    </p:set>
                                    <p:animEffect transition="in" filter="wipe(left)">
                                      <p:cBhvr>
                                        <p:cTn id="56" dur="1000"/>
                                        <p:tgtEl>
                                          <p:spTgt spid="59700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597006"/>
                                        </p:tgtEl>
                                        <p:attrNameLst>
                                          <p:attrName>style.visibility</p:attrName>
                                        </p:attrNameLst>
                                      </p:cBhvr>
                                      <p:to>
                                        <p:strVal val="visible"/>
                                      </p:to>
                                    </p:set>
                                    <p:animEffect transition="in" filter="wipe(left)">
                                      <p:cBhvr>
                                        <p:cTn id="61" dur="1000"/>
                                        <p:tgtEl>
                                          <p:spTgt spid="59700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597007"/>
                                        </p:tgtEl>
                                        <p:attrNameLst>
                                          <p:attrName>style.visibility</p:attrName>
                                        </p:attrNameLst>
                                      </p:cBhvr>
                                      <p:to>
                                        <p:strVal val="visible"/>
                                      </p:to>
                                    </p:set>
                                    <p:animEffect transition="in" filter="wipe(left)">
                                      <p:cBhvr>
                                        <p:cTn id="66" dur="1000"/>
                                        <p:tgtEl>
                                          <p:spTgt spid="597007"/>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597008"/>
                                        </p:tgtEl>
                                        <p:attrNameLst>
                                          <p:attrName>style.visibility</p:attrName>
                                        </p:attrNameLst>
                                      </p:cBhvr>
                                      <p:to>
                                        <p:strVal val="visible"/>
                                      </p:to>
                                    </p:set>
                                    <p:animEffect transition="in" filter="wipe(left)">
                                      <p:cBhvr>
                                        <p:cTn id="71" dur="1000"/>
                                        <p:tgtEl>
                                          <p:spTgt spid="597008"/>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597009"/>
                                        </p:tgtEl>
                                        <p:attrNameLst>
                                          <p:attrName>style.visibility</p:attrName>
                                        </p:attrNameLst>
                                      </p:cBhvr>
                                      <p:to>
                                        <p:strVal val="visible"/>
                                      </p:to>
                                    </p:set>
                                    <p:animEffect transition="in" filter="wipe(left)">
                                      <p:cBhvr>
                                        <p:cTn id="76" dur="1000"/>
                                        <p:tgtEl>
                                          <p:spTgt spid="597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700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Rectangle 2">
            <a:extLst>
              <a:ext uri="{FF2B5EF4-FFF2-40B4-BE49-F238E27FC236}">
                <a16:creationId xmlns:a16="http://schemas.microsoft.com/office/drawing/2014/main" id="{5FEA9597-D0D5-4364-88D5-541CDDF63B3A}"/>
              </a:ext>
            </a:extLst>
          </p:cNvPr>
          <p:cNvSpPr>
            <a:spLocks noChangeArrowheads="1"/>
          </p:cNvSpPr>
          <p:nvPr/>
        </p:nvSpPr>
        <p:spPr bwMode="auto">
          <a:xfrm>
            <a:off x="1524001" y="298385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98019" name="Rectangle 3">
            <a:extLst>
              <a:ext uri="{FF2B5EF4-FFF2-40B4-BE49-F238E27FC236}">
                <a16:creationId xmlns:a16="http://schemas.microsoft.com/office/drawing/2014/main" id="{0224389D-05CE-45EE-B524-D02CDEE3C038}"/>
              </a:ext>
            </a:extLst>
          </p:cNvPr>
          <p:cNvSpPr>
            <a:spLocks noChangeArrowheads="1"/>
          </p:cNvSpPr>
          <p:nvPr/>
        </p:nvSpPr>
        <p:spPr bwMode="auto">
          <a:xfrm>
            <a:off x="1774825" y="188914"/>
            <a:ext cx="6408738" cy="793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2000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三、线性相关假设检验</a:t>
            </a:r>
          </a:p>
        </p:txBody>
      </p:sp>
      <p:sp>
        <p:nvSpPr>
          <p:cNvPr id="598020" name="Rectangle 4">
            <a:extLst>
              <a:ext uri="{FF2B5EF4-FFF2-40B4-BE49-F238E27FC236}">
                <a16:creationId xmlns:a16="http://schemas.microsoft.com/office/drawing/2014/main" id="{314908F0-4FD6-4804-A517-EBE73297B2CC}"/>
              </a:ext>
            </a:extLst>
          </p:cNvPr>
          <p:cNvSpPr>
            <a:spLocks noChangeArrowheads="1"/>
          </p:cNvSpPr>
          <p:nvPr/>
        </p:nvSpPr>
        <p:spPr bwMode="auto">
          <a:xfrm>
            <a:off x="1919288" y="1125539"/>
            <a:ext cx="8424862" cy="522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线性回归分析假定</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变量 </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x </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和 </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y</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是</a:t>
            </a:r>
            <a:r>
              <a:rPr kumimoji="1" lang="zh-CN" altLang="en-US" sz="2800" b="1">
                <a:solidFill>
                  <a:srgbClr val="007A77"/>
                </a:solidFill>
                <a:latin typeface="Times New Roman" panose="02020603050405020304" pitchFamily="18" charset="0"/>
                <a:ea typeface="楷体_GB2312" pitchFamily="49" charset="-122"/>
              </a:rPr>
              <a:t>线性相关的，即回归函数</a:t>
            </a:r>
            <a:r>
              <a:rPr kumimoji="1" lang="el-GR" altLang="zh-CN" sz="2800" b="1" i="1">
                <a:solidFill>
                  <a:srgbClr val="007A77"/>
                </a:solidFill>
                <a:latin typeface="Times New Roman" panose="02020603050405020304" pitchFamily="18" charset="0"/>
                <a:ea typeface="楷体_GB2312" pitchFamily="49" charset="-122"/>
              </a:rPr>
              <a:t>μ</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具有形式 </a:t>
            </a:r>
            <a:r>
              <a:rPr kumimoji="1" lang="en-US" altLang="zh-CN" sz="2800" b="1" i="1">
                <a:solidFill>
                  <a:srgbClr val="007A77"/>
                </a:solidFill>
                <a:latin typeface="Times New Roman" panose="02020603050405020304" pitchFamily="18" charset="0"/>
                <a:ea typeface="楷体_GB2312" pitchFamily="49" charset="-122"/>
              </a:rPr>
              <a:t>a </a:t>
            </a: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b x</a:t>
            </a:r>
            <a:r>
              <a:rPr kumimoji="1" lang="zh-CN" altLang="en-US" sz="2800" b="1">
                <a:solidFill>
                  <a:srgbClr val="007A77"/>
                </a:solidFill>
                <a:latin typeface="Times New Roman" panose="02020603050405020304" pitchFamily="18" charset="0"/>
                <a:ea typeface="楷体_GB2312" pitchFamily="49" charset="-122"/>
              </a:rPr>
              <a:t>。因此，在实际应用中，计算得到的回归方程是否具有实际意义，取决于线性相关假设是否符合实际。所以，应根据观察值，运用假设检验的方法，判断变量 </a:t>
            </a:r>
            <a:r>
              <a:rPr kumimoji="1" lang="en-US" altLang="zh-CN" sz="2800" b="1" i="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和 </a:t>
            </a:r>
            <a:r>
              <a:rPr kumimoji="1" lang="en-US" altLang="zh-CN" sz="2800" b="1" i="1">
                <a:solidFill>
                  <a:srgbClr val="007A77"/>
                </a:solidFill>
                <a:latin typeface="Times New Roman" panose="02020603050405020304" pitchFamily="18" charset="0"/>
                <a:ea typeface="楷体_GB2312" pitchFamily="49" charset="-122"/>
              </a:rPr>
              <a:t>y </a:t>
            </a:r>
            <a:r>
              <a:rPr kumimoji="1" lang="zh-CN" altLang="en-US" sz="2800" b="1">
                <a:solidFill>
                  <a:srgbClr val="007A77"/>
                </a:solidFill>
                <a:latin typeface="Times New Roman" panose="02020603050405020304" pitchFamily="18" charset="0"/>
                <a:ea typeface="楷体_GB2312" pitchFamily="49" charset="-122"/>
              </a:rPr>
              <a:t>之间是否确实存在线性相关关系，即检验系数 </a:t>
            </a:r>
            <a:r>
              <a:rPr kumimoji="1" lang="en-US" altLang="zh-CN" sz="2800" b="1" i="1">
                <a:solidFill>
                  <a:srgbClr val="007A77"/>
                </a:solidFill>
                <a:latin typeface="Times New Roman" panose="02020603050405020304" pitchFamily="18" charset="0"/>
                <a:ea typeface="楷体_GB2312" pitchFamily="49" charset="-122"/>
              </a:rPr>
              <a:t>b </a:t>
            </a:r>
            <a:r>
              <a:rPr kumimoji="1" lang="zh-CN" altLang="en-US" sz="2800" b="1">
                <a:solidFill>
                  <a:srgbClr val="007A77"/>
                </a:solidFill>
                <a:latin typeface="Times New Roman" panose="02020603050405020304" pitchFamily="18" charset="0"/>
                <a:ea typeface="楷体_GB2312" pitchFamily="49" charset="-122"/>
              </a:rPr>
              <a:t>是否为零。若</a:t>
            </a:r>
            <a:r>
              <a:rPr kumimoji="1" lang="en-US" altLang="zh-CN" sz="2800" b="1" i="1">
                <a:solidFill>
                  <a:srgbClr val="007A77"/>
                </a:solidFill>
                <a:latin typeface="Times New Roman" panose="02020603050405020304" pitchFamily="18" charset="0"/>
                <a:ea typeface="楷体_GB2312" pitchFamily="49" charset="-122"/>
              </a:rPr>
              <a:t>b</a:t>
            </a:r>
            <a:r>
              <a:rPr kumimoji="1" lang="en-US" altLang="zh-CN" sz="2800" b="1">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，则</a:t>
            </a:r>
            <a:r>
              <a:rPr kumimoji="1" lang="el-GR" altLang="zh-CN" sz="2800" b="1" i="1">
                <a:solidFill>
                  <a:srgbClr val="007A77"/>
                </a:solidFill>
                <a:latin typeface="Times New Roman" panose="02020603050405020304" pitchFamily="18" charset="0"/>
                <a:ea typeface="楷体_GB2312" pitchFamily="49" charset="-122"/>
              </a:rPr>
              <a:t>μ</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不依赖于</a:t>
            </a:r>
            <a:r>
              <a:rPr kumimoji="1" lang="en-US" altLang="zh-CN" sz="2800" b="1" i="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，即变量 </a:t>
            </a:r>
            <a:r>
              <a:rPr kumimoji="1" lang="en-US" altLang="zh-CN" sz="2800" b="1" i="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和 </a:t>
            </a:r>
            <a:r>
              <a:rPr kumimoji="1" lang="en-US" altLang="zh-CN" sz="2800" b="1" i="1">
                <a:solidFill>
                  <a:srgbClr val="007A77"/>
                </a:solidFill>
                <a:latin typeface="Times New Roman" panose="02020603050405020304" pitchFamily="18" charset="0"/>
                <a:ea typeface="楷体_GB2312" pitchFamily="49" charset="-122"/>
              </a:rPr>
              <a:t>y </a:t>
            </a:r>
            <a:r>
              <a:rPr kumimoji="1" lang="zh-CN" altLang="en-US" sz="2800" b="1">
                <a:solidFill>
                  <a:srgbClr val="007A77"/>
                </a:solidFill>
                <a:latin typeface="Times New Roman" panose="02020603050405020304" pitchFamily="18" charset="0"/>
                <a:ea typeface="楷体_GB2312" pitchFamily="49" charset="-122"/>
              </a:rPr>
              <a:t>不线性相关，而线性相关关系成立时，</a:t>
            </a:r>
            <a:r>
              <a:rPr kumimoji="1" lang="en-US" altLang="zh-CN" sz="2800" b="1" i="1">
                <a:solidFill>
                  <a:srgbClr val="007A77"/>
                </a:solidFill>
                <a:latin typeface="Times New Roman" panose="02020603050405020304" pitchFamily="18" charset="0"/>
                <a:ea typeface="楷体_GB2312" pitchFamily="49" charset="-122"/>
              </a:rPr>
              <a:t>b</a:t>
            </a:r>
            <a:r>
              <a:rPr kumimoji="1" lang="zh-CN" altLang="en-US" sz="2800" b="1">
                <a:solidFill>
                  <a:srgbClr val="007A77"/>
                </a:solidFill>
                <a:latin typeface="Times New Roman" panose="02020603050405020304" pitchFamily="18" charset="0"/>
                <a:ea typeface="楷体_GB2312" pitchFamily="49" charset="-122"/>
              </a:rPr>
              <a:t>不应为零。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598019"/>
                                        </p:tgtEl>
                                        <p:attrNameLst>
                                          <p:attrName>style.visibility</p:attrName>
                                        </p:attrNameLst>
                                      </p:cBhvr>
                                      <p:to>
                                        <p:strVal val="visible"/>
                                      </p:to>
                                    </p:set>
                                    <p:animEffect transition="in" filter="slide(fromRight)">
                                      <p:cBhvr>
                                        <p:cTn id="7" dur="1000"/>
                                        <p:tgtEl>
                                          <p:spTgt spid="5980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7" presetClass="entr" presetSubtype="0" fill="hold" grpId="0" nodeType="clickEffect">
                                  <p:stCondLst>
                                    <p:cond delay="0"/>
                                  </p:stCondLst>
                                  <p:iterate type="lt">
                                    <p:tmPct val="50000"/>
                                  </p:iterate>
                                  <p:childTnLst>
                                    <p:set>
                                      <p:cBhvr>
                                        <p:cTn id="11" dur="1" fill="hold">
                                          <p:stCondLst>
                                            <p:cond delay="0"/>
                                          </p:stCondLst>
                                        </p:cTn>
                                        <p:tgtEl>
                                          <p:spTgt spid="598020"/>
                                        </p:tgtEl>
                                        <p:attrNameLst>
                                          <p:attrName>style.visibility</p:attrName>
                                        </p:attrNameLst>
                                      </p:cBhvr>
                                      <p:to>
                                        <p:strVal val="visible"/>
                                      </p:to>
                                    </p:set>
                                    <p:anim calcmode="discrete" valueType="clr">
                                      <p:cBhvr override="childStyle">
                                        <p:cTn id="12" dur="80"/>
                                        <p:tgtEl>
                                          <p:spTgt spid="598020"/>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598020"/>
                                        </p:tgtEl>
                                        <p:attrNameLst>
                                          <p:attrName>fillcolor</p:attrName>
                                        </p:attrNameLst>
                                      </p:cBhvr>
                                      <p:tavLst>
                                        <p:tav tm="0">
                                          <p:val>
                                            <p:clrVal>
                                              <a:schemeClr val="accent2"/>
                                            </p:clrVal>
                                          </p:val>
                                        </p:tav>
                                        <p:tav tm="50000">
                                          <p:val>
                                            <p:clrVal>
                                              <a:schemeClr val="hlink"/>
                                            </p:clrVal>
                                          </p:val>
                                        </p:tav>
                                      </p:tavLst>
                                    </p:anim>
                                    <p:set>
                                      <p:cBhvr>
                                        <p:cTn id="14" dur="80"/>
                                        <p:tgtEl>
                                          <p:spTgt spid="598020"/>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8019" grpId="0"/>
      <p:bldP spid="59802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a:extLst>
              <a:ext uri="{FF2B5EF4-FFF2-40B4-BE49-F238E27FC236}">
                <a16:creationId xmlns:a16="http://schemas.microsoft.com/office/drawing/2014/main" id="{EC240CE3-7822-4E5B-AB16-049159482F5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99043" name="Rectangle 3">
            <a:extLst>
              <a:ext uri="{FF2B5EF4-FFF2-40B4-BE49-F238E27FC236}">
                <a16:creationId xmlns:a16="http://schemas.microsoft.com/office/drawing/2014/main" id="{DD35D18B-52D1-48FC-89C2-80E7A91BED6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599044" name="Rectangle 4">
            <a:extLst>
              <a:ext uri="{FF2B5EF4-FFF2-40B4-BE49-F238E27FC236}">
                <a16:creationId xmlns:a16="http://schemas.microsoft.com/office/drawing/2014/main" id="{9757996C-B7DA-4744-ABE7-273B80119BBE}"/>
              </a:ext>
            </a:extLst>
          </p:cNvPr>
          <p:cNvSpPr>
            <a:spLocks noChangeArrowheads="1"/>
          </p:cNvSpPr>
          <p:nvPr/>
        </p:nvSpPr>
        <p:spPr bwMode="auto">
          <a:xfrm>
            <a:off x="1524000" y="333376"/>
            <a:ext cx="2952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由此提出原假设</a:t>
            </a:r>
            <a:endParaRPr kumimoji="1" lang="zh-CN" altLang="en-US" sz="2800" b="1" i="1">
              <a:solidFill>
                <a:srgbClr val="007A77"/>
              </a:solidFill>
              <a:latin typeface="Times New Roman" panose="02020603050405020304" pitchFamily="18" charset="0"/>
              <a:ea typeface="楷体_GB2312" pitchFamily="49" charset="-122"/>
              <a:cs typeface="Times New Roman" panose="02020603050405020304" pitchFamily="18" charset="0"/>
            </a:endParaRPr>
          </a:p>
        </p:txBody>
      </p:sp>
      <p:graphicFrame>
        <p:nvGraphicFramePr>
          <p:cNvPr id="599045" name="Object 5">
            <a:extLst>
              <a:ext uri="{FF2B5EF4-FFF2-40B4-BE49-F238E27FC236}">
                <a16:creationId xmlns:a16="http://schemas.microsoft.com/office/drawing/2014/main" id="{3B1C5446-50B0-4503-B2A7-37DF1765CB12}"/>
              </a:ext>
            </a:extLst>
          </p:cNvPr>
          <p:cNvGraphicFramePr>
            <a:graphicFrameLocks noChangeAspect="1"/>
          </p:cNvGraphicFramePr>
          <p:nvPr/>
        </p:nvGraphicFramePr>
        <p:xfrm>
          <a:off x="4151313" y="404814"/>
          <a:ext cx="1490662" cy="458787"/>
        </p:xfrm>
        <a:graphic>
          <a:graphicData uri="http://schemas.openxmlformats.org/presentationml/2006/ole">
            <mc:AlternateContent xmlns:mc="http://schemas.openxmlformats.org/markup-compatibility/2006">
              <mc:Choice xmlns:v="urn:schemas-microsoft-com:vml" Requires="v">
                <p:oleObj spid="_x0000_s15367" name="公式" r:id="rId3" imgW="736560" imgH="228600" progId="Equation.3">
                  <p:embed/>
                </p:oleObj>
              </mc:Choice>
              <mc:Fallback>
                <p:oleObj name="公式" r:id="rId3" imgW="736560" imgH="228600" progId="Equation.3">
                  <p:embed/>
                  <p:pic>
                    <p:nvPicPr>
                      <p:cNvPr id="599045" name="Object 5">
                        <a:extLst>
                          <a:ext uri="{FF2B5EF4-FFF2-40B4-BE49-F238E27FC236}">
                            <a16:creationId xmlns:a16="http://schemas.microsoft.com/office/drawing/2014/main" id="{3B1C5446-50B0-4503-B2A7-37DF1765CB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1313" y="404814"/>
                        <a:ext cx="1490662" cy="458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9046" name="Rectangle 6">
            <a:extLst>
              <a:ext uri="{FF2B5EF4-FFF2-40B4-BE49-F238E27FC236}">
                <a16:creationId xmlns:a16="http://schemas.microsoft.com/office/drawing/2014/main" id="{25D1ECF2-0D36-425B-97A0-5119CCDBEA04}"/>
              </a:ext>
            </a:extLst>
          </p:cNvPr>
          <p:cNvSpPr>
            <a:spLocks noChangeArrowheads="1"/>
          </p:cNvSpPr>
          <p:nvPr/>
        </p:nvSpPr>
        <p:spPr bwMode="auto">
          <a:xfrm>
            <a:off x="2927351" y="1125538"/>
            <a:ext cx="20161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599047" name="Object 7">
            <a:extLst>
              <a:ext uri="{FF2B5EF4-FFF2-40B4-BE49-F238E27FC236}">
                <a16:creationId xmlns:a16="http://schemas.microsoft.com/office/drawing/2014/main" id="{A6BC01CF-D785-4598-9613-FDBB529C6C2A}"/>
              </a:ext>
            </a:extLst>
          </p:cNvPr>
          <p:cNvGraphicFramePr>
            <a:graphicFrameLocks noChangeAspect="1"/>
          </p:cNvGraphicFramePr>
          <p:nvPr/>
        </p:nvGraphicFramePr>
        <p:xfrm>
          <a:off x="4727576" y="1196975"/>
          <a:ext cx="1465263" cy="433388"/>
        </p:xfrm>
        <a:graphic>
          <a:graphicData uri="http://schemas.openxmlformats.org/presentationml/2006/ole">
            <mc:AlternateContent xmlns:mc="http://schemas.openxmlformats.org/markup-compatibility/2006">
              <mc:Choice xmlns:v="urn:schemas-microsoft-com:vml" Requires="v">
                <p:oleObj spid="_x0000_s15368" name="公式" r:id="rId5" imgW="723600" imgH="215640" progId="Equation.3">
                  <p:embed/>
                </p:oleObj>
              </mc:Choice>
              <mc:Fallback>
                <p:oleObj name="公式" r:id="rId5" imgW="723600" imgH="215640" progId="Equation.3">
                  <p:embed/>
                  <p:pic>
                    <p:nvPicPr>
                      <p:cNvPr id="599047" name="Object 7">
                        <a:extLst>
                          <a:ext uri="{FF2B5EF4-FFF2-40B4-BE49-F238E27FC236}">
                            <a16:creationId xmlns:a16="http://schemas.microsoft.com/office/drawing/2014/main" id="{A6BC01CF-D785-4598-9613-FDBB529C6C2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7576" y="1196975"/>
                        <a:ext cx="1465263"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9048" name="Rectangle 8">
            <a:extLst>
              <a:ext uri="{FF2B5EF4-FFF2-40B4-BE49-F238E27FC236}">
                <a16:creationId xmlns:a16="http://schemas.microsoft.com/office/drawing/2014/main" id="{FA7820D9-B7B6-4BF2-B74A-8BA03ABA3712}"/>
              </a:ext>
            </a:extLst>
          </p:cNvPr>
          <p:cNvSpPr>
            <a:spLocks noChangeArrowheads="1"/>
          </p:cNvSpPr>
          <p:nvPr/>
        </p:nvSpPr>
        <p:spPr bwMode="auto">
          <a:xfrm>
            <a:off x="1847851" y="1664340"/>
            <a:ext cx="8569325"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为取得检验统计量，先介绍以下定理：</a:t>
            </a:r>
            <a:endParaRPr kumimoji="1" lang="zh-CN" altLang="en-US" sz="2800" b="1" i="1">
              <a:solidFill>
                <a:srgbClr val="007A77"/>
              </a:solidFill>
              <a:latin typeface="Times New Roman" panose="02020603050405020304" pitchFamily="18" charset="0"/>
              <a:ea typeface="楷体_GB2312" pitchFamily="49" charset="-122"/>
              <a:cs typeface="Times New Roman" panose="02020603050405020304" pitchFamily="18" charset="0"/>
            </a:endParaRPr>
          </a:p>
        </p:txBody>
      </p:sp>
      <p:sp>
        <p:nvSpPr>
          <p:cNvPr id="599049" name="Rectangle 9">
            <a:extLst>
              <a:ext uri="{FF2B5EF4-FFF2-40B4-BE49-F238E27FC236}">
                <a16:creationId xmlns:a16="http://schemas.microsoft.com/office/drawing/2014/main" id="{C2EFA0A9-9C6A-4F31-97E3-CC113F29E41C}"/>
              </a:ext>
            </a:extLst>
          </p:cNvPr>
          <p:cNvSpPr>
            <a:spLocks noChangeArrowheads="1"/>
          </p:cNvSpPr>
          <p:nvPr/>
        </p:nvSpPr>
        <p:spPr bwMode="auto">
          <a:xfrm>
            <a:off x="1847851" y="2527940"/>
            <a:ext cx="8424863"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定理：在一元线性回归的数学模型下，</a:t>
            </a:r>
            <a:endParaRPr kumimoji="1" lang="zh-CN" altLang="en-US" sz="2800" b="1" i="1">
              <a:solidFill>
                <a:srgbClr val="007A77"/>
              </a:solidFill>
              <a:latin typeface="Times New Roman" panose="02020603050405020304" pitchFamily="18" charset="0"/>
              <a:ea typeface="楷体_GB2312" pitchFamily="49" charset="-122"/>
              <a:cs typeface="Times New Roman" panose="02020603050405020304" pitchFamily="18" charset="0"/>
            </a:endParaRPr>
          </a:p>
        </p:txBody>
      </p:sp>
      <p:graphicFrame>
        <p:nvGraphicFramePr>
          <p:cNvPr id="599050" name="Object 10">
            <a:extLst>
              <a:ext uri="{FF2B5EF4-FFF2-40B4-BE49-F238E27FC236}">
                <a16:creationId xmlns:a16="http://schemas.microsoft.com/office/drawing/2014/main" id="{BAA1BB02-4BEC-416F-934C-0C04EEEBB6C2}"/>
              </a:ext>
            </a:extLst>
          </p:cNvPr>
          <p:cNvGraphicFramePr>
            <a:graphicFrameLocks noChangeAspect="1"/>
          </p:cNvGraphicFramePr>
          <p:nvPr/>
        </p:nvGraphicFramePr>
        <p:xfrm>
          <a:off x="5735639" y="3284538"/>
          <a:ext cx="2160587" cy="990600"/>
        </p:xfrm>
        <a:graphic>
          <a:graphicData uri="http://schemas.openxmlformats.org/presentationml/2006/ole">
            <mc:AlternateContent xmlns:mc="http://schemas.openxmlformats.org/markup-compatibility/2006">
              <mc:Choice xmlns:v="urn:schemas-microsoft-com:vml" Requires="v">
                <p:oleObj spid="_x0000_s15369" name="公式" r:id="rId7" imgW="977760" imgH="457200" progId="Equation.3">
                  <p:embed/>
                </p:oleObj>
              </mc:Choice>
              <mc:Fallback>
                <p:oleObj name="公式" r:id="rId7" imgW="977760" imgH="457200" progId="Equation.3">
                  <p:embed/>
                  <p:pic>
                    <p:nvPicPr>
                      <p:cNvPr id="599050" name="Object 10">
                        <a:extLst>
                          <a:ext uri="{FF2B5EF4-FFF2-40B4-BE49-F238E27FC236}">
                            <a16:creationId xmlns:a16="http://schemas.microsoft.com/office/drawing/2014/main" id="{BAA1BB02-4BEC-416F-934C-0C04EEEBB6C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35639" y="3284538"/>
                        <a:ext cx="2160587"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9051" name="Rectangle 11">
            <a:extLst>
              <a:ext uri="{FF2B5EF4-FFF2-40B4-BE49-F238E27FC236}">
                <a16:creationId xmlns:a16="http://schemas.microsoft.com/office/drawing/2014/main" id="{56EF9109-F9BD-4D5F-B94E-66B9932600AB}"/>
              </a:ext>
            </a:extLst>
          </p:cNvPr>
          <p:cNvSpPr>
            <a:spLocks noChangeArrowheads="1"/>
          </p:cNvSpPr>
          <p:nvPr/>
        </p:nvSpPr>
        <p:spPr bwMode="auto">
          <a:xfrm>
            <a:off x="2063750" y="3500438"/>
            <a:ext cx="33972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b</a:t>
            </a:r>
            <a:r>
              <a:rPr kumimoji="1" lang="zh-CN" altLang="en-US" sz="2800" b="1">
                <a:solidFill>
                  <a:srgbClr val="007A77"/>
                </a:solidFill>
                <a:latin typeface="Times New Roman" panose="02020603050405020304" pitchFamily="18" charset="0"/>
                <a:ea typeface="楷体_GB2312" pitchFamily="49" charset="-122"/>
              </a:rPr>
              <a:t>的最小二乘估计</a:t>
            </a:r>
          </a:p>
        </p:txBody>
      </p:sp>
      <p:graphicFrame>
        <p:nvGraphicFramePr>
          <p:cNvPr id="599052" name="Object 12">
            <a:extLst>
              <a:ext uri="{FF2B5EF4-FFF2-40B4-BE49-F238E27FC236}">
                <a16:creationId xmlns:a16="http://schemas.microsoft.com/office/drawing/2014/main" id="{E1038B66-60C9-47C3-B3D5-04EE6C9CC072}"/>
              </a:ext>
            </a:extLst>
          </p:cNvPr>
          <p:cNvGraphicFramePr>
            <a:graphicFrameLocks noChangeAspect="1"/>
          </p:cNvGraphicFramePr>
          <p:nvPr/>
        </p:nvGraphicFramePr>
        <p:xfrm>
          <a:off x="2135188" y="4149725"/>
          <a:ext cx="4545012" cy="908050"/>
        </p:xfrm>
        <a:graphic>
          <a:graphicData uri="http://schemas.openxmlformats.org/presentationml/2006/ole">
            <mc:AlternateContent xmlns:mc="http://schemas.openxmlformats.org/markup-compatibility/2006">
              <mc:Choice xmlns:v="urn:schemas-microsoft-com:vml" Requires="v">
                <p:oleObj spid="_x0000_s15370" name="公式" r:id="rId9" imgW="2057400" imgH="419040" progId="Equation.3">
                  <p:embed/>
                </p:oleObj>
              </mc:Choice>
              <mc:Fallback>
                <p:oleObj name="公式" r:id="rId9" imgW="2057400" imgH="419040" progId="Equation.3">
                  <p:embed/>
                  <p:pic>
                    <p:nvPicPr>
                      <p:cNvPr id="599052" name="Object 12">
                        <a:extLst>
                          <a:ext uri="{FF2B5EF4-FFF2-40B4-BE49-F238E27FC236}">
                            <a16:creationId xmlns:a16="http://schemas.microsoft.com/office/drawing/2014/main" id="{E1038B66-60C9-47C3-B3D5-04EE6C9CC07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35188" y="4149725"/>
                        <a:ext cx="4545012" cy="908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9053" name="Object 13">
            <a:extLst>
              <a:ext uri="{FF2B5EF4-FFF2-40B4-BE49-F238E27FC236}">
                <a16:creationId xmlns:a16="http://schemas.microsoft.com/office/drawing/2014/main" id="{67DAB425-22E6-4760-AF03-4ED8DA54E88C}"/>
              </a:ext>
            </a:extLst>
          </p:cNvPr>
          <p:cNvGraphicFramePr>
            <a:graphicFrameLocks noChangeAspect="1"/>
          </p:cNvGraphicFramePr>
          <p:nvPr/>
        </p:nvGraphicFramePr>
        <p:xfrm>
          <a:off x="2135188" y="5084763"/>
          <a:ext cx="2525712" cy="908050"/>
        </p:xfrm>
        <a:graphic>
          <a:graphicData uri="http://schemas.openxmlformats.org/presentationml/2006/ole">
            <mc:AlternateContent xmlns:mc="http://schemas.openxmlformats.org/markup-compatibility/2006">
              <mc:Choice xmlns:v="urn:schemas-microsoft-com:vml" Requires="v">
                <p:oleObj spid="_x0000_s15371" name="公式" r:id="rId11" imgW="1143000" imgH="419040" progId="Equation.3">
                  <p:embed/>
                </p:oleObj>
              </mc:Choice>
              <mc:Fallback>
                <p:oleObj name="公式" r:id="rId11" imgW="1143000" imgH="419040" progId="Equation.3">
                  <p:embed/>
                  <p:pic>
                    <p:nvPicPr>
                      <p:cNvPr id="599053" name="Object 13">
                        <a:extLst>
                          <a:ext uri="{FF2B5EF4-FFF2-40B4-BE49-F238E27FC236}">
                            <a16:creationId xmlns:a16="http://schemas.microsoft.com/office/drawing/2014/main" id="{67DAB425-22E6-4760-AF03-4ED8DA54E88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35188" y="5084763"/>
                        <a:ext cx="2525712" cy="908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9054" name="Rectangle 14">
            <a:extLst>
              <a:ext uri="{FF2B5EF4-FFF2-40B4-BE49-F238E27FC236}">
                <a16:creationId xmlns:a16="http://schemas.microsoft.com/office/drawing/2014/main" id="{1A115C7A-81E5-4804-A108-A82CFAB7EDA9}"/>
              </a:ext>
            </a:extLst>
          </p:cNvPr>
          <p:cNvSpPr>
            <a:spLocks noChangeArrowheads="1"/>
          </p:cNvSpPr>
          <p:nvPr/>
        </p:nvSpPr>
        <p:spPr bwMode="auto">
          <a:xfrm>
            <a:off x="4797425" y="5300663"/>
            <a:ext cx="16129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相互独立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99044"/>
                                        </p:tgtEl>
                                        <p:attrNameLst>
                                          <p:attrName>style.visibility</p:attrName>
                                        </p:attrNameLst>
                                      </p:cBhvr>
                                      <p:to>
                                        <p:strVal val="visible"/>
                                      </p:to>
                                    </p:set>
                                    <p:animEffect transition="in" filter="wipe(left)">
                                      <p:cBhvr>
                                        <p:cTn id="7" dur="1000"/>
                                        <p:tgtEl>
                                          <p:spTgt spid="599044"/>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599045"/>
                                        </p:tgtEl>
                                        <p:attrNameLst>
                                          <p:attrName>style.visibility</p:attrName>
                                        </p:attrNameLst>
                                      </p:cBhvr>
                                      <p:to>
                                        <p:strVal val="visible"/>
                                      </p:to>
                                    </p:set>
                                    <p:animEffect transition="in" filter="wipe(left)">
                                      <p:cBhvr>
                                        <p:cTn id="11" dur="1000"/>
                                        <p:tgtEl>
                                          <p:spTgt spid="599045"/>
                                        </p:tgtEl>
                                      </p:cBhvr>
                                    </p:animEffect>
                                  </p:childTnLst>
                                </p:cTn>
                              </p:par>
                            </p:childTnLst>
                          </p:cTn>
                        </p:par>
                        <p:par>
                          <p:cTn id="12" fill="hold" nodeType="afterGroup">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599046"/>
                                        </p:tgtEl>
                                        <p:attrNameLst>
                                          <p:attrName>style.visibility</p:attrName>
                                        </p:attrNameLst>
                                      </p:cBhvr>
                                      <p:to>
                                        <p:strVal val="visible"/>
                                      </p:to>
                                    </p:set>
                                    <p:animEffect transition="in" filter="wipe(left)">
                                      <p:cBhvr>
                                        <p:cTn id="15" dur="1000"/>
                                        <p:tgtEl>
                                          <p:spTgt spid="599046"/>
                                        </p:tgtEl>
                                      </p:cBhvr>
                                    </p:animEffect>
                                  </p:childTnLst>
                                </p:cTn>
                              </p:par>
                            </p:childTnLst>
                          </p:cTn>
                        </p:par>
                        <p:par>
                          <p:cTn id="16" fill="hold" nodeType="afterGroup">
                            <p:stCondLst>
                              <p:cond delay="3000"/>
                            </p:stCondLst>
                            <p:childTnLst>
                              <p:par>
                                <p:cTn id="17" presetID="22" presetClass="entr" presetSubtype="8" fill="hold" nodeType="afterEffect">
                                  <p:stCondLst>
                                    <p:cond delay="0"/>
                                  </p:stCondLst>
                                  <p:childTnLst>
                                    <p:set>
                                      <p:cBhvr>
                                        <p:cTn id="18" dur="1" fill="hold">
                                          <p:stCondLst>
                                            <p:cond delay="0"/>
                                          </p:stCondLst>
                                        </p:cTn>
                                        <p:tgtEl>
                                          <p:spTgt spid="599047"/>
                                        </p:tgtEl>
                                        <p:attrNameLst>
                                          <p:attrName>style.visibility</p:attrName>
                                        </p:attrNameLst>
                                      </p:cBhvr>
                                      <p:to>
                                        <p:strVal val="visible"/>
                                      </p:to>
                                    </p:set>
                                    <p:animEffect transition="in" filter="wipe(left)">
                                      <p:cBhvr>
                                        <p:cTn id="19" dur="500"/>
                                        <p:tgtEl>
                                          <p:spTgt spid="59904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599048"/>
                                        </p:tgtEl>
                                        <p:attrNameLst>
                                          <p:attrName>style.visibility</p:attrName>
                                        </p:attrNameLst>
                                      </p:cBhvr>
                                      <p:to>
                                        <p:strVal val="visible"/>
                                      </p:to>
                                    </p:set>
                                    <p:animEffect transition="in" filter="wipe(left)">
                                      <p:cBhvr>
                                        <p:cTn id="24" dur="1000"/>
                                        <p:tgtEl>
                                          <p:spTgt spid="59904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99049"/>
                                        </p:tgtEl>
                                        <p:attrNameLst>
                                          <p:attrName>style.visibility</p:attrName>
                                        </p:attrNameLst>
                                      </p:cBhvr>
                                      <p:to>
                                        <p:strVal val="visible"/>
                                      </p:to>
                                    </p:set>
                                    <p:animEffect transition="in" filter="wipe(left)">
                                      <p:cBhvr>
                                        <p:cTn id="29" dur="1000"/>
                                        <p:tgtEl>
                                          <p:spTgt spid="599049"/>
                                        </p:tgtEl>
                                      </p:cBhvr>
                                    </p:animEffect>
                                  </p:childTnLst>
                                </p:cTn>
                              </p:par>
                            </p:childTnLst>
                          </p:cTn>
                        </p:par>
                        <p:par>
                          <p:cTn id="30" fill="hold" nodeType="afterGroup">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599051"/>
                                        </p:tgtEl>
                                        <p:attrNameLst>
                                          <p:attrName>style.visibility</p:attrName>
                                        </p:attrNameLst>
                                      </p:cBhvr>
                                      <p:to>
                                        <p:strVal val="visible"/>
                                      </p:to>
                                    </p:set>
                                    <p:animEffect transition="in" filter="wipe(left)">
                                      <p:cBhvr>
                                        <p:cTn id="33" dur="1000"/>
                                        <p:tgtEl>
                                          <p:spTgt spid="599051"/>
                                        </p:tgtEl>
                                      </p:cBhvr>
                                    </p:animEffect>
                                  </p:childTnLst>
                                </p:cTn>
                              </p:par>
                            </p:childTnLst>
                          </p:cTn>
                        </p:par>
                        <p:par>
                          <p:cTn id="34" fill="hold" nodeType="afterGroup">
                            <p:stCondLst>
                              <p:cond delay="2000"/>
                            </p:stCondLst>
                            <p:childTnLst>
                              <p:par>
                                <p:cTn id="35" presetID="22" presetClass="entr" presetSubtype="8" fill="hold" nodeType="afterEffect">
                                  <p:stCondLst>
                                    <p:cond delay="0"/>
                                  </p:stCondLst>
                                  <p:childTnLst>
                                    <p:set>
                                      <p:cBhvr>
                                        <p:cTn id="36" dur="1" fill="hold">
                                          <p:stCondLst>
                                            <p:cond delay="0"/>
                                          </p:stCondLst>
                                        </p:cTn>
                                        <p:tgtEl>
                                          <p:spTgt spid="599050"/>
                                        </p:tgtEl>
                                        <p:attrNameLst>
                                          <p:attrName>style.visibility</p:attrName>
                                        </p:attrNameLst>
                                      </p:cBhvr>
                                      <p:to>
                                        <p:strVal val="visible"/>
                                      </p:to>
                                    </p:set>
                                    <p:animEffect transition="in" filter="wipe(left)">
                                      <p:cBhvr>
                                        <p:cTn id="37" dur="1000"/>
                                        <p:tgtEl>
                                          <p:spTgt spid="599050"/>
                                        </p:tgtEl>
                                      </p:cBhvr>
                                    </p:animEffect>
                                  </p:childTnLst>
                                </p:cTn>
                              </p:par>
                            </p:childTnLst>
                          </p:cTn>
                        </p:par>
                        <p:par>
                          <p:cTn id="38" fill="hold" nodeType="afterGroup">
                            <p:stCondLst>
                              <p:cond delay="3000"/>
                            </p:stCondLst>
                            <p:childTnLst>
                              <p:par>
                                <p:cTn id="39" presetID="22" presetClass="entr" presetSubtype="8" fill="hold" nodeType="afterEffect">
                                  <p:stCondLst>
                                    <p:cond delay="0"/>
                                  </p:stCondLst>
                                  <p:childTnLst>
                                    <p:set>
                                      <p:cBhvr>
                                        <p:cTn id="40" dur="1" fill="hold">
                                          <p:stCondLst>
                                            <p:cond delay="0"/>
                                          </p:stCondLst>
                                        </p:cTn>
                                        <p:tgtEl>
                                          <p:spTgt spid="599052"/>
                                        </p:tgtEl>
                                        <p:attrNameLst>
                                          <p:attrName>style.visibility</p:attrName>
                                        </p:attrNameLst>
                                      </p:cBhvr>
                                      <p:to>
                                        <p:strVal val="visible"/>
                                      </p:to>
                                    </p:set>
                                    <p:animEffect transition="in" filter="wipe(left)">
                                      <p:cBhvr>
                                        <p:cTn id="41" dur="1000"/>
                                        <p:tgtEl>
                                          <p:spTgt spid="599052"/>
                                        </p:tgtEl>
                                      </p:cBhvr>
                                    </p:animEffect>
                                  </p:childTnLst>
                                </p:cTn>
                              </p:par>
                            </p:childTnLst>
                          </p:cTn>
                        </p:par>
                        <p:par>
                          <p:cTn id="42" fill="hold" nodeType="afterGroup">
                            <p:stCondLst>
                              <p:cond delay="4000"/>
                            </p:stCondLst>
                            <p:childTnLst>
                              <p:par>
                                <p:cTn id="43" presetID="22" presetClass="entr" presetSubtype="8" fill="hold" nodeType="afterEffect">
                                  <p:stCondLst>
                                    <p:cond delay="0"/>
                                  </p:stCondLst>
                                  <p:childTnLst>
                                    <p:set>
                                      <p:cBhvr>
                                        <p:cTn id="44" dur="1" fill="hold">
                                          <p:stCondLst>
                                            <p:cond delay="0"/>
                                          </p:stCondLst>
                                        </p:cTn>
                                        <p:tgtEl>
                                          <p:spTgt spid="599053"/>
                                        </p:tgtEl>
                                        <p:attrNameLst>
                                          <p:attrName>style.visibility</p:attrName>
                                        </p:attrNameLst>
                                      </p:cBhvr>
                                      <p:to>
                                        <p:strVal val="visible"/>
                                      </p:to>
                                    </p:set>
                                    <p:animEffect transition="in" filter="wipe(left)">
                                      <p:cBhvr>
                                        <p:cTn id="45" dur="1000"/>
                                        <p:tgtEl>
                                          <p:spTgt spid="599053"/>
                                        </p:tgtEl>
                                      </p:cBhvr>
                                    </p:animEffect>
                                  </p:childTnLst>
                                </p:cTn>
                              </p:par>
                            </p:childTnLst>
                          </p:cTn>
                        </p:par>
                        <p:par>
                          <p:cTn id="46" fill="hold" nodeType="afterGroup">
                            <p:stCondLst>
                              <p:cond delay="5000"/>
                            </p:stCondLst>
                            <p:childTnLst>
                              <p:par>
                                <p:cTn id="47" presetID="22" presetClass="entr" presetSubtype="8" fill="hold" grpId="0" nodeType="afterEffect">
                                  <p:stCondLst>
                                    <p:cond delay="0"/>
                                  </p:stCondLst>
                                  <p:childTnLst>
                                    <p:set>
                                      <p:cBhvr>
                                        <p:cTn id="48" dur="1" fill="hold">
                                          <p:stCondLst>
                                            <p:cond delay="0"/>
                                          </p:stCondLst>
                                        </p:cTn>
                                        <p:tgtEl>
                                          <p:spTgt spid="599054"/>
                                        </p:tgtEl>
                                        <p:attrNameLst>
                                          <p:attrName>style.visibility</p:attrName>
                                        </p:attrNameLst>
                                      </p:cBhvr>
                                      <p:to>
                                        <p:strVal val="visible"/>
                                      </p:to>
                                    </p:set>
                                    <p:animEffect transition="in" filter="wipe(left)">
                                      <p:cBhvr>
                                        <p:cTn id="49" dur="1000"/>
                                        <p:tgtEl>
                                          <p:spTgt spid="599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9044" grpId="0"/>
      <p:bldP spid="599046" grpId="0"/>
      <p:bldP spid="599048" grpId="0"/>
      <p:bldP spid="599049" grpId="0"/>
      <p:bldP spid="599051" grpId="0"/>
      <p:bldP spid="59905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a:extLst>
              <a:ext uri="{FF2B5EF4-FFF2-40B4-BE49-F238E27FC236}">
                <a16:creationId xmlns:a16="http://schemas.microsoft.com/office/drawing/2014/main" id="{A62C76BB-C908-43F2-8840-6C3CC84508CB}"/>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600067" name="Rectangle 3">
            <a:extLst>
              <a:ext uri="{FF2B5EF4-FFF2-40B4-BE49-F238E27FC236}">
                <a16:creationId xmlns:a16="http://schemas.microsoft.com/office/drawing/2014/main" id="{30111FCA-D389-4AA2-9128-C51A55F4070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600068" name="Rectangle 4">
            <a:extLst>
              <a:ext uri="{FF2B5EF4-FFF2-40B4-BE49-F238E27FC236}">
                <a16:creationId xmlns:a16="http://schemas.microsoft.com/office/drawing/2014/main" id="{B8ABF78D-DFBD-4526-B522-E32FCC9F38FE}"/>
              </a:ext>
            </a:extLst>
          </p:cNvPr>
          <p:cNvSpPr>
            <a:spLocks noChangeArrowheads="1"/>
          </p:cNvSpPr>
          <p:nvPr/>
        </p:nvSpPr>
        <p:spPr bwMode="auto">
          <a:xfrm>
            <a:off x="1524000" y="1"/>
            <a:ext cx="2952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由此得：</a:t>
            </a:r>
            <a:endParaRPr kumimoji="1" lang="zh-CN" altLang="en-US" sz="2800" b="1" i="1">
              <a:solidFill>
                <a:srgbClr val="007A77"/>
              </a:solidFill>
              <a:latin typeface="Times New Roman" panose="02020603050405020304" pitchFamily="18" charset="0"/>
              <a:ea typeface="楷体_GB2312" pitchFamily="49" charset="-122"/>
              <a:cs typeface="Times New Roman" panose="02020603050405020304" pitchFamily="18" charset="0"/>
            </a:endParaRPr>
          </a:p>
        </p:txBody>
      </p:sp>
      <p:graphicFrame>
        <p:nvGraphicFramePr>
          <p:cNvPr id="600069" name="Object 5">
            <a:extLst>
              <a:ext uri="{FF2B5EF4-FFF2-40B4-BE49-F238E27FC236}">
                <a16:creationId xmlns:a16="http://schemas.microsoft.com/office/drawing/2014/main" id="{7CAC8675-5EC4-46DB-A7F6-1DBEADA53B67}"/>
              </a:ext>
            </a:extLst>
          </p:cNvPr>
          <p:cNvGraphicFramePr>
            <a:graphicFrameLocks noChangeAspect="1"/>
          </p:cNvGraphicFramePr>
          <p:nvPr/>
        </p:nvGraphicFramePr>
        <p:xfrm>
          <a:off x="1703388" y="620714"/>
          <a:ext cx="3619500" cy="935037"/>
        </p:xfrm>
        <a:graphic>
          <a:graphicData uri="http://schemas.openxmlformats.org/presentationml/2006/ole">
            <mc:AlternateContent xmlns:mc="http://schemas.openxmlformats.org/markup-compatibility/2006">
              <mc:Choice xmlns:v="urn:schemas-microsoft-com:vml" Requires="v">
                <p:oleObj spid="_x0000_s16394" name="公式" r:id="rId3" imgW="1638000" imgH="431640" progId="Equation.3">
                  <p:embed/>
                </p:oleObj>
              </mc:Choice>
              <mc:Fallback>
                <p:oleObj name="公式" r:id="rId3" imgW="1638000" imgH="431640" progId="Equation.3">
                  <p:embed/>
                  <p:pic>
                    <p:nvPicPr>
                      <p:cNvPr id="600069" name="Object 5">
                        <a:extLst>
                          <a:ext uri="{FF2B5EF4-FFF2-40B4-BE49-F238E27FC236}">
                            <a16:creationId xmlns:a16="http://schemas.microsoft.com/office/drawing/2014/main" id="{7CAC8675-5EC4-46DB-A7F6-1DBEADA53B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3388" y="620714"/>
                        <a:ext cx="3619500" cy="935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0070" name="Object 6">
            <a:extLst>
              <a:ext uri="{FF2B5EF4-FFF2-40B4-BE49-F238E27FC236}">
                <a16:creationId xmlns:a16="http://schemas.microsoft.com/office/drawing/2014/main" id="{C1B66ED4-7508-4C10-8DAE-537C3CF7593F}"/>
              </a:ext>
            </a:extLst>
          </p:cNvPr>
          <p:cNvGraphicFramePr>
            <a:graphicFrameLocks noChangeAspect="1"/>
          </p:cNvGraphicFramePr>
          <p:nvPr/>
        </p:nvGraphicFramePr>
        <p:xfrm>
          <a:off x="1703388" y="1627188"/>
          <a:ext cx="2667000" cy="1924050"/>
        </p:xfrm>
        <a:graphic>
          <a:graphicData uri="http://schemas.openxmlformats.org/presentationml/2006/ole">
            <mc:AlternateContent xmlns:mc="http://schemas.openxmlformats.org/markup-compatibility/2006">
              <mc:Choice xmlns:v="urn:schemas-microsoft-com:vml" Requires="v">
                <p:oleObj spid="_x0000_s16395" name="公式" r:id="rId5" imgW="1206360" imgH="888840" progId="Equation.3">
                  <p:embed/>
                </p:oleObj>
              </mc:Choice>
              <mc:Fallback>
                <p:oleObj name="公式" r:id="rId5" imgW="1206360" imgH="888840" progId="Equation.3">
                  <p:embed/>
                  <p:pic>
                    <p:nvPicPr>
                      <p:cNvPr id="600070" name="Object 6">
                        <a:extLst>
                          <a:ext uri="{FF2B5EF4-FFF2-40B4-BE49-F238E27FC236}">
                            <a16:creationId xmlns:a16="http://schemas.microsoft.com/office/drawing/2014/main" id="{C1B66ED4-7508-4C10-8DAE-537C3CF759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3388" y="1627188"/>
                        <a:ext cx="2667000" cy="1924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0071" name="Object 7">
            <a:extLst>
              <a:ext uri="{FF2B5EF4-FFF2-40B4-BE49-F238E27FC236}">
                <a16:creationId xmlns:a16="http://schemas.microsoft.com/office/drawing/2014/main" id="{1872A42E-FAEF-4871-BB26-7F4C87F10D04}"/>
              </a:ext>
            </a:extLst>
          </p:cNvPr>
          <p:cNvGraphicFramePr>
            <a:graphicFrameLocks noChangeAspect="1"/>
          </p:cNvGraphicFramePr>
          <p:nvPr/>
        </p:nvGraphicFramePr>
        <p:xfrm>
          <a:off x="5664200" y="765175"/>
          <a:ext cx="2820988" cy="876300"/>
        </p:xfrm>
        <a:graphic>
          <a:graphicData uri="http://schemas.openxmlformats.org/presentationml/2006/ole">
            <mc:AlternateContent xmlns:mc="http://schemas.openxmlformats.org/markup-compatibility/2006">
              <mc:Choice xmlns:v="urn:schemas-microsoft-com:vml" Requires="v">
                <p:oleObj spid="_x0000_s16396" name="公式" r:id="rId7" imgW="1422360" imgH="444240" progId="Equation.3">
                  <p:embed/>
                </p:oleObj>
              </mc:Choice>
              <mc:Fallback>
                <p:oleObj name="公式" r:id="rId7" imgW="1422360" imgH="444240" progId="Equation.3">
                  <p:embed/>
                  <p:pic>
                    <p:nvPicPr>
                      <p:cNvPr id="600071" name="Object 7">
                        <a:extLst>
                          <a:ext uri="{FF2B5EF4-FFF2-40B4-BE49-F238E27FC236}">
                            <a16:creationId xmlns:a16="http://schemas.microsoft.com/office/drawing/2014/main" id="{1872A42E-FAEF-4871-BB26-7F4C87F10D0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64200" y="765175"/>
                        <a:ext cx="2820988"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0072" name="Object 8">
            <a:extLst>
              <a:ext uri="{FF2B5EF4-FFF2-40B4-BE49-F238E27FC236}">
                <a16:creationId xmlns:a16="http://schemas.microsoft.com/office/drawing/2014/main" id="{F028FAC7-59B1-463E-89C4-7729EEB751DA}"/>
              </a:ext>
            </a:extLst>
          </p:cNvPr>
          <p:cNvGraphicFramePr>
            <a:graphicFrameLocks noChangeAspect="1"/>
          </p:cNvGraphicFramePr>
          <p:nvPr/>
        </p:nvGraphicFramePr>
        <p:xfrm>
          <a:off x="1703388" y="3789364"/>
          <a:ext cx="3141662" cy="1335087"/>
        </p:xfrm>
        <a:graphic>
          <a:graphicData uri="http://schemas.openxmlformats.org/presentationml/2006/ole">
            <mc:AlternateContent xmlns:mc="http://schemas.openxmlformats.org/markup-compatibility/2006">
              <mc:Choice xmlns:v="urn:schemas-microsoft-com:vml" Requires="v">
                <p:oleObj spid="_x0000_s16397" name="公式" r:id="rId9" imgW="1549080" imgH="660240" progId="Equation.3">
                  <p:embed/>
                </p:oleObj>
              </mc:Choice>
              <mc:Fallback>
                <p:oleObj name="公式" r:id="rId9" imgW="1549080" imgH="660240" progId="Equation.3">
                  <p:embed/>
                  <p:pic>
                    <p:nvPicPr>
                      <p:cNvPr id="600072" name="Object 8">
                        <a:extLst>
                          <a:ext uri="{FF2B5EF4-FFF2-40B4-BE49-F238E27FC236}">
                            <a16:creationId xmlns:a16="http://schemas.microsoft.com/office/drawing/2014/main" id="{F028FAC7-59B1-463E-89C4-7729EEB751D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03388" y="3789364"/>
                        <a:ext cx="3141662" cy="1335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0073" name="Object 9">
            <a:extLst>
              <a:ext uri="{FF2B5EF4-FFF2-40B4-BE49-F238E27FC236}">
                <a16:creationId xmlns:a16="http://schemas.microsoft.com/office/drawing/2014/main" id="{377D65D5-BB06-47EA-9611-AA2875481479}"/>
              </a:ext>
            </a:extLst>
          </p:cNvPr>
          <p:cNvGraphicFramePr>
            <a:graphicFrameLocks noChangeAspect="1"/>
          </p:cNvGraphicFramePr>
          <p:nvPr/>
        </p:nvGraphicFramePr>
        <p:xfrm>
          <a:off x="4511675" y="2060576"/>
          <a:ext cx="2160588" cy="989013"/>
        </p:xfrm>
        <a:graphic>
          <a:graphicData uri="http://schemas.openxmlformats.org/presentationml/2006/ole">
            <mc:AlternateContent xmlns:mc="http://schemas.openxmlformats.org/markup-compatibility/2006">
              <mc:Choice xmlns:v="urn:schemas-microsoft-com:vml" Requires="v">
                <p:oleObj spid="_x0000_s16398" name="公式" r:id="rId11" imgW="977760" imgH="457200" progId="Equation.3">
                  <p:embed/>
                </p:oleObj>
              </mc:Choice>
              <mc:Fallback>
                <p:oleObj name="公式" r:id="rId11" imgW="977760" imgH="457200" progId="Equation.3">
                  <p:embed/>
                  <p:pic>
                    <p:nvPicPr>
                      <p:cNvPr id="600073" name="Object 9">
                        <a:extLst>
                          <a:ext uri="{FF2B5EF4-FFF2-40B4-BE49-F238E27FC236}">
                            <a16:creationId xmlns:a16="http://schemas.microsoft.com/office/drawing/2014/main" id="{377D65D5-BB06-47EA-9611-AA287548147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11675" y="2060576"/>
                        <a:ext cx="2160588" cy="989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0074" name="Object 10">
            <a:extLst>
              <a:ext uri="{FF2B5EF4-FFF2-40B4-BE49-F238E27FC236}">
                <a16:creationId xmlns:a16="http://schemas.microsoft.com/office/drawing/2014/main" id="{181E7960-C773-4C34-8A23-218739283890}"/>
              </a:ext>
            </a:extLst>
          </p:cNvPr>
          <p:cNvGraphicFramePr>
            <a:graphicFrameLocks noChangeAspect="1"/>
          </p:cNvGraphicFramePr>
          <p:nvPr/>
        </p:nvGraphicFramePr>
        <p:xfrm>
          <a:off x="6888164" y="2347913"/>
          <a:ext cx="1627187" cy="412750"/>
        </p:xfrm>
        <a:graphic>
          <a:graphicData uri="http://schemas.openxmlformats.org/presentationml/2006/ole">
            <mc:AlternateContent xmlns:mc="http://schemas.openxmlformats.org/markup-compatibility/2006">
              <mc:Choice xmlns:v="urn:schemas-microsoft-com:vml" Requires="v">
                <p:oleObj spid="_x0000_s16399" name="公式" r:id="rId13" imgW="736560" imgH="190440" progId="Equation.3">
                  <p:embed/>
                </p:oleObj>
              </mc:Choice>
              <mc:Fallback>
                <p:oleObj name="公式" r:id="rId13" imgW="736560" imgH="190440" progId="Equation.3">
                  <p:embed/>
                  <p:pic>
                    <p:nvPicPr>
                      <p:cNvPr id="600074" name="Object 10">
                        <a:extLst>
                          <a:ext uri="{FF2B5EF4-FFF2-40B4-BE49-F238E27FC236}">
                            <a16:creationId xmlns:a16="http://schemas.microsoft.com/office/drawing/2014/main" id="{181E7960-C773-4C34-8A23-21873928389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88164" y="2347913"/>
                        <a:ext cx="1627187"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0075" name="Object 11">
            <a:extLst>
              <a:ext uri="{FF2B5EF4-FFF2-40B4-BE49-F238E27FC236}">
                <a16:creationId xmlns:a16="http://schemas.microsoft.com/office/drawing/2014/main" id="{3D839FD7-4B2D-40E9-BA22-4508E393FF30}"/>
              </a:ext>
            </a:extLst>
          </p:cNvPr>
          <p:cNvGraphicFramePr>
            <a:graphicFrameLocks noChangeAspect="1"/>
          </p:cNvGraphicFramePr>
          <p:nvPr/>
        </p:nvGraphicFramePr>
        <p:xfrm>
          <a:off x="5016500" y="3789364"/>
          <a:ext cx="1854200" cy="898525"/>
        </p:xfrm>
        <a:graphic>
          <a:graphicData uri="http://schemas.openxmlformats.org/presentationml/2006/ole">
            <mc:AlternateContent xmlns:mc="http://schemas.openxmlformats.org/markup-compatibility/2006">
              <mc:Choice xmlns:v="urn:schemas-microsoft-com:vml" Requires="v">
                <p:oleObj spid="_x0000_s16400" name="公式" r:id="rId15" imgW="914400" imgH="444240" progId="Equation.3">
                  <p:embed/>
                </p:oleObj>
              </mc:Choice>
              <mc:Fallback>
                <p:oleObj name="公式" r:id="rId15" imgW="914400" imgH="444240" progId="Equation.3">
                  <p:embed/>
                  <p:pic>
                    <p:nvPicPr>
                      <p:cNvPr id="600075" name="Object 11">
                        <a:extLst>
                          <a:ext uri="{FF2B5EF4-FFF2-40B4-BE49-F238E27FC236}">
                            <a16:creationId xmlns:a16="http://schemas.microsoft.com/office/drawing/2014/main" id="{3D839FD7-4B2D-40E9-BA22-4508E393FF3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016500" y="3789364"/>
                        <a:ext cx="1854200"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0076" name="Object 12">
            <a:extLst>
              <a:ext uri="{FF2B5EF4-FFF2-40B4-BE49-F238E27FC236}">
                <a16:creationId xmlns:a16="http://schemas.microsoft.com/office/drawing/2014/main" id="{42FCA489-B2AE-4047-A902-83CBA079F5D9}"/>
              </a:ext>
            </a:extLst>
          </p:cNvPr>
          <p:cNvGraphicFramePr>
            <a:graphicFrameLocks noChangeAspect="1"/>
          </p:cNvGraphicFramePr>
          <p:nvPr/>
        </p:nvGraphicFramePr>
        <p:xfrm>
          <a:off x="7032626" y="4076701"/>
          <a:ext cx="1700213" cy="409575"/>
        </p:xfrm>
        <a:graphic>
          <a:graphicData uri="http://schemas.openxmlformats.org/presentationml/2006/ole">
            <mc:AlternateContent xmlns:mc="http://schemas.openxmlformats.org/markup-compatibility/2006">
              <mc:Choice xmlns:v="urn:schemas-microsoft-com:vml" Requires="v">
                <p:oleObj spid="_x0000_s16401" name="公式" r:id="rId17" imgW="838080" imgH="203040" progId="Equation.3">
                  <p:embed/>
                </p:oleObj>
              </mc:Choice>
              <mc:Fallback>
                <p:oleObj name="公式" r:id="rId17" imgW="838080" imgH="203040" progId="Equation.3">
                  <p:embed/>
                  <p:pic>
                    <p:nvPicPr>
                      <p:cNvPr id="600076" name="Object 12">
                        <a:extLst>
                          <a:ext uri="{FF2B5EF4-FFF2-40B4-BE49-F238E27FC236}">
                            <a16:creationId xmlns:a16="http://schemas.microsoft.com/office/drawing/2014/main" id="{42FCA489-B2AE-4047-A902-83CBA079F5D9}"/>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032626" y="4076701"/>
                        <a:ext cx="1700213"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0077" name="Rectangle 13">
            <a:extLst>
              <a:ext uri="{FF2B5EF4-FFF2-40B4-BE49-F238E27FC236}">
                <a16:creationId xmlns:a16="http://schemas.microsoft.com/office/drawing/2014/main" id="{10AC89FF-9FF5-4619-94A6-C211E81D03C7}"/>
              </a:ext>
            </a:extLst>
          </p:cNvPr>
          <p:cNvSpPr>
            <a:spLocks noChangeArrowheads="1"/>
          </p:cNvSpPr>
          <p:nvPr/>
        </p:nvSpPr>
        <p:spPr bwMode="auto">
          <a:xfrm>
            <a:off x="1992313" y="4974961"/>
            <a:ext cx="8208962"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从而得到对</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的检验的两种方法：</a:t>
            </a:r>
            <a:r>
              <a:rPr kumimoji="1" lang="en-US" altLang="zh-CN" sz="2800" b="1">
                <a:solidFill>
                  <a:srgbClr val="007A77"/>
                </a:solidFill>
                <a:latin typeface="Times New Roman" panose="02020603050405020304" pitchFamily="18" charset="0"/>
                <a:ea typeface="楷体_GB2312" pitchFamily="49" charset="-122"/>
              </a:rPr>
              <a:t>T</a:t>
            </a:r>
            <a:r>
              <a:rPr kumimoji="1" lang="zh-CN" altLang="en-US" sz="2800" b="1">
                <a:solidFill>
                  <a:srgbClr val="007A77"/>
                </a:solidFill>
                <a:latin typeface="Times New Roman" panose="02020603050405020304" pitchFamily="18" charset="0"/>
                <a:ea typeface="楷体_GB2312" pitchFamily="49" charset="-122"/>
              </a:rPr>
              <a:t>检验法和</a:t>
            </a:r>
            <a:r>
              <a:rPr kumimoji="1" lang="en-US" altLang="zh-CN" sz="2800" b="1">
                <a:solidFill>
                  <a:srgbClr val="007A77"/>
                </a:solidFill>
                <a:latin typeface="Times New Roman" panose="02020603050405020304" pitchFamily="18" charset="0"/>
                <a:ea typeface="楷体_GB2312" pitchFamily="49" charset="-122"/>
              </a:rPr>
              <a:t>F</a:t>
            </a:r>
            <a:r>
              <a:rPr kumimoji="1" lang="zh-CN" altLang="en-US" sz="2800" b="1">
                <a:solidFill>
                  <a:srgbClr val="007A77"/>
                </a:solidFill>
                <a:latin typeface="Times New Roman" panose="02020603050405020304" pitchFamily="18" charset="0"/>
                <a:ea typeface="楷体_GB2312" pitchFamily="49" charset="-122"/>
              </a:rPr>
              <a:t>检验法。</a:t>
            </a:r>
            <a:endParaRPr kumimoji="1" lang="zh-CN" altLang="en-US" sz="2800" b="1" i="1">
              <a:solidFill>
                <a:srgbClr val="007A77"/>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00068"/>
                                        </p:tgtEl>
                                        <p:attrNameLst>
                                          <p:attrName>style.visibility</p:attrName>
                                        </p:attrNameLst>
                                      </p:cBhvr>
                                      <p:to>
                                        <p:strVal val="visible"/>
                                      </p:to>
                                    </p:set>
                                    <p:animEffect transition="in" filter="wipe(left)">
                                      <p:cBhvr>
                                        <p:cTn id="7" dur="1000"/>
                                        <p:tgtEl>
                                          <p:spTgt spid="6000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2" fill="hold" nodeType="clickEffect">
                                  <p:stCondLst>
                                    <p:cond delay="0"/>
                                  </p:stCondLst>
                                  <p:childTnLst>
                                    <p:set>
                                      <p:cBhvr>
                                        <p:cTn id="11" dur="1" fill="hold">
                                          <p:stCondLst>
                                            <p:cond delay="0"/>
                                          </p:stCondLst>
                                        </p:cTn>
                                        <p:tgtEl>
                                          <p:spTgt spid="600069"/>
                                        </p:tgtEl>
                                        <p:attrNameLst>
                                          <p:attrName>style.visibility</p:attrName>
                                        </p:attrNameLst>
                                      </p:cBhvr>
                                      <p:to>
                                        <p:strVal val="visible"/>
                                      </p:to>
                                    </p:set>
                                    <p:animEffect transition="in" filter="slide(fromRight)">
                                      <p:cBhvr>
                                        <p:cTn id="12" dur="1000"/>
                                        <p:tgtEl>
                                          <p:spTgt spid="600069"/>
                                        </p:tgtEl>
                                      </p:cBhvr>
                                    </p:animEffect>
                                  </p:childTnLst>
                                </p:cTn>
                              </p:par>
                            </p:childTnLst>
                          </p:cTn>
                        </p:par>
                        <p:par>
                          <p:cTn id="13" fill="hold" nodeType="afterGroup">
                            <p:stCondLst>
                              <p:cond delay="1000"/>
                            </p:stCondLst>
                            <p:childTnLst>
                              <p:par>
                                <p:cTn id="14" presetID="12" presetClass="entr" presetSubtype="2" fill="hold" nodeType="afterEffect">
                                  <p:stCondLst>
                                    <p:cond delay="0"/>
                                  </p:stCondLst>
                                  <p:childTnLst>
                                    <p:set>
                                      <p:cBhvr>
                                        <p:cTn id="15" dur="1" fill="hold">
                                          <p:stCondLst>
                                            <p:cond delay="0"/>
                                          </p:stCondLst>
                                        </p:cTn>
                                        <p:tgtEl>
                                          <p:spTgt spid="600071"/>
                                        </p:tgtEl>
                                        <p:attrNameLst>
                                          <p:attrName>style.visibility</p:attrName>
                                        </p:attrNameLst>
                                      </p:cBhvr>
                                      <p:to>
                                        <p:strVal val="visible"/>
                                      </p:to>
                                    </p:set>
                                    <p:animEffect transition="in" filter="slide(fromRight)">
                                      <p:cBhvr>
                                        <p:cTn id="16" dur="1000"/>
                                        <p:tgtEl>
                                          <p:spTgt spid="60007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2" fill="hold" nodeType="clickEffect">
                                  <p:stCondLst>
                                    <p:cond delay="0"/>
                                  </p:stCondLst>
                                  <p:childTnLst>
                                    <p:set>
                                      <p:cBhvr>
                                        <p:cTn id="20" dur="1" fill="hold">
                                          <p:stCondLst>
                                            <p:cond delay="0"/>
                                          </p:stCondLst>
                                        </p:cTn>
                                        <p:tgtEl>
                                          <p:spTgt spid="600070"/>
                                        </p:tgtEl>
                                        <p:attrNameLst>
                                          <p:attrName>style.visibility</p:attrName>
                                        </p:attrNameLst>
                                      </p:cBhvr>
                                      <p:to>
                                        <p:strVal val="visible"/>
                                      </p:to>
                                    </p:set>
                                    <p:animEffect transition="in" filter="slide(fromRight)">
                                      <p:cBhvr>
                                        <p:cTn id="21" dur="1000"/>
                                        <p:tgtEl>
                                          <p:spTgt spid="60007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2" fill="hold" nodeType="clickEffect">
                                  <p:stCondLst>
                                    <p:cond delay="0"/>
                                  </p:stCondLst>
                                  <p:childTnLst>
                                    <p:set>
                                      <p:cBhvr>
                                        <p:cTn id="25" dur="1" fill="hold">
                                          <p:stCondLst>
                                            <p:cond delay="0"/>
                                          </p:stCondLst>
                                        </p:cTn>
                                        <p:tgtEl>
                                          <p:spTgt spid="600073"/>
                                        </p:tgtEl>
                                        <p:attrNameLst>
                                          <p:attrName>style.visibility</p:attrName>
                                        </p:attrNameLst>
                                      </p:cBhvr>
                                      <p:to>
                                        <p:strVal val="visible"/>
                                      </p:to>
                                    </p:set>
                                    <p:animEffect transition="in" filter="slide(fromRight)">
                                      <p:cBhvr>
                                        <p:cTn id="26" dur="1000"/>
                                        <p:tgtEl>
                                          <p:spTgt spid="60007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2" fill="hold" nodeType="clickEffect">
                                  <p:stCondLst>
                                    <p:cond delay="0"/>
                                  </p:stCondLst>
                                  <p:childTnLst>
                                    <p:set>
                                      <p:cBhvr>
                                        <p:cTn id="30" dur="1" fill="hold">
                                          <p:stCondLst>
                                            <p:cond delay="0"/>
                                          </p:stCondLst>
                                        </p:cTn>
                                        <p:tgtEl>
                                          <p:spTgt spid="600074"/>
                                        </p:tgtEl>
                                        <p:attrNameLst>
                                          <p:attrName>style.visibility</p:attrName>
                                        </p:attrNameLst>
                                      </p:cBhvr>
                                      <p:to>
                                        <p:strVal val="visible"/>
                                      </p:to>
                                    </p:set>
                                    <p:animEffect transition="in" filter="slide(fromRight)">
                                      <p:cBhvr>
                                        <p:cTn id="31" dur="1000"/>
                                        <p:tgtEl>
                                          <p:spTgt spid="60007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2" presetClass="entr" presetSubtype="2" fill="hold" nodeType="clickEffect">
                                  <p:stCondLst>
                                    <p:cond delay="0"/>
                                  </p:stCondLst>
                                  <p:childTnLst>
                                    <p:set>
                                      <p:cBhvr>
                                        <p:cTn id="35" dur="1" fill="hold">
                                          <p:stCondLst>
                                            <p:cond delay="0"/>
                                          </p:stCondLst>
                                        </p:cTn>
                                        <p:tgtEl>
                                          <p:spTgt spid="600072"/>
                                        </p:tgtEl>
                                        <p:attrNameLst>
                                          <p:attrName>style.visibility</p:attrName>
                                        </p:attrNameLst>
                                      </p:cBhvr>
                                      <p:to>
                                        <p:strVal val="visible"/>
                                      </p:to>
                                    </p:set>
                                    <p:animEffect transition="in" filter="slide(fromRight)">
                                      <p:cBhvr>
                                        <p:cTn id="36" dur="1000"/>
                                        <p:tgtEl>
                                          <p:spTgt spid="60007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2" presetClass="entr" presetSubtype="2" fill="hold" nodeType="clickEffect">
                                  <p:stCondLst>
                                    <p:cond delay="0"/>
                                  </p:stCondLst>
                                  <p:childTnLst>
                                    <p:set>
                                      <p:cBhvr>
                                        <p:cTn id="40" dur="1" fill="hold">
                                          <p:stCondLst>
                                            <p:cond delay="0"/>
                                          </p:stCondLst>
                                        </p:cTn>
                                        <p:tgtEl>
                                          <p:spTgt spid="600075"/>
                                        </p:tgtEl>
                                        <p:attrNameLst>
                                          <p:attrName>style.visibility</p:attrName>
                                        </p:attrNameLst>
                                      </p:cBhvr>
                                      <p:to>
                                        <p:strVal val="visible"/>
                                      </p:to>
                                    </p:set>
                                    <p:animEffect transition="in" filter="slide(fromRight)">
                                      <p:cBhvr>
                                        <p:cTn id="41" dur="1000"/>
                                        <p:tgtEl>
                                          <p:spTgt spid="60007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2" fill="hold" nodeType="clickEffect">
                                  <p:stCondLst>
                                    <p:cond delay="0"/>
                                  </p:stCondLst>
                                  <p:childTnLst>
                                    <p:set>
                                      <p:cBhvr>
                                        <p:cTn id="45" dur="1" fill="hold">
                                          <p:stCondLst>
                                            <p:cond delay="0"/>
                                          </p:stCondLst>
                                        </p:cTn>
                                        <p:tgtEl>
                                          <p:spTgt spid="600076"/>
                                        </p:tgtEl>
                                        <p:attrNameLst>
                                          <p:attrName>style.visibility</p:attrName>
                                        </p:attrNameLst>
                                      </p:cBhvr>
                                      <p:to>
                                        <p:strVal val="visible"/>
                                      </p:to>
                                    </p:set>
                                    <p:animEffect transition="in" filter="slide(fromRight)">
                                      <p:cBhvr>
                                        <p:cTn id="46" dur="1000"/>
                                        <p:tgtEl>
                                          <p:spTgt spid="60007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2" presetClass="entr" presetSubtype="4" fill="hold" grpId="0" nodeType="clickEffect">
                                  <p:stCondLst>
                                    <p:cond delay="0"/>
                                  </p:stCondLst>
                                  <p:childTnLst>
                                    <p:set>
                                      <p:cBhvr>
                                        <p:cTn id="50" dur="1" fill="hold">
                                          <p:stCondLst>
                                            <p:cond delay="0"/>
                                          </p:stCondLst>
                                        </p:cTn>
                                        <p:tgtEl>
                                          <p:spTgt spid="600077"/>
                                        </p:tgtEl>
                                        <p:attrNameLst>
                                          <p:attrName>style.visibility</p:attrName>
                                        </p:attrNameLst>
                                      </p:cBhvr>
                                      <p:to>
                                        <p:strVal val="visible"/>
                                      </p:to>
                                    </p:set>
                                    <p:animEffect transition="in" filter="slide(fromBottom)">
                                      <p:cBhvr>
                                        <p:cTn id="51" dur="1000"/>
                                        <p:tgtEl>
                                          <p:spTgt spid="600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0068" grpId="0"/>
      <p:bldP spid="60007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a:extLst>
              <a:ext uri="{FF2B5EF4-FFF2-40B4-BE49-F238E27FC236}">
                <a16:creationId xmlns:a16="http://schemas.microsoft.com/office/drawing/2014/main" id="{1D76B9E2-E554-4EBE-BB0A-8960FD00B7FB}"/>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601091" name="Rectangle 3">
            <a:extLst>
              <a:ext uri="{FF2B5EF4-FFF2-40B4-BE49-F238E27FC236}">
                <a16:creationId xmlns:a16="http://schemas.microsoft.com/office/drawing/2014/main" id="{A61FD801-5B9D-45C3-BB62-10186BE4CE0B}"/>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sp>
        <p:nvSpPr>
          <p:cNvPr id="601092" name="Rectangle 4">
            <a:extLst>
              <a:ext uri="{FF2B5EF4-FFF2-40B4-BE49-F238E27FC236}">
                <a16:creationId xmlns:a16="http://schemas.microsoft.com/office/drawing/2014/main" id="{D506C667-21D7-4717-B7BA-3F3631D426C4}"/>
              </a:ext>
            </a:extLst>
          </p:cNvPr>
          <p:cNvSpPr>
            <a:spLocks noChangeArrowheads="1"/>
          </p:cNvSpPr>
          <p:nvPr/>
        </p:nvSpPr>
        <p:spPr bwMode="auto">
          <a:xfrm>
            <a:off x="1774825" y="260351"/>
            <a:ext cx="2952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a:t>
            </a:r>
            <a:r>
              <a:rPr kumimoji="1" lang="en-US" altLang="zh-CN" sz="2800" b="1" i="1">
                <a:solidFill>
                  <a:srgbClr val="007A77"/>
                </a:solidFill>
                <a:latin typeface="Times New Roman" panose="02020603050405020304" pitchFamily="18" charset="0"/>
                <a:ea typeface="楷体_GB2312" pitchFamily="49" charset="-122"/>
              </a:rPr>
              <a:t>T </a:t>
            </a:r>
            <a:r>
              <a:rPr kumimoji="1" lang="zh-CN" altLang="en-US" sz="2800" b="1">
                <a:solidFill>
                  <a:srgbClr val="007A77"/>
                </a:solidFill>
                <a:latin typeface="Times New Roman" panose="02020603050405020304" pitchFamily="18" charset="0"/>
                <a:ea typeface="楷体_GB2312" pitchFamily="49" charset="-122"/>
              </a:rPr>
              <a:t>检验法：</a:t>
            </a:r>
            <a:endParaRPr kumimoji="1" lang="zh-CN" altLang="en-US" sz="2800" b="1" i="1">
              <a:solidFill>
                <a:srgbClr val="007A77"/>
              </a:solidFill>
              <a:latin typeface="Times New Roman" panose="02020603050405020304" pitchFamily="18" charset="0"/>
              <a:ea typeface="楷体_GB2312" pitchFamily="49" charset="-122"/>
              <a:cs typeface="Times New Roman" panose="02020603050405020304" pitchFamily="18" charset="0"/>
            </a:endParaRPr>
          </a:p>
        </p:txBody>
      </p:sp>
      <p:graphicFrame>
        <p:nvGraphicFramePr>
          <p:cNvPr id="601093" name="Object 5">
            <a:extLst>
              <a:ext uri="{FF2B5EF4-FFF2-40B4-BE49-F238E27FC236}">
                <a16:creationId xmlns:a16="http://schemas.microsoft.com/office/drawing/2014/main" id="{508724B8-29B3-4C9C-87DB-61548B181B67}"/>
              </a:ext>
            </a:extLst>
          </p:cNvPr>
          <p:cNvGraphicFramePr>
            <a:graphicFrameLocks noChangeAspect="1"/>
          </p:cNvGraphicFramePr>
          <p:nvPr/>
        </p:nvGraphicFramePr>
        <p:xfrm>
          <a:off x="6743701" y="260350"/>
          <a:ext cx="1490663" cy="458788"/>
        </p:xfrm>
        <a:graphic>
          <a:graphicData uri="http://schemas.openxmlformats.org/presentationml/2006/ole">
            <mc:AlternateContent xmlns:mc="http://schemas.openxmlformats.org/markup-compatibility/2006">
              <mc:Choice xmlns:v="urn:schemas-microsoft-com:vml" Requires="v">
                <p:oleObj spid="_x0000_s17419" name="公式" r:id="rId3" imgW="736560" imgH="228600" progId="Equation.3">
                  <p:embed/>
                </p:oleObj>
              </mc:Choice>
              <mc:Fallback>
                <p:oleObj name="公式" r:id="rId3" imgW="736560" imgH="228600" progId="Equation.3">
                  <p:embed/>
                  <p:pic>
                    <p:nvPicPr>
                      <p:cNvPr id="601093" name="Object 5">
                        <a:extLst>
                          <a:ext uri="{FF2B5EF4-FFF2-40B4-BE49-F238E27FC236}">
                            <a16:creationId xmlns:a16="http://schemas.microsoft.com/office/drawing/2014/main" id="{508724B8-29B3-4C9C-87DB-61548B181B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3701" y="260350"/>
                        <a:ext cx="1490663" cy="458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1094" name="Rectangle 6">
            <a:extLst>
              <a:ext uri="{FF2B5EF4-FFF2-40B4-BE49-F238E27FC236}">
                <a16:creationId xmlns:a16="http://schemas.microsoft.com/office/drawing/2014/main" id="{7AE722F1-92E2-4FC7-A8A5-6A74FFF0E4CC}"/>
              </a:ext>
            </a:extLst>
          </p:cNvPr>
          <p:cNvSpPr>
            <a:spLocks noChangeArrowheads="1"/>
          </p:cNvSpPr>
          <p:nvPr/>
        </p:nvSpPr>
        <p:spPr bwMode="auto">
          <a:xfrm>
            <a:off x="5016501" y="836613"/>
            <a:ext cx="20875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601095" name="Object 7">
            <a:extLst>
              <a:ext uri="{FF2B5EF4-FFF2-40B4-BE49-F238E27FC236}">
                <a16:creationId xmlns:a16="http://schemas.microsoft.com/office/drawing/2014/main" id="{9560A739-8BC1-45C7-8E30-5AA8C152B6AA}"/>
              </a:ext>
            </a:extLst>
          </p:cNvPr>
          <p:cNvGraphicFramePr>
            <a:graphicFrameLocks noChangeAspect="1"/>
          </p:cNvGraphicFramePr>
          <p:nvPr/>
        </p:nvGraphicFramePr>
        <p:xfrm>
          <a:off x="6672263" y="908050"/>
          <a:ext cx="1465262" cy="433388"/>
        </p:xfrm>
        <a:graphic>
          <a:graphicData uri="http://schemas.openxmlformats.org/presentationml/2006/ole">
            <mc:AlternateContent xmlns:mc="http://schemas.openxmlformats.org/markup-compatibility/2006">
              <mc:Choice xmlns:v="urn:schemas-microsoft-com:vml" Requires="v">
                <p:oleObj spid="_x0000_s17420" name="公式" r:id="rId5" imgW="723600" imgH="215640" progId="Equation.3">
                  <p:embed/>
                </p:oleObj>
              </mc:Choice>
              <mc:Fallback>
                <p:oleObj name="公式" r:id="rId5" imgW="723600" imgH="215640" progId="Equation.3">
                  <p:embed/>
                  <p:pic>
                    <p:nvPicPr>
                      <p:cNvPr id="601095" name="Object 7">
                        <a:extLst>
                          <a:ext uri="{FF2B5EF4-FFF2-40B4-BE49-F238E27FC236}">
                            <a16:creationId xmlns:a16="http://schemas.microsoft.com/office/drawing/2014/main" id="{9560A739-8BC1-45C7-8E30-5AA8C152B6A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72263" y="908050"/>
                        <a:ext cx="1465262"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1096" name="Rectangle 8">
            <a:extLst>
              <a:ext uri="{FF2B5EF4-FFF2-40B4-BE49-F238E27FC236}">
                <a16:creationId xmlns:a16="http://schemas.microsoft.com/office/drawing/2014/main" id="{6062804A-75A5-4C06-93B6-7EC6C8B7F8D0}"/>
              </a:ext>
            </a:extLst>
          </p:cNvPr>
          <p:cNvSpPr>
            <a:spLocks noChangeArrowheads="1"/>
          </p:cNvSpPr>
          <p:nvPr/>
        </p:nvSpPr>
        <p:spPr bwMode="auto">
          <a:xfrm>
            <a:off x="1992313" y="1628776"/>
            <a:ext cx="39608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）取检验统计量</a:t>
            </a:r>
          </a:p>
        </p:txBody>
      </p:sp>
      <p:graphicFrame>
        <p:nvGraphicFramePr>
          <p:cNvPr id="601097" name="Object 9">
            <a:extLst>
              <a:ext uri="{FF2B5EF4-FFF2-40B4-BE49-F238E27FC236}">
                <a16:creationId xmlns:a16="http://schemas.microsoft.com/office/drawing/2014/main" id="{C3D4F565-5F49-4D98-A266-14C41C7D1279}"/>
              </a:ext>
            </a:extLst>
          </p:cNvPr>
          <p:cNvGraphicFramePr>
            <a:graphicFrameLocks noChangeAspect="1"/>
          </p:cNvGraphicFramePr>
          <p:nvPr/>
        </p:nvGraphicFramePr>
        <p:xfrm>
          <a:off x="5448301" y="1412876"/>
          <a:ext cx="1484313" cy="898525"/>
        </p:xfrm>
        <a:graphic>
          <a:graphicData uri="http://schemas.openxmlformats.org/presentationml/2006/ole">
            <mc:AlternateContent xmlns:mc="http://schemas.openxmlformats.org/markup-compatibility/2006">
              <mc:Choice xmlns:v="urn:schemas-microsoft-com:vml" Requires="v">
                <p:oleObj spid="_x0000_s17421" name="公式" r:id="rId7" imgW="761760" imgH="457200" progId="Equation.3">
                  <p:embed/>
                </p:oleObj>
              </mc:Choice>
              <mc:Fallback>
                <p:oleObj name="公式" r:id="rId7" imgW="761760" imgH="457200" progId="Equation.3">
                  <p:embed/>
                  <p:pic>
                    <p:nvPicPr>
                      <p:cNvPr id="601097" name="Object 9">
                        <a:extLst>
                          <a:ext uri="{FF2B5EF4-FFF2-40B4-BE49-F238E27FC236}">
                            <a16:creationId xmlns:a16="http://schemas.microsoft.com/office/drawing/2014/main" id="{C3D4F565-5F49-4D98-A266-14C41C7D127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48301" y="1412876"/>
                        <a:ext cx="1484313"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1098" name="Rectangle 10">
            <a:extLst>
              <a:ext uri="{FF2B5EF4-FFF2-40B4-BE49-F238E27FC236}">
                <a16:creationId xmlns:a16="http://schemas.microsoft.com/office/drawing/2014/main" id="{A168C952-906B-44D8-A8B5-F517645D8C99}"/>
              </a:ext>
            </a:extLst>
          </p:cNvPr>
          <p:cNvSpPr>
            <a:spLocks noChangeArrowheads="1"/>
          </p:cNvSpPr>
          <p:nvPr/>
        </p:nvSpPr>
        <p:spPr bwMode="auto">
          <a:xfrm>
            <a:off x="1992314" y="2420938"/>
            <a:ext cx="36718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3</a:t>
            </a:r>
            <a:r>
              <a:rPr kumimoji="1" lang="zh-CN" altLang="en-US" sz="2800" b="1">
                <a:solidFill>
                  <a:srgbClr val="007A77"/>
                </a:solidFill>
                <a:latin typeface="Times New Roman" panose="02020603050405020304" pitchFamily="18" charset="0"/>
                <a:ea typeface="楷体_GB2312" pitchFamily="49" charset="-122"/>
              </a:rPr>
              <a:t>）则拒绝域为</a:t>
            </a:r>
          </a:p>
        </p:txBody>
      </p:sp>
      <p:graphicFrame>
        <p:nvGraphicFramePr>
          <p:cNvPr id="601099" name="Object 11">
            <a:extLst>
              <a:ext uri="{FF2B5EF4-FFF2-40B4-BE49-F238E27FC236}">
                <a16:creationId xmlns:a16="http://schemas.microsoft.com/office/drawing/2014/main" id="{345DEC06-C1F2-4C0B-A857-ECDBA8855414}"/>
              </a:ext>
            </a:extLst>
          </p:cNvPr>
          <p:cNvGraphicFramePr>
            <a:graphicFrameLocks noChangeAspect="1"/>
          </p:cNvGraphicFramePr>
          <p:nvPr/>
        </p:nvGraphicFramePr>
        <p:xfrm>
          <a:off x="5303839" y="2492376"/>
          <a:ext cx="3159125" cy="493713"/>
        </p:xfrm>
        <a:graphic>
          <a:graphicData uri="http://schemas.openxmlformats.org/presentationml/2006/ole">
            <mc:AlternateContent xmlns:mc="http://schemas.openxmlformats.org/markup-compatibility/2006">
              <mc:Choice xmlns:v="urn:schemas-microsoft-com:vml" Requires="v">
                <p:oleObj spid="_x0000_s17422" name="公式" r:id="rId9" imgW="1473120" imgH="228600" progId="Equation.3">
                  <p:embed/>
                </p:oleObj>
              </mc:Choice>
              <mc:Fallback>
                <p:oleObj name="公式" r:id="rId9" imgW="1473120" imgH="228600" progId="Equation.3">
                  <p:embed/>
                  <p:pic>
                    <p:nvPicPr>
                      <p:cNvPr id="601099" name="Object 11">
                        <a:extLst>
                          <a:ext uri="{FF2B5EF4-FFF2-40B4-BE49-F238E27FC236}">
                            <a16:creationId xmlns:a16="http://schemas.microsoft.com/office/drawing/2014/main" id="{345DEC06-C1F2-4C0B-A857-ECDBA885541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03839" y="2492376"/>
                        <a:ext cx="3159125" cy="493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1100" name="Rectangle 12">
            <a:extLst>
              <a:ext uri="{FF2B5EF4-FFF2-40B4-BE49-F238E27FC236}">
                <a16:creationId xmlns:a16="http://schemas.microsoft.com/office/drawing/2014/main" id="{5E7FD871-A8DC-46BC-9EE9-DED4D2420D7E}"/>
              </a:ext>
            </a:extLst>
          </p:cNvPr>
          <p:cNvSpPr>
            <a:spLocks noChangeArrowheads="1"/>
          </p:cNvSpPr>
          <p:nvPr/>
        </p:nvSpPr>
        <p:spPr bwMode="auto">
          <a:xfrm>
            <a:off x="3863975" y="260351"/>
            <a:ext cx="2952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a:t>
            </a:r>
            <a:r>
              <a:rPr kumimoji="1" lang="zh-CN" altLang="en-US" sz="2800" b="1">
                <a:solidFill>
                  <a:srgbClr val="007A77"/>
                </a:solidFill>
                <a:latin typeface="Times New Roman" panose="02020603050405020304" pitchFamily="18" charset="0"/>
                <a:ea typeface="楷体_GB2312" pitchFamily="49" charset="-122"/>
              </a:rPr>
              <a:t>）提出原假设</a:t>
            </a:r>
            <a:endParaRPr kumimoji="1" lang="zh-CN" altLang="en-US" sz="2800" b="1" i="1">
              <a:solidFill>
                <a:srgbClr val="007A77"/>
              </a:solidFill>
              <a:latin typeface="Times New Roman" panose="02020603050405020304" pitchFamily="18" charset="0"/>
              <a:ea typeface="楷体_GB2312" pitchFamily="49" charset="-122"/>
              <a:cs typeface="Times New Roman" panose="02020603050405020304" pitchFamily="18" charset="0"/>
            </a:endParaRPr>
          </a:p>
        </p:txBody>
      </p:sp>
      <p:sp>
        <p:nvSpPr>
          <p:cNvPr id="601101" name="Rectangle 13">
            <a:extLst>
              <a:ext uri="{FF2B5EF4-FFF2-40B4-BE49-F238E27FC236}">
                <a16:creationId xmlns:a16="http://schemas.microsoft.com/office/drawing/2014/main" id="{30931999-4E44-4CC5-93DE-15D93B3DCF5F}"/>
              </a:ext>
            </a:extLst>
          </p:cNvPr>
          <p:cNvSpPr>
            <a:spLocks noChangeArrowheads="1"/>
          </p:cNvSpPr>
          <p:nvPr/>
        </p:nvSpPr>
        <p:spPr bwMode="auto">
          <a:xfrm>
            <a:off x="1524000" y="3357563"/>
            <a:ext cx="2952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a:t>
            </a:r>
            <a:r>
              <a:rPr kumimoji="1" lang="en-US" altLang="zh-CN" sz="2800" b="1" i="1">
                <a:solidFill>
                  <a:srgbClr val="007A77"/>
                </a:solidFill>
                <a:latin typeface="Times New Roman" panose="02020603050405020304" pitchFamily="18" charset="0"/>
                <a:ea typeface="楷体_GB2312" pitchFamily="49" charset="-122"/>
              </a:rPr>
              <a:t>F </a:t>
            </a:r>
            <a:r>
              <a:rPr kumimoji="1" lang="zh-CN" altLang="en-US" sz="2800" b="1">
                <a:solidFill>
                  <a:srgbClr val="007A77"/>
                </a:solidFill>
                <a:latin typeface="Times New Roman" panose="02020603050405020304" pitchFamily="18" charset="0"/>
                <a:ea typeface="楷体_GB2312" pitchFamily="49" charset="-122"/>
              </a:rPr>
              <a:t>检验法：</a:t>
            </a:r>
            <a:endParaRPr kumimoji="1" lang="zh-CN" altLang="en-US" sz="2800" b="1" i="1">
              <a:solidFill>
                <a:srgbClr val="007A77"/>
              </a:solidFill>
              <a:latin typeface="Times New Roman" panose="02020603050405020304" pitchFamily="18" charset="0"/>
              <a:ea typeface="楷体_GB2312" pitchFamily="49" charset="-122"/>
              <a:cs typeface="Times New Roman" panose="02020603050405020304" pitchFamily="18" charset="0"/>
            </a:endParaRPr>
          </a:p>
        </p:txBody>
      </p:sp>
      <p:graphicFrame>
        <p:nvGraphicFramePr>
          <p:cNvPr id="601102" name="Object 14">
            <a:extLst>
              <a:ext uri="{FF2B5EF4-FFF2-40B4-BE49-F238E27FC236}">
                <a16:creationId xmlns:a16="http://schemas.microsoft.com/office/drawing/2014/main" id="{894054C3-F778-4731-8789-BBC8EBE87CEB}"/>
              </a:ext>
            </a:extLst>
          </p:cNvPr>
          <p:cNvGraphicFramePr>
            <a:graphicFrameLocks noChangeAspect="1"/>
          </p:cNvGraphicFramePr>
          <p:nvPr/>
        </p:nvGraphicFramePr>
        <p:xfrm>
          <a:off x="6564313" y="3286125"/>
          <a:ext cx="1490662" cy="458788"/>
        </p:xfrm>
        <a:graphic>
          <a:graphicData uri="http://schemas.openxmlformats.org/presentationml/2006/ole">
            <mc:AlternateContent xmlns:mc="http://schemas.openxmlformats.org/markup-compatibility/2006">
              <mc:Choice xmlns:v="urn:schemas-microsoft-com:vml" Requires="v">
                <p:oleObj spid="_x0000_s17423" name="公式" r:id="rId11" imgW="736560" imgH="228600" progId="Equation.3">
                  <p:embed/>
                </p:oleObj>
              </mc:Choice>
              <mc:Fallback>
                <p:oleObj name="公式" r:id="rId11" imgW="736560" imgH="228600" progId="Equation.3">
                  <p:embed/>
                  <p:pic>
                    <p:nvPicPr>
                      <p:cNvPr id="601102" name="Object 14">
                        <a:extLst>
                          <a:ext uri="{FF2B5EF4-FFF2-40B4-BE49-F238E27FC236}">
                            <a16:creationId xmlns:a16="http://schemas.microsoft.com/office/drawing/2014/main" id="{894054C3-F778-4731-8789-BBC8EBE87C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4313" y="3286125"/>
                        <a:ext cx="1490662" cy="458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1103" name="Rectangle 15">
            <a:extLst>
              <a:ext uri="{FF2B5EF4-FFF2-40B4-BE49-F238E27FC236}">
                <a16:creationId xmlns:a16="http://schemas.microsoft.com/office/drawing/2014/main" id="{DDD95037-5234-43E3-B041-D5319D21BDF2}"/>
              </a:ext>
            </a:extLst>
          </p:cNvPr>
          <p:cNvSpPr>
            <a:spLocks noChangeArrowheads="1"/>
          </p:cNvSpPr>
          <p:nvPr/>
        </p:nvSpPr>
        <p:spPr bwMode="auto">
          <a:xfrm>
            <a:off x="4837113" y="3862388"/>
            <a:ext cx="20875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601104" name="Object 16">
            <a:extLst>
              <a:ext uri="{FF2B5EF4-FFF2-40B4-BE49-F238E27FC236}">
                <a16:creationId xmlns:a16="http://schemas.microsoft.com/office/drawing/2014/main" id="{1A186BCF-BFB7-4D76-B017-E9B3329F586C}"/>
              </a:ext>
            </a:extLst>
          </p:cNvPr>
          <p:cNvGraphicFramePr>
            <a:graphicFrameLocks noChangeAspect="1"/>
          </p:cNvGraphicFramePr>
          <p:nvPr/>
        </p:nvGraphicFramePr>
        <p:xfrm>
          <a:off x="6492876" y="3933825"/>
          <a:ext cx="1465263" cy="433388"/>
        </p:xfrm>
        <a:graphic>
          <a:graphicData uri="http://schemas.openxmlformats.org/presentationml/2006/ole">
            <mc:AlternateContent xmlns:mc="http://schemas.openxmlformats.org/markup-compatibility/2006">
              <mc:Choice xmlns:v="urn:schemas-microsoft-com:vml" Requires="v">
                <p:oleObj spid="_x0000_s17424" name="公式" r:id="rId12" imgW="723600" imgH="215640" progId="Equation.3">
                  <p:embed/>
                </p:oleObj>
              </mc:Choice>
              <mc:Fallback>
                <p:oleObj name="公式" r:id="rId12" imgW="723600" imgH="215640" progId="Equation.3">
                  <p:embed/>
                  <p:pic>
                    <p:nvPicPr>
                      <p:cNvPr id="601104" name="Object 16">
                        <a:extLst>
                          <a:ext uri="{FF2B5EF4-FFF2-40B4-BE49-F238E27FC236}">
                            <a16:creationId xmlns:a16="http://schemas.microsoft.com/office/drawing/2014/main" id="{1A186BCF-BFB7-4D76-B017-E9B3329F586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92876" y="3933825"/>
                        <a:ext cx="1465263"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1105" name="Rectangle 17">
            <a:extLst>
              <a:ext uri="{FF2B5EF4-FFF2-40B4-BE49-F238E27FC236}">
                <a16:creationId xmlns:a16="http://schemas.microsoft.com/office/drawing/2014/main" id="{70A1616C-4BFF-4A8F-B8FA-99A2DD64A7C4}"/>
              </a:ext>
            </a:extLst>
          </p:cNvPr>
          <p:cNvSpPr>
            <a:spLocks noChangeArrowheads="1"/>
          </p:cNvSpPr>
          <p:nvPr/>
        </p:nvSpPr>
        <p:spPr bwMode="auto">
          <a:xfrm>
            <a:off x="3684588" y="3286126"/>
            <a:ext cx="2952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a:t>
            </a:r>
            <a:r>
              <a:rPr kumimoji="1" lang="zh-CN" altLang="en-US" sz="2800" b="1">
                <a:solidFill>
                  <a:srgbClr val="007A77"/>
                </a:solidFill>
                <a:latin typeface="Times New Roman" panose="02020603050405020304" pitchFamily="18" charset="0"/>
                <a:ea typeface="楷体_GB2312" pitchFamily="49" charset="-122"/>
              </a:rPr>
              <a:t>）提出原假设</a:t>
            </a:r>
            <a:endParaRPr kumimoji="1" lang="zh-CN" altLang="en-US" sz="2800" b="1" i="1">
              <a:solidFill>
                <a:srgbClr val="007A77"/>
              </a:solidFill>
              <a:latin typeface="Times New Roman" panose="02020603050405020304" pitchFamily="18" charset="0"/>
              <a:ea typeface="楷体_GB2312" pitchFamily="49" charset="-122"/>
              <a:cs typeface="Times New Roman" panose="02020603050405020304" pitchFamily="18" charset="0"/>
            </a:endParaRPr>
          </a:p>
        </p:txBody>
      </p:sp>
      <p:sp>
        <p:nvSpPr>
          <p:cNvPr id="601106" name="Rectangle 18">
            <a:extLst>
              <a:ext uri="{FF2B5EF4-FFF2-40B4-BE49-F238E27FC236}">
                <a16:creationId xmlns:a16="http://schemas.microsoft.com/office/drawing/2014/main" id="{CBBBA542-2E3E-4698-A5FD-7BBCF5AF0FB3}"/>
              </a:ext>
            </a:extLst>
          </p:cNvPr>
          <p:cNvSpPr>
            <a:spLocks noChangeArrowheads="1"/>
          </p:cNvSpPr>
          <p:nvPr/>
        </p:nvSpPr>
        <p:spPr bwMode="auto">
          <a:xfrm>
            <a:off x="1847851" y="4797426"/>
            <a:ext cx="39608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）取检验统计量</a:t>
            </a:r>
          </a:p>
        </p:txBody>
      </p:sp>
      <p:graphicFrame>
        <p:nvGraphicFramePr>
          <p:cNvPr id="601107" name="Object 19">
            <a:extLst>
              <a:ext uri="{FF2B5EF4-FFF2-40B4-BE49-F238E27FC236}">
                <a16:creationId xmlns:a16="http://schemas.microsoft.com/office/drawing/2014/main" id="{7D0A8D8F-1FF5-4762-A392-EB67752D3F49}"/>
              </a:ext>
            </a:extLst>
          </p:cNvPr>
          <p:cNvGraphicFramePr>
            <a:graphicFrameLocks noChangeAspect="1"/>
          </p:cNvGraphicFramePr>
          <p:nvPr/>
        </p:nvGraphicFramePr>
        <p:xfrm>
          <a:off x="5375275" y="4508501"/>
          <a:ext cx="1493838" cy="898525"/>
        </p:xfrm>
        <a:graphic>
          <a:graphicData uri="http://schemas.openxmlformats.org/presentationml/2006/ole">
            <mc:AlternateContent xmlns:mc="http://schemas.openxmlformats.org/markup-compatibility/2006">
              <mc:Choice xmlns:v="urn:schemas-microsoft-com:vml" Requires="v">
                <p:oleObj spid="_x0000_s17425" name="公式" r:id="rId13" imgW="736560" imgH="444240" progId="Equation.3">
                  <p:embed/>
                </p:oleObj>
              </mc:Choice>
              <mc:Fallback>
                <p:oleObj name="公式" r:id="rId13" imgW="736560" imgH="444240" progId="Equation.3">
                  <p:embed/>
                  <p:pic>
                    <p:nvPicPr>
                      <p:cNvPr id="601107" name="Object 19">
                        <a:extLst>
                          <a:ext uri="{FF2B5EF4-FFF2-40B4-BE49-F238E27FC236}">
                            <a16:creationId xmlns:a16="http://schemas.microsoft.com/office/drawing/2014/main" id="{7D0A8D8F-1FF5-4762-A392-EB67752D3F4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75275" y="4508501"/>
                        <a:ext cx="1493838"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1108" name="Object 20">
            <a:extLst>
              <a:ext uri="{FF2B5EF4-FFF2-40B4-BE49-F238E27FC236}">
                <a16:creationId xmlns:a16="http://schemas.microsoft.com/office/drawing/2014/main" id="{550A62DF-A832-4E0D-B91D-2F568CD2F598}"/>
              </a:ext>
            </a:extLst>
          </p:cNvPr>
          <p:cNvGraphicFramePr>
            <a:graphicFrameLocks noChangeAspect="1"/>
          </p:cNvGraphicFramePr>
          <p:nvPr/>
        </p:nvGraphicFramePr>
        <p:xfrm>
          <a:off x="6959600" y="4581526"/>
          <a:ext cx="1441450" cy="873125"/>
        </p:xfrm>
        <a:graphic>
          <a:graphicData uri="http://schemas.openxmlformats.org/presentationml/2006/ole">
            <mc:AlternateContent xmlns:mc="http://schemas.openxmlformats.org/markup-compatibility/2006">
              <mc:Choice xmlns:v="urn:schemas-microsoft-com:vml" Requires="v">
                <p:oleObj spid="_x0000_s17426" name="公式" r:id="rId15" imgW="711000" imgH="431640" progId="Equation.3">
                  <p:embed/>
                </p:oleObj>
              </mc:Choice>
              <mc:Fallback>
                <p:oleObj name="公式" r:id="rId15" imgW="711000" imgH="431640" progId="Equation.3">
                  <p:embed/>
                  <p:pic>
                    <p:nvPicPr>
                      <p:cNvPr id="601108" name="Object 20">
                        <a:extLst>
                          <a:ext uri="{FF2B5EF4-FFF2-40B4-BE49-F238E27FC236}">
                            <a16:creationId xmlns:a16="http://schemas.microsoft.com/office/drawing/2014/main" id="{550A62DF-A832-4E0D-B91D-2F568CD2F598}"/>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959600" y="4581526"/>
                        <a:ext cx="1441450"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1109" name="Rectangle 21">
            <a:extLst>
              <a:ext uri="{FF2B5EF4-FFF2-40B4-BE49-F238E27FC236}">
                <a16:creationId xmlns:a16="http://schemas.microsoft.com/office/drawing/2014/main" id="{18C68CDC-197B-4F7A-BDAE-0442D56B8BA1}"/>
              </a:ext>
            </a:extLst>
          </p:cNvPr>
          <p:cNvSpPr>
            <a:spLocks noChangeArrowheads="1"/>
          </p:cNvSpPr>
          <p:nvPr/>
        </p:nvSpPr>
        <p:spPr bwMode="auto">
          <a:xfrm>
            <a:off x="1992314" y="5734051"/>
            <a:ext cx="36718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3</a:t>
            </a:r>
            <a:r>
              <a:rPr kumimoji="1" lang="zh-CN" altLang="en-US" sz="2800" b="1">
                <a:solidFill>
                  <a:srgbClr val="007A77"/>
                </a:solidFill>
                <a:latin typeface="Times New Roman" panose="02020603050405020304" pitchFamily="18" charset="0"/>
                <a:ea typeface="楷体_GB2312" pitchFamily="49" charset="-122"/>
              </a:rPr>
              <a:t>）则拒绝域为</a:t>
            </a:r>
          </a:p>
        </p:txBody>
      </p:sp>
      <p:graphicFrame>
        <p:nvGraphicFramePr>
          <p:cNvPr id="601110" name="Object 22">
            <a:extLst>
              <a:ext uri="{FF2B5EF4-FFF2-40B4-BE49-F238E27FC236}">
                <a16:creationId xmlns:a16="http://schemas.microsoft.com/office/drawing/2014/main" id="{76C82A0D-E997-4FB6-8DC9-5CDB9B96843F}"/>
              </a:ext>
            </a:extLst>
          </p:cNvPr>
          <p:cNvGraphicFramePr>
            <a:graphicFrameLocks noChangeAspect="1"/>
          </p:cNvGraphicFramePr>
          <p:nvPr/>
        </p:nvGraphicFramePr>
        <p:xfrm>
          <a:off x="5087939" y="5805488"/>
          <a:ext cx="3349625" cy="493712"/>
        </p:xfrm>
        <a:graphic>
          <a:graphicData uri="http://schemas.openxmlformats.org/presentationml/2006/ole">
            <mc:AlternateContent xmlns:mc="http://schemas.openxmlformats.org/markup-compatibility/2006">
              <mc:Choice xmlns:v="urn:schemas-microsoft-com:vml" Requires="v">
                <p:oleObj spid="_x0000_s17427" name="公式" r:id="rId17" imgW="1562040" imgH="228600" progId="Equation.3">
                  <p:embed/>
                </p:oleObj>
              </mc:Choice>
              <mc:Fallback>
                <p:oleObj name="公式" r:id="rId17" imgW="1562040" imgH="228600" progId="Equation.3">
                  <p:embed/>
                  <p:pic>
                    <p:nvPicPr>
                      <p:cNvPr id="601110" name="Object 22">
                        <a:extLst>
                          <a:ext uri="{FF2B5EF4-FFF2-40B4-BE49-F238E27FC236}">
                            <a16:creationId xmlns:a16="http://schemas.microsoft.com/office/drawing/2014/main" id="{76C82A0D-E997-4FB6-8DC9-5CDB9B96843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87939" y="5805488"/>
                        <a:ext cx="3349625" cy="493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01092"/>
                                        </p:tgtEl>
                                        <p:attrNameLst>
                                          <p:attrName>style.visibility</p:attrName>
                                        </p:attrNameLst>
                                      </p:cBhvr>
                                      <p:to>
                                        <p:strVal val="visible"/>
                                      </p:to>
                                    </p:set>
                                    <p:animEffect transition="in" filter="wipe(left)">
                                      <p:cBhvr>
                                        <p:cTn id="7" dur="1000"/>
                                        <p:tgtEl>
                                          <p:spTgt spid="601092"/>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601100"/>
                                        </p:tgtEl>
                                        <p:attrNameLst>
                                          <p:attrName>style.visibility</p:attrName>
                                        </p:attrNameLst>
                                      </p:cBhvr>
                                      <p:to>
                                        <p:strVal val="visible"/>
                                      </p:to>
                                    </p:set>
                                    <p:animEffect transition="in" filter="wipe(left)">
                                      <p:cBhvr>
                                        <p:cTn id="11" dur="1000"/>
                                        <p:tgtEl>
                                          <p:spTgt spid="601100"/>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601093"/>
                                        </p:tgtEl>
                                        <p:attrNameLst>
                                          <p:attrName>style.visibility</p:attrName>
                                        </p:attrNameLst>
                                      </p:cBhvr>
                                      <p:to>
                                        <p:strVal val="visible"/>
                                      </p:to>
                                    </p:set>
                                    <p:animEffect transition="in" filter="wipe(left)">
                                      <p:cBhvr>
                                        <p:cTn id="15" dur="1000"/>
                                        <p:tgtEl>
                                          <p:spTgt spid="601093"/>
                                        </p:tgtEl>
                                      </p:cBhvr>
                                    </p:animEffect>
                                  </p:childTnLst>
                                </p:cTn>
                              </p:par>
                            </p:childTnLst>
                          </p:cTn>
                        </p:par>
                        <p:par>
                          <p:cTn id="16" fill="hold" nodeType="afterGroup">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601094"/>
                                        </p:tgtEl>
                                        <p:attrNameLst>
                                          <p:attrName>style.visibility</p:attrName>
                                        </p:attrNameLst>
                                      </p:cBhvr>
                                      <p:to>
                                        <p:strVal val="visible"/>
                                      </p:to>
                                    </p:set>
                                    <p:animEffect transition="in" filter="wipe(left)">
                                      <p:cBhvr>
                                        <p:cTn id="19" dur="1000"/>
                                        <p:tgtEl>
                                          <p:spTgt spid="601094"/>
                                        </p:tgtEl>
                                      </p:cBhvr>
                                    </p:animEffect>
                                  </p:childTnLst>
                                </p:cTn>
                              </p:par>
                            </p:childTnLst>
                          </p:cTn>
                        </p:par>
                        <p:par>
                          <p:cTn id="20" fill="hold" nodeType="afterGroup">
                            <p:stCondLst>
                              <p:cond delay="4000"/>
                            </p:stCondLst>
                            <p:childTnLst>
                              <p:par>
                                <p:cTn id="21" presetID="22" presetClass="entr" presetSubtype="8" fill="hold" nodeType="afterEffect">
                                  <p:stCondLst>
                                    <p:cond delay="0"/>
                                  </p:stCondLst>
                                  <p:childTnLst>
                                    <p:set>
                                      <p:cBhvr>
                                        <p:cTn id="22" dur="1" fill="hold">
                                          <p:stCondLst>
                                            <p:cond delay="0"/>
                                          </p:stCondLst>
                                        </p:cTn>
                                        <p:tgtEl>
                                          <p:spTgt spid="601095"/>
                                        </p:tgtEl>
                                        <p:attrNameLst>
                                          <p:attrName>style.visibility</p:attrName>
                                        </p:attrNameLst>
                                      </p:cBhvr>
                                      <p:to>
                                        <p:strVal val="visible"/>
                                      </p:to>
                                    </p:set>
                                    <p:animEffect transition="in" filter="wipe(left)">
                                      <p:cBhvr>
                                        <p:cTn id="23" dur="1000"/>
                                        <p:tgtEl>
                                          <p:spTgt spid="60109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01096"/>
                                        </p:tgtEl>
                                        <p:attrNameLst>
                                          <p:attrName>style.visibility</p:attrName>
                                        </p:attrNameLst>
                                      </p:cBhvr>
                                      <p:to>
                                        <p:strVal val="visible"/>
                                      </p:to>
                                    </p:set>
                                    <p:animEffect transition="in" filter="wipe(left)">
                                      <p:cBhvr>
                                        <p:cTn id="28" dur="1000"/>
                                        <p:tgtEl>
                                          <p:spTgt spid="601096"/>
                                        </p:tgtEl>
                                      </p:cBhvr>
                                    </p:animEffect>
                                  </p:childTnLst>
                                </p:cTn>
                              </p:par>
                            </p:childTnLst>
                          </p:cTn>
                        </p:par>
                        <p:par>
                          <p:cTn id="29" fill="hold" nodeType="afterGroup">
                            <p:stCondLst>
                              <p:cond delay="1000"/>
                            </p:stCondLst>
                            <p:childTnLst>
                              <p:par>
                                <p:cTn id="30" presetID="22" presetClass="entr" presetSubtype="8" fill="hold" nodeType="afterEffect">
                                  <p:stCondLst>
                                    <p:cond delay="0"/>
                                  </p:stCondLst>
                                  <p:childTnLst>
                                    <p:set>
                                      <p:cBhvr>
                                        <p:cTn id="31" dur="1" fill="hold">
                                          <p:stCondLst>
                                            <p:cond delay="0"/>
                                          </p:stCondLst>
                                        </p:cTn>
                                        <p:tgtEl>
                                          <p:spTgt spid="601097"/>
                                        </p:tgtEl>
                                        <p:attrNameLst>
                                          <p:attrName>style.visibility</p:attrName>
                                        </p:attrNameLst>
                                      </p:cBhvr>
                                      <p:to>
                                        <p:strVal val="visible"/>
                                      </p:to>
                                    </p:set>
                                    <p:animEffect transition="in" filter="wipe(left)">
                                      <p:cBhvr>
                                        <p:cTn id="32" dur="1000"/>
                                        <p:tgtEl>
                                          <p:spTgt spid="60109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01098"/>
                                        </p:tgtEl>
                                        <p:attrNameLst>
                                          <p:attrName>style.visibility</p:attrName>
                                        </p:attrNameLst>
                                      </p:cBhvr>
                                      <p:to>
                                        <p:strVal val="visible"/>
                                      </p:to>
                                    </p:set>
                                    <p:animEffect transition="in" filter="wipe(left)">
                                      <p:cBhvr>
                                        <p:cTn id="37" dur="1000"/>
                                        <p:tgtEl>
                                          <p:spTgt spid="601098"/>
                                        </p:tgtEl>
                                      </p:cBhvr>
                                    </p:animEffect>
                                  </p:childTnLst>
                                </p:cTn>
                              </p:par>
                            </p:childTnLst>
                          </p:cTn>
                        </p:par>
                        <p:par>
                          <p:cTn id="38" fill="hold" nodeType="afterGroup">
                            <p:stCondLst>
                              <p:cond delay="1000"/>
                            </p:stCondLst>
                            <p:childTnLst>
                              <p:par>
                                <p:cTn id="39" presetID="22" presetClass="entr" presetSubtype="8" fill="hold" nodeType="afterEffect">
                                  <p:stCondLst>
                                    <p:cond delay="0"/>
                                  </p:stCondLst>
                                  <p:childTnLst>
                                    <p:set>
                                      <p:cBhvr>
                                        <p:cTn id="40" dur="1" fill="hold">
                                          <p:stCondLst>
                                            <p:cond delay="0"/>
                                          </p:stCondLst>
                                        </p:cTn>
                                        <p:tgtEl>
                                          <p:spTgt spid="601099"/>
                                        </p:tgtEl>
                                        <p:attrNameLst>
                                          <p:attrName>style.visibility</p:attrName>
                                        </p:attrNameLst>
                                      </p:cBhvr>
                                      <p:to>
                                        <p:strVal val="visible"/>
                                      </p:to>
                                    </p:set>
                                    <p:animEffect transition="in" filter="wipe(left)">
                                      <p:cBhvr>
                                        <p:cTn id="41" dur="1000"/>
                                        <p:tgtEl>
                                          <p:spTgt spid="60109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601101"/>
                                        </p:tgtEl>
                                        <p:attrNameLst>
                                          <p:attrName>style.visibility</p:attrName>
                                        </p:attrNameLst>
                                      </p:cBhvr>
                                      <p:to>
                                        <p:strVal val="visible"/>
                                      </p:to>
                                    </p:set>
                                    <p:animEffect transition="in" filter="wipe(left)">
                                      <p:cBhvr>
                                        <p:cTn id="46" dur="1000"/>
                                        <p:tgtEl>
                                          <p:spTgt spid="601101"/>
                                        </p:tgtEl>
                                      </p:cBhvr>
                                    </p:animEffect>
                                  </p:childTnLst>
                                </p:cTn>
                              </p:par>
                            </p:childTnLst>
                          </p:cTn>
                        </p:par>
                        <p:par>
                          <p:cTn id="47" fill="hold" nodeType="afterGroup">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601105"/>
                                        </p:tgtEl>
                                        <p:attrNameLst>
                                          <p:attrName>style.visibility</p:attrName>
                                        </p:attrNameLst>
                                      </p:cBhvr>
                                      <p:to>
                                        <p:strVal val="visible"/>
                                      </p:to>
                                    </p:set>
                                    <p:animEffect transition="in" filter="wipe(left)">
                                      <p:cBhvr>
                                        <p:cTn id="50" dur="1000"/>
                                        <p:tgtEl>
                                          <p:spTgt spid="601105"/>
                                        </p:tgtEl>
                                      </p:cBhvr>
                                    </p:animEffect>
                                  </p:childTnLst>
                                </p:cTn>
                              </p:par>
                            </p:childTnLst>
                          </p:cTn>
                        </p:par>
                        <p:par>
                          <p:cTn id="51" fill="hold" nodeType="afterGroup">
                            <p:stCondLst>
                              <p:cond delay="2000"/>
                            </p:stCondLst>
                            <p:childTnLst>
                              <p:par>
                                <p:cTn id="52" presetID="22" presetClass="entr" presetSubtype="8" fill="hold" nodeType="afterEffect">
                                  <p:stCondLst>
                                    <p:cond delay="0"/>
                                  </p:stCondLst>
                                  <p:childTnLst>
                                    <p:set>
                                      <p:cBhvr>
                                        <p:cTn id="53" dur="1" fill="hold">
                                          <p:stCondLst>
                                            <p:cond delay="0"/>
                                          </p:stCondLst>
                                        </p:cTn>
                                        <p:tgtEl>
                                          <p:spTgt spid="601102"/>
                                        </p:tgtEl>
                                        <p:attrNameLst>
                                          <p:attrName>style.visibility</p:attrName>
                                        </p:attrNameLst>
                                      </p:cBhvr>
                                      <p:to>
                                        <p:strVal val="visible"/>
                                      </p:to>
                                    </p:set>
                                    <p:animEffect transition="in" filter="wipe(left)">
                                      <p:cBhvr>
                                        <p:cTn id="54" dur="1000"/>
                                        <p:tgtEl>
                                          <p:spTgt spid="601102"/>
                                        </p:tgtEl>
                                      </p:cBhvr>
                                    </p:animEffect>
                                  </p:childTnLst>
                                </p:cTn>
                              </p:par>
                            </p:childTnLst>
                          </p:cTn>
                        </p:par>
                        <p:par>
                          <p:cTn id="55" fill="hold" nodeType="afterGroup">
                            <p:stCondLst>
                              <p:cond delay="3000"/>
                            </p:stCondLst>
                            <p:childTnLst>
                              <p:par>
                                <p:cTn id="56" presetID="22" presetClass="entr" presetSubtype="8" fill="hold" grpId="0" nodeType="afterEffect">
                                  <p:stCondLst>
                                    <p:cond delay="0"/>
                                  </p:stCondLst>
                                  <p:childTnLst>
                                    <p:set>
                                      <p:cBhvr>
                                        <p:cTn id="57" dur="1" fill="hold">
                                          <p:stCondLst>
                                            <p:cond delay="0"/>
                                          </p:stCondLst>
                                        </p:cTn>
                                        <p:tgtEl>
                                          <p:spTgt spid="601103"/>
                                        </p:tgtEl>
                                        <p:attrNameLst>
                                          <p:attrName>style.visibility</p:attrName>
                                        </p:attrNameLst>
                                      </p:cBhvr>
                                      <p:to>
                                        <p:strVal val="visible"/>
                                      </p:to>
                                    </p:set>
                                    <p:animEffect transition="in" filter="wipe(left)">
                                      <p:cBhvr>
                                        <p:cTn id="58" dur="1000"/>
                                        <p:tgtEl>
                                          <p:spTgt spid="601103"/>
                                        </p:tgtEl>
                                      </p:cBhvr>
                                    </p:animEffect>
                                  </p:childTnLst>
                                </p:cTn>
                              </p:par>
                            </p:childTnLst>
                          </p:cTn>
                        </p:par>
                        <p:par>
                          <p:cTn id="59" fill="hold" nodeType="afterGroup">
                            <p:stCondLst>
                              <p:cond delay="4000"/>
                            </p:stCondLst>
                            <p:childTnLst>
                              <p:par>
                                <p:cTn id="60" presetID="22" presetClass="entr" presetSubtype="8" fill="hold" nodeType="afterEffect">
                                  <p:stCondLst>
                                    <p:cond delay="0"/>
                                  </p:stCondLst>
                                  <p:childTnLst>
                                    <p:set>
                                      <p:cBhvr>
                                        <p:cTn id="61" dur="1" fill="hold">
                                          <p:stCondLst>
                                            <p:cond delay="0"/>
                                          </p:stCondLst>
                                        </p:cTn>
                                        <p:tgtEl>
                                          <p:spTgt spid="601104"/>
                                        </p:tgtEl>
                                        <p:attrNameLst>
                                          <p:attrName>style.visibility</p:attrName>
                                        </p:attrNameLst>
                                      </p:cBhvr>
                                      <p:to>
                                        <p:strVal val="visible"/>
                                      </p:to>
                                    </p:set>
                                    <p:animEffect transition="in" filter="wipe(left)">
                                      <p:cBhvr>
                                        <p:cTn id="62" dur="1000"/>
                                        <p:tgtEl>
                                          <p:spTgt spid="60110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601106"/>
                                        </p:tgtEl>
                                        <p:attrNameLst>
                                          <p:attrName>style.visibility</p:attrName>
                                        </p:attrNameLst>
                                      </p:cBhvr>
                                      <p:to>
                                        <p:strVal val="visible"/>
                                      </p:to>
                                    </p:set>
                                    <p:animEffect transition="in" filter="wipe(left)">
                                      <p:cBhvr>
                                        <p:cTn id="67" dur="1000"/>
                                        <p:tgtEl>
                                          <p:spTgt spid="601106"/>
                                        </p:tgtEl>
                                      </p:cBhvr>
                                    </p:animEffect>
                                  </p:childTnLst>
                                </p:cTn>
                              </p:par>
                            </p:childTnLst>
                          </p:cTn>
                        </p:par>
                        <p:par>
                          <p:cTn id="68" fill="hold" nodeType="afterGroup">
                            <p:stCondLst>
                              <p:cond delay="1000"/>
                            </p:stCondLst>
                            <p:childTnLst>
                              <p:par>
                                <p:cTn id="69" presetID="22" presetClass="entr" presetSubtype="8" fill="hold" nodeType="afterEffect">
                                  <p:stCondLst>
                                    <p:cond delay="0"/>
                                  </p:stCondLst>
                                  <p:childTnLst>
                                    <p:set>
                                      <p:cBhvr>
                                        <p:cTn id="70" dur="1" fill="hold">
                                          <p:stCondLst>
                                            <p:cond delay="0"/>
                                          </p:stCondLst>
                                        </p:cTn>
                                        <p:tgtEl>
                                          <p:spTgt spid="601107"/>
                                        </p:tgtEl>
                                        <p:attrNameLst>
                                          <p:attrName>style.visibility</p:attrName>
                                        </p:attrNameLst>
                                      </p:cBhvr>
                                      <p:to>
                                        <p:strVal val="visible"/>
                                      </p:to>
                                    </p:set>
                                    <p:animEffect transition="in" filter="wipe(left)">
                                      <p:cBhvr>
                                        <p:cTn id="71" dur="1000"/>
                                        <p:tgtEl>
                                          <p:spTgt spid="601107"/>
                                        </p:tgtEl>
                                      </p:cBhvr>
                                    </p:animEffect>
                                  </p:childTnLst>
                                </p:cTn>
                              </p:par>
                            </p:childTnLst>
                          </p:cTn>
                        </p:par>
                        <p:par>
                          <p:cTn id="72" fill="hold" nodeType="afterGroup">
                            <p:stCondLst>
                              <p:cond delay="2000"/>
                            </p:stCondLst>
                            <p:childTnLst>
                              <p:par>
                                <p:cTn id="73" presetID="22" presetClass="entr" presetSubtype="8" fill="hold" nodeType="afterEffect">
                                  <p:stCondLst>
                                    <p:cond delay="0"/>
                                  </p:stCondLst>
                                  <p:childTnLst>
                                    <p:set>
                                      <p:cBhvr>
                                        <p:cTn id="74" dur="1" fill="hold">
                                          <p:stCondLst>
                                            <p:cond delay="0"/>
                                          </p:stCondLst>
                                        </p:cTn>
                                        <p:tgtEl>
                                          <p:spTgt spid="601108"/>
                                        </p:tgtEl>
                                        <p:attrNameLst>
                                          <p:attrName>style.visibility</p:attrName>
                                        </p:attrNameLst>
                                      </p:cBhvr>
                                      <p:to>
                                        <p:strVal val="visible"/>
                                      </p:to>
                                    </p:set>
                                    <p:animEffect transition="in" filter="wipe(left)">
                                      <p:cBhvr>
                                        <p:cTn id="75" dur="1000"/>
                                        <p:tgtEl>
                                          <p:spTgt spid="601108"/>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601109"/>
                                        </p:tgtEl>
                                        <p:attrNameLst>
                                          <p:attrName>style.visibility</p:attrName>
                                        </p:attrNameLst>
                                      </p:cBhvr>
                                      <p:to>
                                        <p:strVal val="visible"/>
                                      </p:to>
                                    </p:set>
                                    <p:animEffect transition="in" filter="wipe(left)">
                                      <p:cBhvr>
                                        <p:cTn id="80" dur="1000"/>
                                        <p:tgtEl>
                                          <p:spTgt spid="601109"/>
                                        </p:tgtEl>
                                      </p:cBhvr>
                                    </p:animEffect>
                                  </p:childTnLst>
                                </p:cTn>
                              </p:par>
                            </p:childTnLst>
                          </p:cTn>
                        </p:par>
                        <p:par>
                          <p:cTn id="81" fill="hold" nodeType="afterGroup">
                            <p:stCondLst>
                              <p:cond delay="1000"/>
                            </p:stCondLst>
                            <p:childTnLst>
                              <p:par>
                                <p:cTn id="82" presetID="22" presetClass="entr" presetSubtype="8" fill="hold" nodeType="afterEffect">
                                  <p:stCondLst>
                                    <p:cond delay="0"/>
                                  </p:stCondLst>
                                  <p:childTnLst>
                                    <p:set>
                                      <p:cBhvr>
                                        <p:cTn id="83" dur="1" fill="hold">
                                          <p:stCondLst>
                                            <p:cond delay="0"/>
                                          </p:stCondLst>
                                        </p:cTn>
                                        <p:tgtEl>
                                          <p:spTgt spid="601110"/>
                                        </p:tgtEl>
                                        <p:attrNameLst>
                                          <p:attrName>style.visibility</p:attrName>
                                        </p:attrNameLst>
                                      </p:cBhvr>
                                      <p:to>
                                        <p:strVal val="visible"/>
                                      </p:to>
                                    </p:set>
                                    <p:animEffect transition="in" filter="wipe(left)">
                                      <p:cBhvr>
                                        <p:cTn id="84" dur="1000"/>
                                        <p:tgtEl>
                                          <p:spTgt spid="601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1092" grpId="0"/>
      <p:bldP spid="601094" grpId="0"/>
      <p:bldP spid="601096" grpId="0"/>
      <p:bldP spid="601098" grpId="0"/>
      <p:bldP spid="601100" grpId="0"/>
      <p:bldP spid="601101" grpId="0"/>
      <p:bldP spid="601103" grpId="0"/>
      <p:bldP spid="601105" grpId="0"/>
      <p:bldP spid="601106" grpId="0"/>
      <p:bldP spid="60110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a:extLst>
              <a:ext uri="{FF2B5EF4-FFF2-40B4-BE49-F238E27FC236}">
                <a16:creationId xmlns:a16="http://schemas.microsoft.com/office/drawing/2014/main" id="{780DF5CA-E43A-4ED9-9D23-60D2DDEF1774}"/>
              </a:ext>
            </a:extLst>
          </p:cNvPr>
          <p:cNvSpPr>
            <a:spLocks noChangeArrowheads="1"/>
          </p:cNvSpPr>
          <p:nvPr/>
        </p:nvSpPr>
        <p:spPr bwMode="auto">
          <a:xfrm>
            <a:off x="1524000" y="981076"/>
            <a:ext cx="9144000" cy="1400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3. </a:t>
            </a:r>
            <a:r>
              <a:rPr kumimoji="1" lang="zh-CN" altLang="en-US" sz="2800" b="1">
                <a:solidFill>
                  <a:srgbClr val="007A77"/>
                </a:solidFill>
                <a:latin typeface="Times New Roman" panose="02020603050405020304" pitchFamily="18" charset="0"/>
                <a:ea typeface="楷体_GB2312" pitchFamily="49" charset="-122"/>
              </a:rPr>
              <a:t>某地区第</a:t>
            </a:r>
            <a:r>
              <a:rPr kumimoji="1" lang="en-US" altLang="zh-CN" sz="2800" b="1">
                <a:solidFill>
                  <a:srgbClr val="007A77"/>
                </a:solidFill>
                <a:latin typeface="Times New Roman" panose="02020603050405020304" pitchFamily="18" charset="0"/>
                <a:ea typeface="楷体_GB2312" pitchFamily="49" charset="-122"/>
              </a:rPr>
              <a:t>1</a:t>
            </a:r>
            <a:r>
              <a:rPr kumimoji="1" lang="zh-CN" altLang="en-US" sz="2800" b="1">
                <a:solidFill>
                  <a:srgbClr val="007A77"/>
                </a:solidFill>
                <a:latin typeface="Times New Roman" panose="02020603050405020304" pitchFamily="18" charset="0"/>
                <a:ea typeface="楷体_GB2312" pitchFamily="49" charset="-122"/>
              </a:rPr>
              <a:t>年到第</a:t>
            </a:r>
            <a:r>
              <a:rPr kumimoji="1" lang="en-US" altLang="zh-CN" sz="2800" b="1">
                <a:solidFill>
                  <a:srgbClr val="007A77"/>
                </a:solidFill>
                <a:latin typeface="Times New Roman" panose="02020603050405020304" pitchFamily="18" charset="0"/>
                <a:ea typeface="楷体_GB2312" pitchFamily="49" charset="-122"/>
              </a:rPr>
              <a:t>6</a:t>
            </a:r>
            <a:r>
              <a:rPr kumimoji="1" lang="zh-CN" altLang="en-US" sz="2800" b="1">
                <a:solidFill>
                  <a:srgbClr val="007A77"/>
                </a:solidFill>
                <a:latin typeface="Times New Roman" panose="02020603050405020304" pitchFamily="18" charset="0"/>
                <a:ea typeface="楷体_GB2312" pitchFamily="49" charset="-122"/>
              </a:rPr>
              <a:t>年的用电量 </a:t>
            </a:r>
            <a:r>
              <a:rPr kumimoji="1" lang="en-US" altLang="zh-CN" sz="2800" b="1" i="1">
                <a:solidFill>
                  <a:srgbClr val="007A77"/>
                </a:solidFill>
                <a:latin typeface="Times New Roman" panose="02020603050405020304" pitchFamily="18" charset="0"/>
                <a:ea typeface="楷体_GB2312" pitchFamily="49" charset="-122"/>
              </a:rPr>
              <a:t>y </a:t>
            </a:r>
            <a:r>
              <a:rPr kumimoji="1" lang="zh-CN" altLang="en-US" sz="2800" b="1">
                <a:solidFill>
                  <a:srgbClr val="007A77"/>
                </a:solidFill>
                <a:latin typeface="Times New Roman" panose="02020603050405020304" pitchFamily="18" charset="0"/>
                <a:ea typeface="楷体_GB2312" pitchFamily="49" charset="-122"/>
              </a:rPr>
              <a:t>（单位：亿度）与年次 </a:t>
            </a:r>
            <a:r>
              <a:rPr kumimoji="1" lang="en-US" altLang="zh-CN" sz="2800" b="1" i="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的统计数据如下：</a:t>
            </a:r>
          </a:p>
        </p:txBody>
      </p:sp>
      <p:graphicFrame>
        <p:nvGraphicFramePr>
          <p:cNvPr id="602131" name="Group 19">
            <a:extLst>
              <a:ext uri="{FF2B5EF4-FFF2-40B4-BE49-F238E27FC236}">
                <a16:creationId xmlns:a16="http://schemas.microsoft.com/office/drawing/2014/main" id="{7530006A-708B-4976-8A58-E5C2E489C84B}"/>
              </a:ext>
            </a:extLst>
          </p:cNvPr>
          <p:cNvGraphicFramePr>
            <a:graphicFrameLocks noGrp="1"/>
          </p:cNvGraphicFramePr>
          <p:nvPr/>
        </p:nvGraphicFramePr>
        <p:xfrm>
          <a:off x="1992314" y="2708275"/>
          <a:ext cx="8351837" cy="1036320"/>
        </p:xfrm>
        <a:graphic>
          <a:graphicData uri="http://schemas.openxmlformats.org/drawingml/2006/table">
            <a:tbl>
              <a:tblPr/>
              <a:tblGrid>
                <a:gridCol w="1611312">
                  <a:extLst>
                    <a:ext uri="{9D8B030D-6E8A-4147-A177-3AD203B41FA5}">
                      <a16:colId xmlns:a16="http://schemas.microsoft.com/office/drawing/2014/main" val="2648698207"/>
                    </a:ext>
                  </a:extLst>
                </a:gridCol>
                <a:gridCol w="6740525">
                  <a:extLst>
                    <a:ext uri="{9D8B030D-6E8A-4147-A177-3AD203B41FA5}">
                      <a16:colId xmlns:a16="http://schemas.microsoft.com/office/drawing/2014/main" val="2194380934"/>
                    </a:ext>
                  </a:extLst>
                </a:gridCol>
              </a:tblGrid>
              <a:tr h="361950">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rPr>
                        <a:t>年次</a:t>
                      </a:r>
                      <a:r>
                        <a:rPr kumimoji="0" lang="en-US" altLang="zh-CN" sz="2800" b="1" i="1" u="none" strike="noStrike" cap="none" normalizeH="0" baseline="0">
                          <a:ln>
                            <a:noFill/>
                          </a:ln>
                          <a:solidFill>
                            <a:schemeClr val="tx1"/>
                          </a:solidFill>
                          <a:effectLst/>
                          <a:latin typeface="Arial" panose="020B0604020202020204" pitchFamily="34" charset="0"/>
                          <a:ea typeface="楷体_GB2312" pitchFamily="49" charset="-122"/>
                        </a:rPr>
                        <a:t>x</a:t>
                      </a:r>
                      <a:endPar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endParaRP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1         2        3        4         5        6</a:t>
                      </a: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3628655173"/>
                  </a:ext>
                </a:extLst>
              </a:tr>
              <a:tr h="503238">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rPr>
                        <a:t>用电量</a:t>
                      </a:r>
                      <a:r>
                        <a:rPr kumimoji="0" lang="en-US" altLang="zh-CN" sz="2800" b="1" i="1" u="none" strike="noStrike" cap="none" normalizeH="0" baseline="0">
                          <a:ln>
                            <a:noFill/>
                          </a:ln>
                          <a:solidFill>
                            <a:schemeClr val="tx1"/>
                          </a:solidFill>
                          <a:effectLst/>
                          <a:latin typeface="Arial" panose="020B0604020202020204" pitchFamily="34" charset="0"/>
                          <a:ea typeface="楷体_GB2312" pitchFamily="49" charset="-122"/>
                        </a:rPr>
                        <a:t>y</a:t>
                      </a: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10.4   11.4  13.1   14.2    14.8   15.7</a:t>
                      </a: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246584266"/>
                  </a:ext>
                </a:extLst>
              </a:tr>
            </a:tbl>
          </a:graphicData>
        </a:graphic>
      </p:graphicFrame>
      <p:sp>
        <p:nvSpPr>
          <p:cNvPr id="602126" name="Rectangle 14">
            <a:extLst>
              <a:ext uri="{FF2B5EF4-FFF2-40B4-BE49-F238E27FC236}">
                <a16:creationId xmlns:a16="http://schemas.microsoft.com/office/drawing/2014/main" id="{48732C8B-76D7-4E8F-87AE-2667A2859134}"/>
              </a:ext>
            </a:extLst>
          </p:cNvPr>
          <p:cNvSpPr>
            <a:spLocks noChangeArrowheads="1"/>
          </p:cNvSpPr>
          <p:nvPr/>
        </p:nvSpPr>
        <p:spPr bwMode="auto">
          <a:xfrm>
            <a:off x="2025651" y="4005263"/>
            <a:ext cx="7599363"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试求</a:t>
            </a:r>
            <a:r>
              <a:rPr kumimoji="1" lang="en-US" altLang="zh-CN" sz="2800" b="1" i="1">
                <a:solidFill>
                  <a:srgbClr val="007A77"/>
                </a:solidFill>
                <a:latin typeface="Times New Roman" panose="02020603050405020304" pitchFamily="18" charset="0"/>
                <a:ea typeface="楷体_GB2312" pitchFamily="49" charset="-122"/>
              </a:rPr>
              <a:t>y </a:t>
            </a:r>
            <a:r>
              <a:rPr kumimoji="1" lang="zh-CN" altLang="en-US" sz="2800" b="1">
                <a:solidFill>
                  <a:srgbClr val="007A77"/>
                </a:solidFill>
                <a:latin typeface="Times New Roman" panose="02020603050405020304" pitchFamily="18" charset="0"/>
                <a:ea typeface="楷体_GB2312" pitchFamily="49" charset="-122"/>
              </a:rPr>
              <a:t>倚</a:t>
            </a:r>
            <a:r>
              <a:rPr kumimoji="1" lang="en-US" altLang="zh-CN" sz="2800" b="1" i="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的回归方程。并在</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=0.01</a:t>
            </a:r>
            <a:r>
              <a:rPr kumimoji="1" lang="zh-CN" altLang="en-US" sz="2800" b="1">
                <a:solidFill>
                  <a:srgbClr val="007A77"/>
                </a:solidFill>
                <a:latin typeface="Times New Roman" panose="02020603050405020304" pitchFamily="18" charset="0"/>
                <a:ea typeface="楷体_GB2312" pitchFamily="49" charset="-122"/>
              </a:rPr>
              <a:t>下用</a:t>
            </a:r>
            <a:r>
              <a:rPr kumimoji="1" lang="en-US" altLang="zh-CN" sz="2800" b="1">
                <a:solidFill>
                  <a:srgbClr val="007A77"/>
                </a:solidFill>
                <a:latin typeface="Times New Roman" panose="02020603050405020304" pitchFamily="18" charset="0"/>
                <a:ea typeface="楷体_GB2312" pitchFamily="49" charset="-122"/>
              </a:rPr>
              <a:t>T</a:t>
            </a:r>
            <a:r>
              <a:rPr kumimoji="1" lang="zh-CN" altLang="en-US" sz="2800" b="1">
                <a:solidFill>
                  <a:srgbClr val="007A77"/>
                </a:solidFill>
                <a:latin typeface="Times New Roman" panose="02020603050405020304" pitchFamily="18" charset="0"/>
                <a:ea typeface="楷体_GB2312" pitchFamily="49" charset="-122"/>
              </a:rPr>
              <a:t>检验 法检验</a:t>
            </a:r>
            <a:r>
              <a:rPr kumimoji="1" lang="en-US" altLang="zh-CN" sz="2800" b="1" i="1">
                <a:solidFill>
                  <a:srgbClr val="007A77"/>
                </a:solidFill>
                <a:latin typeface="Times New Roman" panose="02020603050405020304" pitchFamily="18" charset="0"/>
                <a:ea typeface="楷体_GB2312" pitchFamily="49" charset="-122"/>
              </a:rPr>
              <a:t>y </a:t>
            </a:r>
            <a:r>
              <a:rPr kumimoji="1" lang="zh-CN" altLang="en-US" sz="2800" b="1">
                <a:solidFill>
                  <a:srgbClr val="007A77"/>
                </a:solidFill>
                <a:latin typeface="Times New Roman" panose="02020603050405020304" pitchFamily="18" charset="0"/>
                <a:ea typeface="楷体_GB2312" pitchFamily="49" charset="-122"/>
              </a:rPr>
              <a:t>与 </a:t>
            </a:r>
            <a:r>
              <a:rPr kumimoji="1" lang="en-US" altLang="zh-CN" sz="2800" b="1" i="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之间是否存在显著的线性相关关系</a:t>
            </a:r>
            <a:r>
              <a:rPr kumimoji="1" lang="en-US" altLang="zh-CN"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602114"/>
                                        </p:tgtEl>
                                        <p:attrNameLst>
                                          <p:attrName>style.visibility</p:attrName>
                                        </p:attrNameLst>
                                      </p:cBhvr>
                                      <p:to>
                                        <p:strVal val="visible"/>
                                      </p:to>
                                    </p:set>
                                    <p:animEffect transition="in" filter="slide(fromBottom)">
                                      <p:cBhvr>
                                        <p:cTn id="7" dur="1000"/>
                                        <p:tgtEl>
                                          <p:spTgt spid="602114"/>
                                        </p:tgtEl>
                                      </p:cBhvr>
                                    </p:animEffect>
                                  </p:childTnLst>
                                </p:cTn>
                              </p:par>
                            </p:childTnLst>
                          </p:cTn>
                        </p:par>
                        <p:par>
                          <p:cTn id="8" fill="hold" nodeType="afterGroup">
                            <p:stCondLst>
                              <p:cond delay="1000"/>
                            </p:stCondLst>
                            <p:childTnLst>
                              <p:par>
                                <p:cTn id="9" presetID="12" presetClass="entr" presetSubtype="4" fill="hold" nodeType="afterEffect">
                                  <p:stCondLst>
                                    <p:cond delay="0"/>
                                  </p:stCondLst>
                                  <p:childTnLst>
                                    <p:set>
                                      <p:cBhvr>
                                        <p:cTn id="10" dur="1" fill="hold">
                                          <p:stCondLst>
                                            <p:cond delay="0"/>
                                          </p:stCondLst>
                                        </p:cTn>
                                        <p:tgtEl>
                                          <p:spTgt spid="602131"/>
                                        </p:tgtEl>
                                        <p:attrNameLst>
                                          <p:attrName>style.visibility</p:attrName>
                                        </p:attrNameLst>
                                      </p:cBhvr>
                                      <p:to>
                                        <p:strVal val="visible"/>
                                      </p:to>
                                    </p:set>
                                    <p:animEffect transition="in" filter="slide(fromBottom)">
                                      <p:cBhvr>
                                        <p:cTn id="11" dur="1000"/>
                                        <p:tgtEl>
                                          <p:spTgt spid="602131"/>
                                        </p:tgtEl>
                                      </p:cBhvr>
                                    </p:animEffect>
                                  </p:childTnLst>
                                </p:cTn>
                              </p:par>
                            </p:childTnLst>
                          </p:cTn>
                        </p:par>
                        <p:par>
                          <p:cTn id="12" fill="hold" nodeType="afterGroup">
                            <p:stCondLst>
                              <p:cond delay="2000"/>
                            </p:stCondLst>
                            <p:childTnLst>
                              <p:par>
                                <p:cTn id="13" presetID="12" presetClass="entr" presetSubtype="4" fill="hold" grpId="0" nodeType="afterEffect">
                                  <p:stCondLst>
                                    <p:cond delay="0"/>
                                  </p:stCondLst>
                                  <p:childTnLst>
                                    <p:set>
                                      <p:cBhvr>
                                        <p:cTn id="14" dur="1" fill="hold">
                                          <p:stCondLst>
                                            <p:cond delay="0"/>
                                          </p:stCondLst>
                                        </p:cTn>
                                        <p:tgtEl>
                                          <p:spTgt spid="602126"/>
                                        </p:tgtEl>
                                        <p:attrNameLst>
                                          <p:attrName>style.visibility</p:attrName>
                                        </p:attrNameLst>
                                      </p:cBhvr>
                                      <p:to>
                                        <p:strVal val="visible"/>
                                      </p:to>
                                    </p:set>
                                    <p:animEffect transition="in" filter="slide(fromBottom)">
                                      <p:cBhvr>
                                        <p:cTn id="15" dur="1000"/>
                                        <p:tgtEl>
                                          <p:spTgt spid="602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2114" grpId="0"/>
      <p:bldP spid="60212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a:extLst>
              <a:ext uri="{FF2B5EF4-FFF2-40B4-BE49-F238E27FC236}">
                <a16:creationId xmlns:a16="http://schemas.microsoft.com/office/drawing/2014/main" id="{C69931CF-D981-4414-BF73-EF513B2C86F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graphicFrame>
        <p:nvGraphicFramePr>
          <p:cNvPr id="603139" name="Object 3">
            <a:extLst>
              <a:ext uri="{FF2B5EF4-FFF2-40B4-BE49-F238E27FC236}">
                <a16:creationId xmlns:a16="http://schemas.microsoft.com/office/drawing/2014/main" id="{82ADC9FB-35D7-4C14-B6C6-6AF347035221}"/>
              </a:ext>
            </a:extLst>
          </p:cNvPr>
          <p:cNvGraphicFramePr>
            <a:graphicFrameLocks noChangeAspect="1"/>
          </p:cNvGraphicFramePr>
          <p:nvPr/>
        </p:nvGraphicFramePr>
        <p:xfrm>
          <a:off x="2730501" y="188913"/>
          <a:ext cx="1787525" cy="1027112"/>
        </p:xfrm>
        <a:graphic>
          <a:graphicData uri="http://schemas.openxmlformats.org/presentationml/2006/ole">
            <mc:AlternateContent xmlns:mc="http://schemas.openxmlformats.org/markup-compatibility/2006">
              <mc:Choice xmlns:v="urn:schemas-microsoft-com:vml" Requires="v">
                <p:oleObj spid="_x0000_s18450" name="公式" r:id="rId3" imgW="749160" imgH="431640" progId="Equation.3">
                  <p:embed/>
                </p:oleObj>
              </mc:Choice>
              <mc:Fallback>
                <p:oleObj name="公式" r:id="rId3" imgW="749160" imgH="431640" progId="Equation.3">
                  <p:embed/>
                  <p:pic>
                    <p:nvPicPr>
                      <p:cNvPr id="603139" name="Object 3">
                        <a:extLst>
                          <a:ext uri="{FF2B5EF4-FFF2-40B4-BE49-F238E27FC236}">
                            <a16:creationId xmlns:a16="http://schemas.microsoft.com/office/drawing/2014/main" id="{82ADC9FB-35D7-4C14-B6C6-6AF3470352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0501" y="188913"/>
                        <a:ext cx="1787525" cy="1027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3140" name="Object 4">
            <a:extLst>
              <a:ext uri="{FF2B5EF4-FFF2-40B4-BE49-F238E27FC236}">
                <a16:creationId xmlns:a16="http://schemas.microsoft.com/office/drawing/2014/main" id="{96220B1D-0531-4D3B-99C0-8F7BE392E1F5}"/>
              </a:ext>
            </a:extLst>
          </p:cNvPr>
          <p:cNvGraphicFramePr>
            <a:graphicFrameLocks noChangeAspect="1"/>
          </p:cNvGraphicFramePr>
          <p:nvPr/>
        </p:nvGraphicFramePr>
        <p:xfrm>
          <a:off x="4889500" y="188914"/>
          <a:ext cx="1835150" cy="1019175"/>
        </p:xfrm>
        <a:graphic>
          <a:graphicData uri="http://schemas.openxmlformats.org/presentationml/2006/ole">
            <mc:AlternateContent xmlns:mc="http://schemas.openxmlformats.org/markup-compatibility/2006">
              <mc:Choice xmlns:v="urn:schemas-microsoft-com:vml" Requires="v">
                <p:oleObj spid="_x0000_s18451" name="公式" r:id="rId5" imgW="774360" imgH="431640" progId="Equation.3">
                  <p:embed/>
                </p:oleObj>
              </mc:Choice>
              <mc:Fallback>
                <p:oleObj name="公式" r:id="rId5" imgW="774360" imgH="431640" progId="Equation.3">
                  <p:embed/>
                  <p:pic>
                    <p:nvPicPr>
                      <p:cNvPr id="603140" name="Object 4">
                        <a:extLst>
                          <a:ext uri="{FF2B5EF4-FFF2-40B4-BE49-F238E27FC236}">
                            <a16:creationId xmlns:a16="http://schemas.microsoft.com/office/drawing/2014/main" id="{96220B1D-0531-4D3B-99C0-8F7BE392E1F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89500" y="188914"/>
                        <a:ext cx="1835150"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3141" name="Object 5">
            <a:extLst>
              <a:ext uri="{FF2B5EF4-FFF2-40B4-BE49-F238E27FC236}">
                <a16:creationId xmlns:a16="http://schemas.microsoft.com/office/drawing/2014/main" id="{EF3795F8-7B28-490B-A6D0-A140B24840F1}"/>
              </a:ext>
            </a:extLst>
          </p:cNvPr>
          <p:cNvGraphicFramePr>
            <a:graphicFrameLocks noChangeAspect="1"/>
          </p:cNvGraphicFramePr>
          <p:nvPr/>
        </p:nvGraphicFramePr>
        <p:xfrm>
          <a:off x="1524001" y="1196976"/>
          <a:ext cx="3960813" cy="1077913"/>
        </p:xfrm>
        <a:graphic>
          <a:graphicData uri="http://schemas.openxmlformats.org/presentationml/2006/ole">
            <mc:AlternateContent xmlns:mc="http://schemas.openxmlformats.org/markup-compatibility/2006">
              <mc:Choice xmlns:v="urn:schemas-microsoft-com:vml" Requires="v">
                <p:oleObj spid="_x0000_s18452" name="公式" r:id="rId7" imgW="1574640" imgH="431640" progId="Equation.3">
                  <p:embed/>
                </p:oleObj>
              </mc:Choice>
              <mc:Fallback>
                <p:oleObj name="公式" r:id="rId7" imgW="1574640" imgH="431640" progId="Equation.3">
                  <p:embed/>
                  <p:pic>
                    <p:nvPicPr>
                      <p:cNvPr id="603141" name="Object 5">
                        <a:extLst>
                          <a:ext uri="{FF2B5EF4-FFF2-40B4-BE49-F238E27FC236}">
                            <a16:creationId xmlns:a16="http://schemas.microsoft.com/office/drawing/2014/main" id="{EF3795F8-7B28-490B-A6D0-A140B24840F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1" y="1196976"/>
                        <a:ext cx="3960813" cy="1077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3142" name="Object 6">
            <a:extLst>
              <a:ext uri="{FF2B5EF4-FFF2-40B4-BE49-F238E27FC236}">
                <a16:creationId xmlns:a16="http://schemas.microsoft.com/office/drawing/2014/main" id="{8974E999-C67F-4E16-87E0-20289E0D6B09}"/>
              </a:ext>
            </a:extLst>
          </p:cNvPr>
          <p:cNvGraphicFramePr>
            <a:graphicFrameLocks noChangeAspect="1"/>
          </p:cNvGraphicFramePr>
          <p:nvPr/>
        </p:nvGraphicFramePr>
        <p:xfrm>
          <a:off x="1749425" y="2360614"/>
          <a:ext cx="1982788" cy="987425"/>
        </p:xfrm>
        <a:graphic>
          <a:graphicData uri="http://schemas.openxmlformats.org/presentationml/2006/ole">
            <mc:AlternateContent xmlns:mc="http://schemas.openxmlformats.org/markup-compatibility/2006">
              <mc:Choice xmlns:v="urn:schemas-microsoft-com:vml" Requires="v">
                <p:oleObj spid="_x0000_s18453" name="公式" r:id="rId9" imgW="863280" imgH="431640" progId="Equation.3">
                  <p:embed/>
                </p:oleObj>
              </mc:Choice>
              <mc:Fallback>
                <p:oleObj name="公式" r:id="rId9" imgW="863280" imgH="431640" progId="Equation.3">
                  <p:embed/>
                  <p:pic>
                    <p:nvPicPr>
                      <p:cNvPr id="603142" name="Object 6">
                        <a:extLst>
                          <a:ext uri="{FF2B5EF4-FFF2-40B4-BE49-F238E27FC236}">
                            <a16:creationId xmlns:a16="http://schemas.microsoft.com/office/drawing/2014/main" id="{8974E999-C67F-4E16-87E0-20289E0D6B0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49425" y="2360614"/>
                        <a:ext cx="1982788" cy="987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3143" name="Object 7">
            <a:extLst>
              <a:ext uri="{FF2B5EF4-FFF2-40B4-BE49-F238E27FC236}">
                <a16:creationId xmlns:a16="http://schemas.microsoft.com/office/drawing/2014/main" id="{00D2814F-4535-4D54-A840-9442F154B1FD}"/>
              </a:ext>
            </a:extLst>
          </p:cNvPr>
          <p:cNvGraphicFramePr>
            <a:graphicFrameLocks noChangeAspect="1"/>
          </p:cNvGraphicFramePr>
          <p:nvPr/>
        </p:nvGraphicFramePr>
        <p:xfrm>
          <a:off x="3787775" y="2349500"/>
          <a:ext cx="2413000" cy="1004888"/>
        </p:xfrm>
        <a:graphic>
          <a:graphicData uri="http://schemas.openxmlformats.org/presentationml/2006/ole">
            <mc:AlternateContent xmlns:mc="http://schemas.openxmlformats.org/markup-compatibility/2006">
              <mc:Choice xmlns:v="urn:schemas-microsoft-com:vml" Requires="v">
                <p:oleObj spid="_x0000_s18454" name="公式" r:id="rId11" imgW="1028520" imgH="431640" progId="Equation.3">
                  <p:embed/>
                </p:oleObj>
              </mc:Choice>
              <mc:Fallback>
                <p:oleObj name="公式" r:id="rId11" imgW="1028520" imgH="431640" progId="Equation.3">
                  <p:embed/>
                  <p:pic>
                    <p:nvPicPr>
                      <p:cNvPr id="603143" name="Object 7">
                        <a:extLst>
                          <a:ext uri="{FF2B5EF4-FFF2-40B4-BE49-F238E27FC236}">
                            <a16:creationId xmlns:a16="http://schemas.microsoft.com/office/drawing/2014/main" id="{00D2814F-4535-4D54-A840-9442F154B1F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87775" y="2349500"/>
                        <a:ext cx="2413000" cy="1004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3144" name="Object 8">
            <a:extLst>
              <a:ext uri="{FF2B5EF4-FFF2-40B4-BE49-F238E27FC236}">
                <a16:creationId xmlns:a16="http://schemas.microsoft.com/office/drawing/2014/main" id="{7A1C54CE-DBCF-4D85-AA96-D5FB49309597}"/>
              </a:ext>
            </a:extLst>
          </p:cNvPr>
          <p:cNvGraphicFramePr>
            <a:graphicFrameLocks noChangeAspect="1"/>
          </p:cNvGraphicFramePr>
          <p:nvPr/>
        </p:nvGraphicFramePr>
        <p:xfrm>
          <a:off x="1524001" y="3357563"/>
          <a:ext cx="3744913" cy="1028700"/>
        </p:xfrm>
        <a:graphic>
          <a:graphicData uri="http://schemas.openxmlformats.org/presentationml/2006/ole">
            <mc:AlternateContent xmlns:mc="http://schemas.openxmlformats.org/markup-compatibility/2006">
              <mc:Choice xmlns:v="urn:schemas-microsoft-com:vml" Requires="v">
                <p:oleObj spid="_x0000_s18455" name="公式" r:id="rId13" imgW="1562040" imgH="431640" progId="Equation.3">
                  <p:embed/>
                </p:oleObj>
              </mc:Choice>
              <mc:Fallback>
                <p:oleObj name="公式" r:id="rId13" imgW="1562040" imgH="431640" progId="Equation.3">
                  <p:embed/>
                  <p:pic>
                    <p:nvPicPr>
                      <p:cNvPr id="603144" name="Object 8">
                        <a:extLst>
                          <a:ext uri="{FF2B5EF4-FFF2-40B4-BE49-F238E27FC236}">
                            <a16:creationId xmlns:a16="http://schemas.microsoft.com/office/drawing/2014/main" id="{7A1C54CE-DBCF-4D85-AA96-D5FB4930959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4001" y="3357563"/>
                        <a:ext cx="3744913" cy="1028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3145" name="Object 9">
            <a:extLst>
              <a:ext uri="{FF2B5EF4-FFF2-40B4-BE49-F238E27FC236}">
                <a16:creationId xmlns:a16="http://schemas.microsoft.com/office/drawing/2014/main" id="{A3EB60C7-D989-483E-808F-C735597DFE4A}"/>
              </a:ext>
            </a:extLst>
          </p:cNvPr>
          <p:cNvGraphicFramePr>
            <a:graphicFrameLocks noChangeAspect="1"/>
          </p:cNvGraphicFramePr>
          <p:nvPr/>
        </p:nvGraphicFramePr>
        <p:xfrm>
          <a:off x="2108200" y="4365626"/>
          <a:ext cx="2357438" cy="982663"/>
        </p:xfrm>
        <a:graphic>
          <a:graphicData uri="http://schemas.openxmlformats.org/presentationml/2006/ole">
            <mc:AlternateContent xmlns:mc="http://schemas.openxmlformats.org/markup-compatibility/2006">
              <mc:Choice xmlns:v="urn:schemas-microsoft-com:vml" Requires="v">
                <p:oleObj spid="_x0000_s18456" name="公式" r:id="rId15" imgW="1028520" imgH="431640" progId="Equation.3">
                  <p:embed/>
                </p:oleObj>
              </mc:Choice>
              <mc:Fallback>
                <p:oleObj name="公式" r:id="rId15" imgW="1028520" imgH="431640" progId="Equation.3">
                  <p:embed/>
                  <p:pic>
                    <p:nvPicPr>
                      <p:cNvPr id="603145" name="Object 9">
                        <a:extLst>
                          <a:ext uri="{FF2B5EF4-FFF2-40B4-BE49-F238E27FC236}">
                            <a16:creationId xmlns:a16="http://schemas.microsoft.com/office/drawing/2014/main" id="{A3EB60C7-D989-483E-808F-C735597DFE4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08200" y="4365626"/>
                        <a:ext cx="2357438" cy="982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3146" name="Object 10">
            <a:extLst>
              <a:ext uri="{FF2B5EF4-FFF2-40B4-BE49-F238E27FC236}">
                <a16:creationId xmlns:a16="http://schemas.microsoft.com/office/drawing/2014/main" id="{231E2D0E-A7BE-487A-8EE6-DED59450A350}"/>
              </a:ext>
            </a:extLst>
          </p:cNvPr>
          <p:cNvGraphicFramePr>
            <a:graphicFrameLocks noChangeAspect="1"/>
          </p:cNvGraphicFramePr>
          <p:nvPr/>
        </p:nvGraphicFramePr>
        <p:xfrm>
          <a:off x="2063751" y="5157789"/>
          <a:ext cx="4608513" cy="954087"/>
        </p:xfrm>
        <a:graphic>
          <a:graphicData uri="http://schemas.openxmlformats.org/presentationml/2006/ole">
            <mc:AlternateContent xmlns:mc="http://schemas.openxmlformats.org/markup-compatibility/2006">
              <mc:Choice xmlns:v="urn:schemas-microsoft-com:vml" Requires="v">
                <p:oleObj spid="_x0000_s18457" name="公式" r:id="rId17" imgW="2070000" imgH="431640" progId="Equation.3">
                  <p:embed/>
                </p:oleObj>
              </mc:Choice>
              <mc:Fallback>
                <p:oleObj name="公式" r:id="rId17" imgW="2070000" imgH="431640" progId="Equation.3">
                  <p:embed/>
                  <p:pic>
                    <p:nvPicPr>
                      <p:cNvPr id="603146" name="Object 10">
                        <a:extLst>
                          <a:ext uri="{FF2B5EF4-FFF2-40B4-BE49-F238E27FC236}">
                            <a16:creationId xmlns:a16="http://schemas.microsoft.com/office/drawing/2014/main" id="{231E2D0E-A7BE-487A-8EE6-DED59450A35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63751" y="5157789"/>
                        <a:ext cx="4608513" cy="954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3147" name="Rectangle 11">
            <a:extLst>
              <a:ext uri="{FF2B5EF4-FFF2-40B4-BE49-F238E27FC236}">
                <a16:creationId xmlns:a16="http://schemas.microsoft.com/office/drawing/2014/main" id="{28C602AC-1280-471F-9509-B954BFFF376D}"/>
              </a:ext>
            </a:extLst>
          </p:cNvPr>
          <p:cNvSpPr>
            <a:spLocks noChangeArrowheads="1"/>
          </p:cNvSpPr>
          <p:nvPr/>
        </p:nvSpPr>
        <p:spPr bwMode="auto">
          <a:xfrm>
            <a:off x="1524001" y="-3260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graphicFrame>
        <p:nvGraphicFramePr>
          <p:cNvPr id="603148" name="Object 12">
            <a:extLst>
              <a:ext uri="{FF2B5EF4-FFF2-40B4-BE49-F238E27FC236}">
                <a16:creationId xmlns:a16="http://schemas.microsoft.com/office/drawing/2014/main" id="{4E8666C0-0969-4B87-8526-666A689890CF}"/>
              </a:ext>
            </a:extLst>
          </p:cNvPr>
          <p:cNvGraphicFramePr>
            <a:graphicFrameLocks noChangeAspect="1"/>
          </p:cNvGraphicFramePr>
          <p:nvPr/>
        </p:nvGraphicFramePr>
        <p:xfrm>
          <a:off x="5762625" y="1268413"/>
          <a:ext cx="1912938" cy="893762"/>
        </p:xfrm>
        <a:graphic>
          <a:graphicData uri="http://schemas.openxmlformats.org/presentationml/2006/ole">
            <mc:AlternateContent xmlns:mc="http://schemas.openxmlformats.org/markup-compatibility/2006">
              <mc:Choice xmlns:v="urn:schemas-microsoft-com:vml" Requires="v">
                <p:oleObj spid="_x0000_s18458" name="公式" r:id="rId19" imgW="863280" imgH="406080" progId="Equation.3">
                  <p:embed/>
                </p:oleObj>
              </mc:Choice>
              <mc:Fallback>
                <p:oleObj name="公式" r:id="rId19" imgW="863280" imgH="406080" progId="Equation.3">
                  <p:embed/>
                  <p:pic>
                    <p:nvPicPr>
                      <p:cNvPr id="603148" name="Object 12">
                        <a:extLst>
                          <a:ext uri="{FF2B5EF4-FFF2-40B4-BE49-F238E27FC236}">
                            <a16:creationId xmlns:a16="http://schemas.microsoft.com/office/drawing/2014/main" id="{4E8666C0-0969-4B87-8526-666A689890C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762625" y="1268413"/>
                        <a:ext cx="1912938" cy="893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3149" name="Object 13">
            <a:extLst>
              <a:ext uri="{FF2B5EF4-FFF2-40B4-BE49-F238E27FC236}">
                <a16:creationId xmlns:a16="http://schemas.microsoft.com/office/drawing/2014/main" id="{CD095FF8-3E21-47DE-BCEB-7062067D6C32}"/>
              </a:ext>
            </a:extLst>
          </p:cNvPr>
          <p:cNvGraphicFramePr>
            <a:graphicFrameLocks noChangeAspect="1"/>
          </p:cNvGraphicFramePr>
          <p:nvPr/>
        </p:nvGraphicFramePr>
        <p:xfrm>
          <a:off x="6864350" y="6046788"/>
          <a:ext cx="1055688" cy="430212"/>
        </p:xfrm>
        <a:graphic>
          <a:graphicData uri="http://schemas.openxmlformats.org/presentationml/2006/ole">
            <mc:AlternateContent xmlns:mc="http://schemas.openxmlformats.org/markup-compatibility/2006">
              <mc:Choice xmlns:v="urn:schemas-microsoft-com:vml" Requires="v">
                <p:oleObj spid="_x0000_s18459" name="公式" r:id="rId21" imgW="431640" imgH="177480" progId="Equation.3">
                  <p:embed/>
                </p:oleObj>
              </mc:Choice>
              <mc:Fallback>
                <p:oleObj name="公式" r:id="rId21" imgW="431640" imgH="177480" progId="Equation.3">
                  <p:embed/>
                  <p:pic>
                    <p:nvPicPr>
                      <p:cNvPr id="603149" name="Object 13">
                        <a:extLst>
                          <a:ext uri="{FF2B5EF4-FFF2-40B4-BE49-F238E27FC236}">
                            <a16:creationId xmlns:a16="http://schemas.microsoft.com/office/drawing/2014/main" id="{CD095FF8-3E21-47DE-BCEB-7062067D6C32}"/>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864350" y="6046788"/>
                        <a:ext cx="1055688" cy="430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3150" name="Object 14">
            <a:extLst>
              <a:ext uri="{FF2B5EF4-FFF2-40B4-BE49-F238E27FC236}">
                <a16:creationId xmlns:a16="http://schemas.microsoft.com/office/drawing/2014/main" id="{1BB94985-9627-44E5-9960-C2B8E0782032}"/>
              </a:ext>
            </a:extLst>
          </p:cNvPr>
          <p:cNvGraphicFramePr>
            <a:graphicFrameLocks noChangeAspect="1"/>
          </p:cNvGraphicFramePr>
          <p:nvPr/>
        </p:nvGraphicFramePr>
        <p:xfrm>
          <a:off x="7847014" y="1557339"/>
          <a:ext cx="1031875" cy="422275"/>
        </p:xfrm>
        <a:graphic>
          <a:graphicData uri="http://schemas.openxmlformats.org/presentationml/2006/ole">
            <mc:AlternateContent xmlns:mc="http://schemas.openxmlformats.org/markup-compatibility/2006">
              <mc:Choice xmlns:v="urn:schemas-microsoft-com:vml" Requires="v">
                <p:oleObj spid="_x0000_s18460" name="公式" r:id="rId23" imgW="431640" imgH="177480" progId="Equation.3">
                  <p:embed/>
                </p:oleObj>
              </mc:Choice>
              <mc:Fallback>
                <p:oleObj name="公式" r:id="rId23" imgW="431640" imgH="177480" progId="Equation.3">
                  <p:embed/>
                  <p:pic>
                    <p:nvPicPr>
                      <p:cNvPr id="603150" name="Object 14">
                        <a:extLst>
                          <a:ext uri="{FF2B5EF4-FFF2-40B4-BE49-F238E27FC236}">
                            <a16:creationId xmlns:a16="http://schemas.microsoft.com/office/drawing/2014/main" id="{1BB94985-9627-44E5-9960-C2B8E0782032}"/>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847014" y="1557339"/>
                        <a:ext cx="1031875"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3151" name="Object 15">
            <a:extLst>
              <a:ext uri="{FF2B5EF4-FFF2-40B4-BE49-F238E27FC236}">
                <a16:creationId xmlns:a16="http://schemas.microsoft.com/office/drawing/2014/main" id="{0E48DAD1-9545-40DF-9338-30C407EB728D}"/>
              </a:ext>
            </a:extLst>
          </p:cNvPr>
          <p:cNvGraphicFramePr>
            <a:graphicFrameLocks noChangeAspect="1"/>
          </p:cNvGraphicFramePr>
          <p:nvPr/>
        </p:nvGraphicFramePr>
        <p:xfrm>
          <a:off x="7712076" y="3644901"/>
          <a:ext cx="1509713" cy="396875"/>
        </p:xfrm>
        <a:graphic>
          <a:graphicData uri="http://schemas.openxmlformats.org/presentationml/2006/ole">
            <mc:AlternateContent xmlns:mc="http://schemas.openxmlformats.org/markup-compatibility/2006">
              <mc:Choice xmlns:v="urn:schemas-microsoft-com:vml" Requires="v">
                <p:oleObj spid="_x0000_s18461" name="公式" r:id="rId25" imgW="672840" imgH="177480" progId="Equation.3">
                  <p:embed/>
                </p:oleObj>
              </mc:Choice>
              <mc:Fallback>
                <p:oleObj name="公式" r:id="rId25" imgW="672840" imgH="177480" progId="Equation.3">
                  <p:embed/>
                  <p:pic>
                    <p:nvPicPr>
                      <p:cNvPr id="603151" name="Object 15">
                        <a:extLst>
                          <a:ext uri="{FF2B5EF4-FFF2-40B4-BE49-F238E27FC236}">
                            <a16:creationId xmlns:a16="http://schemas.microsoft.com/office/drawing/2014/main" id="{0E48DAD1-9545-40DF-9338-30C407EB728D}"/>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712076" y="3644901"/>
                        <a:ext cx="1509713" cy="396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3152" name="Object 16">
            <a:extLst>
              <a:ext uri="{FF2B5EF4-FFF2-40B4-BE49-F238E27FC236}">
                <a16:creationId xmlns:a16="http://schemas.microsoft.com/office/drawing/2014/main" id="{52FB7E62-86E4-469E-80C0-330FECA093D5}"/>
              </a:ext>
            </a:extLst>
          </p:cNvPr>
          <p:cNvGraphicFramePr>
            <a:graphicFrameLocks noChangeAspect="1"/>
          </p:cNvGraphicFramePr>
          <p:nvPr/>
        </p:nvGraphicFramePr>
        <p:xfrm>
          <a:off x="5159375" y="3429001"/>
          <a:ext cx="2616200" cy="849313"/>
        </p:xfrm>
        <a:graphic>
          <a:graphicData uri="http://schemas.openxmlformats.org/presentationml/2006/ole">
            <mc:AlternateContent xmlns:mc="http://schemas.openxmlformats.org/markup-compatibility/2006">
              <mc:Choice xmlns:v="urn:schemas-microsoft-com:vml" Requires="v">
                <p:oleObj spid="_x0000_s18462" name="公式" r:id="rId27" imgW="1244520" imgH="406080" progId="Equation.3">
                  <p:embed/>
                </p:oleObj>
              </mc:Choice>
              <mc:Fallback>
                <p:oleObj name="公式" r:id="rId27" imgW="1244520" imgH="406080" progId="Equation.3">
                  <p:embed/>
                  <p:pic>
                    <p:nvPicPr>
                      <p:cNvPr id="603152" name="Object 16">
                        <a:extLst>
                          <a:ext uri="{FF2B5EF4-FFF2-40B4-BE49-F238E27FC236}">
                            <a16:creationId xmlns:a16="http://schemas.microsoft.com/office/drawing/2014/main" id="{52FB7E62-86E4-469E-80C0-330FECA093D5}"/>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159375" y="3429001"/>
                        <a:ext cx="2616200" cy="849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3153" name="Object 17">
            <a:extLst>
              <a:ext uri="{FF2B5EF4-FFF2-40B4-BE49-F238E27FC236}">
                <a16:creationId xmlns:a16="http://schemas.microsoft.com/office/drawing/2014/main" id="{A7D28331-CF39-4A45-9938-3D7D502FA542}"/>
              </a:ext>
            </a:extLst>
          </p:cNvPr>
          <p:cNvGraphicFramePr>
            <a:graphicFrameLocks noChangeAspect="1"/>
          </p:cNvGraphicFramePr>
          <p:nvPr/>
        </p:nvGraphicFramePr>
        <p:xfrm>
          <a:off x="6672263" y="5157789"/>
          <a:ext cx="3371850" cy="949325"/>
        </p:xfrm>
        <a:graphic>
          <a:graphicData uri="http://schemas.openxmlformats.org/presentationml/2006/ole">
            <mc:AlternateContent xmlns:mc="http://schemas.openxmlformats.org/markup-compatibility/2006">
              <mc:Choice xmlns:v="urn:schemas-microsoft-com:vml" Requires="v">
                <p:oleObj spid="_x0000_s18463" name="公式" r:id="rId29" imgW="1434960" imgH="406080" progId="Equation.3">
                  <p:embed/>
                </p:oleObj>
              </mc:Choice>
              <mc:Fallback>
                <p:oleObj name="公式" r:id="rId29" imgW="1434960" imgH="406080" progId="Equation.3">
                  <p:embed/>
                  <p:pic>
                    <p:nvPicPr>
                      <p:cNvPr id="603153" name="Object 17">
                        <a:extLst>
                          <a:ext uri="{FF2B5EF4-FFF2-40B4-BE49-F238E27FC236}">
                            <a16:creationId xmlns:a16="http://schemas.microsoft.com/office/drawing/2014/main" id="{A7D28331-CF39-4A45-9938-3D7D502FA542}"/>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672263" y="5157789"/>
                        <a:ext cx="3371850" cy="949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3154" name="Rectangle 18">
            <a:extLst>
              <a:ext uri="{FF2B5EF4-FFF2-40B4-BE49-F238E27FC236}">
                <a16:creationId xmlns:a16="http://schemas.microsoft.com/office/drawing/2014/main" id="{0F4DCE98-9DB2-45DD-B1BD-185A811B3AD4}"/>
              </a:ext>
            </a:extLst>
          </p:cNvPr>
          <p:cNvSpPr>
            <a:spLocks noChangeArrowheads="1"/>
          </p:cNvSpPr>
          <p:nvPr/>
        </p:nvSpPr>
        <p:spPr bwMode="auto">
          <a:xfrm>
            <a:off x="1774826" y="333375"/>
            <a:ext cx="10001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p>
        </p:txBody>
      </p:sp>
      <p:graphicFrame>
        <p:nvGraphicFramePr>
          <p:cNvPr id="603155" name="Object 19">
            <a:extLst>
              <a:ext uri="{FF2B5EF4-FFF2-40B4-BE49-F238E27FC236}">
                <a16:creationId xmlns:a16="http://schemas.microsoft.com/office/drawing/2014/main" id="{B57FBD77-DE00-4524-9E8D-52C660E83292}"/>
              </a:ext>
            </a:extLst>
          </p:cNvPr>
          <p:cNvGraphicFramePr>
            <a:graphicFrameLocks noChangeAspect="1"/>
          </p:cNvGraphicFramePr>
          <p:nvPr/>
        </p:nvGraphicFramePr>
        <p:xfrm>
          <a:off x="7040564" y="333375"/>
          <a:ext cx="1171575" cy="509588"/>
        </p:xfrm>
        <a:graphic>
          <a:graphicData uri="http://schemas.openxmlformats.org/presentationml/2006/ole">
            <mc:AlternateContent xmlns:mc="http://schemas.openxmlformats.org/markup-compatibility/2006">
              <mc:Choice xmlns:v="urn:schemas-microsoft-com:vml" Requires="v">
                <p:oleObj spid="_x0000_s18464" name="公式" r:id="rId31" imgW="495000" imgH="215640" progId="Equation.3">
                  <p:embed/>
                </p:oleObj>
              </mc:Choice>
              <mc:Fallback>
                <p:oleObj name="公式" r:id="rId31" imgW="495000" imgH="215640" progId="Equation.3">
                  <p:embed/>
                  <p:pic>
                    <p:nvPicPr>
                      <p:cNvPr id="603155" name="Object 19">
                        <a:extLst>
                          <a:ext uri="{FF2B5EF4-FFF2-40B4-BE49-F238E27FC236}">
                            <a16:creationId xmlns:a16="http://schemas.microsoft.com/office/drawing/2014/main" id="{B57FBD77-DE00-4524-9E8D-52C660E83292}"/>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040564" y="333375"/>
                        <a:ext cx="1171575" cy="509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3156" name="Object 20">
            <a:extLst>
              <a:ext uri="{FF2B5EF4-FFF2-40B4-BE49-F238E27FC236}">
                <a16:creationId xmlns:a16="http://schemas.microsoft.com/office/drawing/2014/main" id="{E17EE150-8CD8-473E-A90E-EFCAD86A312F}"/>
              </a:ext>
            </a:extLst>
          </p:cNvPr>
          <p:cNvGraphicFramePr>
            <a:graphicFrameLocks noChangeAspect="1"/>
          </p:cNvGraphicFramePr>
          <p:nvPr/>
        </p:nvGraphicFramePr>
        <p:xfrm>
          <a:off x="6392864" y="2535238"/>
          <a:ext cx="1895475" cy="569912"/>
        </p:xfrm>
        <a:graphic>
          <a:graphicData uri="http://schemas.openxmlformats.org/presentationml/2006/ole">
            <mc:AlternateContent xmlns:mc="http://schemas.openxmlformats.org/markup-compatibility/2006">
              <mc:Choice xmlns:v="urn:schemas-microsoft-com:vml" Requires="v">
                <p:oleObj spid="_x0000_s18465" name="公式" r:id="rId33" imgW="799920" imgH="241200" progId="Equation.3">
                  <p:embed/>
                </p:oleObj>
              </mc:Choice>
              <mc:Fallback>
                <p:oleObj name="公式" r:id="rId33" imgW="799920" imgH="241200" progId="Equation.3">
                  <p:embed/>
                  <p:pic>
                    <p:nvPicPr>
                      <p:cNvPr id="603156" name="Object 20">
                        <a:extLst>
                          <a:ext uri="{FF2B5EF4-FFF2-40B4-BE49-F238E27FC236}">
                            <a16:creationId xmlns:a16="http://schemas.microsoft.com/office/drawing/2014/main" id="{E17EE150-8CD8-473E-A90E-EFCAD86A312F}"/>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392864" y="2535238"/>
                        <a:ext cx="1895475" cy="569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03154"/>
                                        </p:tgtEl>
                                        <p:attrNameLst>
                                          <p:attrName>style.visibility</p:attrName>
                                        </p:attrNameLst>
                                      </p:cBhvr>
                                      <p:to>
                                        <p:strVal val="visible"/>
                                      </p:to>
                                    </p:set>
                                    <p:animEffect transition="in" filter="wipe(left)">
                                      <p:cBhvr>
                                        <p:cTn id="7" dur="500"/>
                                        <p:tgtEl>
                                          <p:spTgt spid="6031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03139"/>
                                        </p:tgtEl>
                                        <p:attrNameLst>
                                          <p:attrName>style.visibility</p:attrName>
                                        </p:attrNameLst>
                                      </p:cBhvr>
                                      <p:to>
                                        <p:strVal val="visible"/>
                                      </p:to>
                                    </p:set>
                                    <p:animEffect transition="in" filter="wipe(left)">
                                      <p:cBhvr>
                                        <p:cTn id="12" dur="1000"/>
                                        <p:tgtEl>
                                          <p:spTgt spid="6031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03140"/>
                                        </p:tgtEl>
                                        <p:attrNameLst>
                                          <p:attrName>style.visibility</p:attrName>
                                        </p:attrNameLst>
                                      </p:cBhvr>
                                      <p:to>
                                        <p:strVal val="visible"/>
                                      </p:to>
                                    </p:set>
                                    <p:animEffect transition="in" filter="wipe(left)">
                                      <p:cBhvr>
                                        <p:cTn id="17" dur="1000"/>
                                        <p:tgtEl>
                                          <p:spTgt spid="6031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03155"/>
                                        </p:tgtEl>
                                        <p:attrNameLst>
                                          <p:attrName>style.visibility</p:attrName>
                                        </p:attrNameLst>
                                      </p:cBhvr>
                                      <p:to>
                                        <p:strVal val="visible"/>
                                      </p:to>
                                    </p:set>
                                    <p:animEffect transition="in" filter="wipe(left)">
                                      <p:cBhvr>
                                        <p:cTn id="22" dur="1000"/>
                                        <p:tgtEl>
                                          <p:spTgt spid="60315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03141"/>
                                        </p:tgtEl>
                                        <p:attrNameLst>
                                          <p:attrName>style.visibility</p:attrName>
                                        </p:attrNameLst>
                                      </p:cBhvr>
                                      <p:to>
                                        <p:strVal val="visible"/>
                                      </p:to>
                                    </p:set>
                                    <p:animEffect transition="in" filter="wipe(left)">
                                      <p:cBhvr>
                                        <p:cTn id="27" dur="1000"/>
                                        <p:tgtEl>
                                          <p:spTgt spid="60314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03148"/>
                                        </p:tgtEl>
                                        <p:attrNameLst>
                                          <p:attrName>style.visibility</p:attrName>
                                        </p:attrNameLst>
                                      </p:cBhvr>
                                      <p:to>
                                        <p:strVal val="visible"/>
                                      </p:to>
                                    </p:set>
                                    <p:animEffect transition="in" filter="wipe(left)">
                                      <p:cBhvr>
                                        <p:cTn id="32" dur="1000"/>
                                        <p:tgtEl>
                                          <p:spTgt spid="60314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03150"/>
                                        </p:tgtEl>
                                        <p:attrNameLst>
                                          <p:attrName>style.visibility</p:attrName>
                                        </p:attrNameLst>
                                      </p:cBhvr>
                                      <p:to>
                                        <p:strVal val="visible"/>
                                      </p:to>
                                    </p:set>
                                    <p:animEffect transition="in" filter="wipe(left)">
                                      <p:cBhvr>
                                        <p:cTn id="37" dur="1000"/>
                                        <p:tgtEl>
                                          <p:spTgt spid="60315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03142"/>
                                        </p:tgtEl>
                                        <p:attrNameLst>
                                          <p:attrName>style.visibility</p:attrName>
                                        </p:attrNameLst>
                                      </p:cBhvr>
                                      <p:to>
                                        <p:strVal val="visible"/>
                                      </p:to>
                                    </p:set>
                                    <p:animEffect transition="in" filter="wipe(left)">
                                      <p:cBhvr>
                                        <p:cTn id="42" dur="1000"/>
                                        <p:tgtEl>
                                          <p:spTgt spid="60314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03143"/>
                                        </p:tgtEl>
                                        <p:attrNameLst>
                                          <p:attrName>style.visibility</p:attrName>
                                        </p:attrNameLst>
                                      </p:cBhvr>
                                      <p:to>
                                        <p:strVal val="visible"/>
                                      </p:to>
                                    </p:set>
                                    <p:animEffect transition="in" filter="wipe(left)">
                                      <p:cBhvr>
                                        <p:cTn id="47" dur="1000"/>
                                        <p:tgtEl>
                                          <p:spTgt spid="60314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03156"/>
                                        </p:tgtEl>
                                        <p:attrNameLst>
                                          <p:attrName>style.visibility</p:attrName>
                                        </p:attrNameLst>
                                      </p:cBhvr>
                                      <p:to>
                                        <p:strVal val="visible"/>
                                      </p:to>
                                    </p:set>
                                    <p:animEffect transition="in" filter="wipe(left)">
                                      <p:cBhvr>
                                        <p:cTn id="52" dur="1000"/>
                                        <p:tgtEl>
                                          <p:spTgt spid="60315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03144"/>
                                        </p:tgtEl>
                                        <p:attrNameLst>
                                          <p:attrName>style.visibility</p:attrName>
                                        </p:attrNameLst>
                                      </p:cBhvr>
                                      <p:to>
                                        <p:strVal val="visible"/>
                                      </p:to>
                                    </p:set>
                                    <p:animEffect transition="in" filter="wipe(left)">
                                      <p:cBhvr>
                                        <p:cTn id="57" dur="1000"/>
                                        <p:tgtEl>
                                          <p:spTgt spid="60314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603152"/>
                                        </p:tgtEl>
                                        <p:attrNameLst>
                                          <p:attrName>style.visibility</p:attrName>
                                        </p:attrNameLst>
                                      </p:cBhvr>
                                      <p:to>
                                        <p:strVal val="visible"/>
                                      </p:to>
                                    </p:set>
                                    <p:animEffect transition="in" filter="wipe(left)">
                                      <p:cBhvr>
                                        <p:cTn id="62" dur="1000"/>
                                        <p:tgtEl>
                                          <p:spTgt spid="60315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603151"/>
                                        </p:tgtEl>
                                        <p:attrNameLst>
                                          <p:attrName>style.visibility</p:attrName>
                                        </p:attrNameLst>
                                      </p:cBhvr>
                                      <p:to>
                                        <p:strVal val="visible"/>
                                      </p:to>
                                    </p:set>
                                    <p:animEffect transition="in" filter="wipe(left)">
                                      <p:cBhvr>
                                        <p:cTn id="67" dur="1000"/>
                                        <p:tgtEl>
                                          <p:spTgt spid="60315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603145"/>
                                        </p:tgtEl>
                                        <p:attrNameLst>
                                          <p:attrName>style.visibility</p:attrName>
                                        </p:attrNameLst>
                                      </p:cBhvr>
                                      <p:to>
                                        <p:strVal val="visible"/>
                                      </p:to>
                                    </p:set>
                                    <p:animEffect transition="in" filter="wipe(left)">
                                      <p:cBhvr>
                                        <p:cTn id="72" dur="1000"/>
                                        <p:tgtEl>
                                          <p:spTgt spid="603145"/>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603146"/>
                                        </p:tgtEl>
                                        <p:attrNameLst>
                                          <p:attrName>style.visibility</p:attrName>
                                        </p:attrNameLst>
                                      </p:cBhvr>
                                      <p:to>
                                        <p:strVal val="visible"/>
                                      </p:to>
                                    </p:set>
                                    <p:animEffect transition="in" filter="wipe(left)">
                                      <p:cBhvr>
                                        <p:cTn id="77" dur="1000"/>
                                        <p:tgtEl>
                                          <p:spTgt spid="60314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603153"/>
                                        </p:tgtEl>
                                        <p:attrNameLst>
                                          <p:attrName>style.visibility</p:attrName>
                                        </p:attrNameLst>
                                      </p:cBhvr>
                                      <p:to>
                                        <p:strVal val="visible"/>
                                      </p:to>
                                    </p:set>
                                    <p:animEffect transition="in" filter="wipe(left)">
                                      <p:cBhvr>
                                        <p:cTn id="82" dur="1000"/>
                                        <p:tgtEl>
                                          <p:spTgt spid="603153"/>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603149"/>
                                        </p:tgtEl>
                                        <p:attrNameLst>
                                          <p:attrName>style.visibility</p:attrName>
                                        </p:attrNameLst>
                                      </p:cBhvr>
                                      <p:to>
                                        <p:strVal val="visible"/>
                                      </p:to>
                                    </p:set>
                                    <p:animEffect transition="in" filter="wipe(left)">
                                      <p:cBhvr>
                                        <p:cTn id="87" dur="1000"/>
                                        <p:tgtEl>
                                          <p:spTgt spid="603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315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4162" name="Object 2">
            <a:extLst>
              <a:ext uri="{FF2B5EF4-FFF2-40B4-BE49-F238E27FC236}">
                <a16:creationId xmlns:a16="http://schemas.microsoft.com/office/drawing/2014/main" id="{10C013CE-AA7B-4569-A0AA-07AFB8FAC947}"/>
              </a:ext>
            </a:extLst>
          </p:cNvPr>
          <p:cNvGraphicFramePr>
            <a:graphicFrameLocks noChangeAspect="1"/>
          </p:cNvGraphicFramePr>
          <p:nvPr/>
        </p:nvGraphicFramePr>
        <p:xfrm>
          <a:off x="7967664" y="1412876"/>
          <a:ext cx="1722437" cy="536575"/>
        </p:xfrm>
        <a:graphic>
          <a:graphicData uri="http://schemas.openxmlformats.org/presentationml/2006/ole">
            <mc:AlternateContent xmlns:mc="http://schemas.openxmlformats.org/markup-compatibility/2006">
              <mc:Choice xmlns:v="urn:schemas-microsoft-com:vml" Requires="v">
                <p:oleObj spid="_x0000_s19472" name="公式" r:id="rId3" imgW="647640" imgH="203040" progId="Equation.3">
                  <p:embed/>
                </p:oleObj>
              </mc:Choice>
              <mc:Fallback>
                <p:oleObj name="公式" r:id="rId3" imgW="647640" imgH="203040" progId="Equation.3">
                  <p:embed/>
                  <p:pic>
                    <p:nvPicPr>
                      <p:cNvPr id="604162" name="Object 2">
                        <a:extLst>
                          <a:ext uri="{FF2B5EF4-FFF2-40B4-BE49-F238E27FC236}">
                            <a16:creationId xmlns:a16="http://schemas.microsoft.com/office/drawing/2014/main" id="{10C013CE-AA7B-4569-A0AA-07AFB8FAC9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7664" y="1412876"/>
                        <a:ext cx="1722437" cy="53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4163" name="Rectangle 3">
            <a:extLst>
              <a:ext uri="{FF2B5EF4-FFF2-40B4-BE49-F238E27FC236}">
                <a16:creationId xmlns:a16="http://schemas.microsoft.com/office/drawing/2014/main" id="{04B9CFFE-3498-455B-8E0A-279D0CE59A7E}"/>
              </a:ext>
            </a:extLst>
          </p:cNvPr>
          <p:cNvSpPr>
            <a:spLocks noChangeArrowheads="1"/>
          </p:cNvSpPr>
          <p:nvPr/>
        </p:nvSpPr>
        <p:spPr bwMode="auto">
          <a:xfrm>
            <a:off x="1524001" y="-3260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graphicFrame>
        <p:nvGraphicFramePr>
          <p:cNvPr id="604164" name="Object 4">
            <a:extLst>
              <a:ext uri="{FF2B5EF4-FFF2-40B4-BE49-F238E27FC236}">
                <a16:creationId xmlns:a16="http://schemas.microsoft.com/office/drawing/2014/main" id="{C455B736-8852-4C55-81D2-A56B9AC7F634}"/>
              </a:ext>
            </a:extLst>
          </p:cNvPr>
          <p:cNvGraphicFramePr>
            <a:graphicFrameLocks noChangeAspect="1"/>
          </p:cNvGraphicFramePr>
          <p:nvPr/>
        </p:nvGraphicFramePr>
        <p:xfrm>
          <a:off x="1919289" y="73026"/>
          <a:ext cx="1379537" cy="1101725"/>
        </p:xfrm>
        <a:graphic>
          <a:graphicData uri="http://schemas.openxmlformats.org/presentationml/2006/ole">
            <mc:AlternateContent xmlns:mc="http://schemas.openxmlformats.org/markup-compatibility/2006">
              <mc:Choice xmlns:v="urn:schemas-microsoft-com:vml" Requires="v">
                <p:oleObj spid="_x0000_s19473" name="公式" r:id="rId5" imgW="571320" imgH="457200" progId="Equation.3">
                  <p:embed/>
                </p:oleObj>
              </mc:Choice>
              <mc:Fallback>
                <p:oleObj name="公式" r:id="rId5" imgW="571320" imgH="457200" progId="Equation.3">
                  <p:embed/>
                  <p:pic>
                    <p:nvPicPr>
                      <p:cNvPr id="604164" name="Object 4">
                        <a:extLst>
                          <a:ext uri="{FF2B5EF4-FFF2-40B4-BE49-F238E27FC236}">
                            <a16:creationId xmlns:a16="http://schemas.microsoft.com/office/drawing/2014/main" id="{C455B736-8852-4C55-81D2-A56B9AC7F6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19289" y="73026"/>
                        <a:ext cx="1379537" cy="1101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4165" name="Object 5">
            <a:extLst>
              <a:ext uri="{FF2B5EF4-FFF2-40B4-BE49-F238E27FC236}">
                <a16:creationId xmlns:a16="http://schemas.microsoft.com/office/drawing/2014/main" id="{CF57C142-8E39-4667-97A7-C0F2C581B600}"/>
              </a:ext>
            </a:extLst>
          </p:cNvPr>
          <p:cNvGraphicFramePr>
            <a:graphicFrameLocks noChangeAspect="1"/>
          </p:cNvGraphicFramePr>
          <p:nvPr/>
        </p:nvGraphicFramePr>
        <p:xfrm>
          <a:off x="1524000" y="1341438"/>
          <a:ext cx="2097088" cy="641350"/>
        </p:xfrm>
        <a:graphic>
          <a:graphicData uri="http://schemas.openxmlformats.org/presentationml/2006/ole">
            <mc:AlternateContent xmlns:mc="http://schemas.openxmlformats.org/markup-compatibility/2006">
              <mc:Choice xmlns:v="urn:schemas-microsoft-com:vml" Requires="v">
                <p:oleObj spid="_x0000_s19474" name="公式" r:id="rId7" imgW="787320" imgH="241200" progId="Equation.3">
                  <p:embed/>
                </p:oleObj>
              </mc:Choice>
              <mc:Fallback>
                <p:oleObj name="公式" r:id="rId7" imgW="787320" imgH="241200" progId="Equation.3">
                  <p:embed/>
                  <p:pic>
                    <p:nvPicPr>
                      <p:cNvPr id="604165" name="Object 5">
                        <a:extLst>
                          <a:ext uri="{FF2B5EF4-FFF2-40B4-BE49-F238E27FC236}">
                            <a16:creationId xmlns:a16="http://schemas.microsoft.com/office/drawing/2014/main" id="{CF57C142-8E39-4667-97A7-C0F2C581B60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1341438"/>
                        <a:ext cx="2097088" cy="64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4166" name="Object 6">
            <a:extLst>
              <a:ext uri="{FF2B5EF4-FFF2-40B4-BE49-F238E27FC236}">
                <a16:creationId xmlns:a16="http://schemas.microsoft.com/office/drawing/2014/main" id="{6840CA56-C8A6-4FFE-80CB-F719F45F3261}"/>
              </a:ext>
            </a:extLst>
          </p:cNvPr>
          <p:cNvGraphicFramePr>
            <a:graphicFrameLocks noChangeAspect="1"/>
          </p:cNvGraphicFramePr>
          <p:nvPr/>
        </p:nvGraphicFramePr>
        <p:xfrm>
          <a:off x="3200401" y="0"/>
          <a:ext cx="1268413" cy="1123950"/>
        </p:xfrm>
        <a:graphic>
          <a:graphicData uri="http://schemas.openxmlformats.org/presentationml/2006/ole">
            <mc:AlternateContent xmlns:mc="http://schemas.openxmlformats.org/markup-compatibility/2006">
              <mc:Choice xmlns:v="urn:schemas-microsoft-com:vml" Requires="v">
                <p:oleObj spid="_x0000_s19475" name="公式" r:id="rId9" imgW="457200" imgH="406080" progId="Equation.3">
                  <p:embed/>
                </p:oleObj>
              </mc:Choice>
              <mc:Fallback>
                <p:oleObj name="公式" r:id="rId9" imgW="457200" imgH="406080" progId="Equation.3">
                  <p:embed/>
                  <p:pic>
                    <p:nvPicPr>
                      <p:cNvPr id="604166" name="Object 6">
                        <a:extLst>
                          <a:ext uri="{FF2B5EF4-FFF2-40B4-BE49-F238E27FC236}">
                            <a16:creationId xmlns:a16="http://schemas.microsoft.com/office/drawing/2014/main" id="{6840CA56-C8A6-4FFE-80CB-F719F45F326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00401" y="0"/>
                        <a:ext cx="1268413" cy="1123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4167" name="Object 7">
            <a:extLst>
              <a:ext uri="{FF2B5EF4-FFF2-40B4-BE49-F238E27FC236}">
                <a16:creationId xmlns:a16="http://schemas.microsoft.com/office/drawing/2014/main" id="{12D01159-DA4C-41BE-A524-965227BD337B}"/>
              </a:ext>
            </a:extLst>
          </p:cNvPr>
          <p:cNvGraphicFramePr>
            <a:graphicFrameLocks noChangeAspect="1"/>
          </p:cNvGraphicFramePr>
          <p:nvPr/>
        </p:nvGraphicFramePr>
        <p:xfrm>
          <a:off x="3719513" y="1412875"/>
          <a:ext cx="3706812" cy="476250"/>
        </p:xfrm>
        <a:graphic>
          <a:graphicData uri="http://schemas.openxmlformats.org/presentationml/2006/ole">
            <mc:AlternateContent xmlns:mc="http://schemas.openxmlformats.org/markup-compatibility/2006">
              <mc:Choice xmlns:v="urn:schemas-microsoft-com:vml" Requires="v">
                <p:oleObj spid="_x0000_s19476" name="公式" r:id="rId11" imgW="1384200" imgH="177480" progId="Equation.3">
                  <p:embed/>
                </p:oleObj>
              </mc:Choice>
              <mc:Fallback>
                <p:oleObj name="公式" r:id="rId11" imgW="1384200" imgH="177480" progId="Equation.3">
                  <p:embed/>
                  <p:pic>
                    <p:nvPicPr>
                      <p:cNvPr id="604167" name="Object 7">
                        <a:extLst>
                          <a:ext uri="{FF2B5EF4-FFF2-40B4-BE49-F238E27FC236}">
                            <a16:creationId xmlns:a16="http://schemas.microsoft.com/office/drawing/2014/main" id="{12D01159-DA4C-41BE-A524-965227BD337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19513" y="1412875"/>
                        <a:ext cx="3706812"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4168" name="Object 8">
            <a:extLst>
              <a:ext uri="{FF2B5EF4-FFF2-40B4-BE49-F238E27FC236}">
                <a16:creationId xmlns:a16="http://schemas.microsoft.com/office/drawing/2014/main" id="{593A51CE-027E-4F1E-85D7-796AA88E677B}"/>
              </a:ext>
            </a:extLst>
          </p:cNvPr>
          <p:cNvGraphicFramePr>
            <a:graphicFrameLocks noChangeAspect="1"/>
          </p:cNvGraphicFramePr>
          <p:nvPr/>
        </p:nvGraphicFramePr>
        <p:xfrm>
          <a:off x="4716464" y="333376"/>
          <a:ext cx="1190625" cy="485775"/>
        </p:xfrm>
        <a:graphic>
          <a:graphicData uri="http://schemas.openxmlformats.org/presentationml/2006/ole">
            <mc:AlternateContent xmlns:mc="http://schemas.openxmlformats.org/markup-compatibility/2006">
              <mc:Choice xmlns:v="urn:schemas-microsoft-com:vml" Requires="v">
                <p:oleObj spid="_x0000_s19477" name="公式" r:id="rId13" imgW="431640" imgH="177480" progId="Equation.3">
                  <p:embed/>
                </p:oleObj>
              </mc:Choice>
              <mc:Fallback>
                <p:oleObj name="公式" r:id="rId13" imgW="431640" imgH="177480" progId="Equation.3">
                  <p:embed/>
                  <p:pic>
                    <p:nvPicPr>
                      <p:cNvPr id="604168" name="Object 8">
                        <a:extLst>
                          <a:ext uri="{FF2B5EF4-FFF2-40B4-BE49-F238E27FC236}">
                            <a16:creationId xmlns:a16="http://schemas.microsoft.com/office/drawing/2014/main" id="{593A51CE-027E-4F1E-85D7-796AA88E677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16464" y="333376"/>
                        <a:ext cx="1190625"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4169" name="Object 9">
            <a:extLst>
              <a:ext uri="{FF2B5EF4-FFF2-40B4-BE49-F238E27FC236}">
                <a16:creationId xmlns:a16="http://schemas.microsoft.com/office/drawing/2014/main" id="{CB79D80B-5382-48EE-8AD2-4328E19AE5B5}"/>
              </a:ext>
            </a:extLst>
          </p:cNvPr>
          <p:cNvGraphicFramePr>
            <a:graphicFrameLocks noChangeAspect="1"/>
          </p:cNvGraphicFramePr>
          <p:nvPr/>
        </p:nvGraphicFramePr>
        <p:xfrm>
          <a:off x="1703389" y="2205038"/>
          <a:ext cx="2016125" cy="684212"/>
        </p:xfrm>
        <a:graphic>
          <a:graphicData uri="http://schemas.openxmlformats.org/presentationml/2006/ole">
            <mc:AlternateContent xmlns:mc="http://schemas.openxmlformats.org/markup-compatibility/2006">
              <mc:Choice xmlns:v="urn:schemas-microsoft-com:vml" Requires="v">
                <p:oleObj spid="_x0000_s19478" name="公式" r:id="rId15" imgW="698400" imgH="241200" progId="Equation.3">
                  <p:embed/>
                </p:oleObj>
              </mc:Choice>
              <mc:Fallback>
                <p:oleObj name="公式" r:id="rId15" imgW="698400" imgH="241200" progId="Equation.3">
                  <p:embed/>
                  <p:pic>
                    <p:nvPicPr>
                      <p:cNvPr id="604169" name="Object 9">
                        <a:extLst>
                          <a:ext uri="{FF2B5EF4-FFF2-40B4-BE49-F238E27FC236}">
                            <a16:creationId xmlns:a16="http://schemas.microsoft.com/office/drawing/2014/main" id="{CB79D80B-5382-48EE-8AD2-4328E19AE5B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03389" y="2205038"/>
                        <a:ext cx="2016125" cy="684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4170" name="Object 10">
            <a:extLst>
              <a:ext uri="{FF2B5EF4-FFF2-40B4-BE49-F238E27FC236}">
                <a16:creationId xmlns:a16="http://schemas.microsoft.com/office/drawing/2014/main" id="{E7748FFE-D031-435B-97F7-91FEE6BB833F}"/>
              </a:ext>
            </a:extLst>
          </p:cNvPr>
          <p:cNvGraphicFramePr>
            <a:graphicFrameLocks noChangeAspect="1"/>
          </p:cNvGraphicFramePr>
          <p:nvPr/>
        </p:nvGraphicFramePr>
        <p:xfrm>
          <a:off x="3994150" y="2276476"/>
          <a:ext cx="3189288" cy="504825"/>
        </p:xfrm>
        <a:graphic>
          <a:graphicData uri="http://schemas.openxmlformats.org/presentationml/2006/ole">
            <mc:AlternateContent xmlns:mc="http://schemas.openxmlformats.org/markup-compatibility/2006">
              <mc:Choice xmlns:v="urn:schemas-microsoft-com:vml" Requires="v">
                <p:oleObj spid="_x0000_s19479" name="公式" r:id="rId17" imgW="1104840" imgH="177480" progId="Equation.3">
                  <p:embed/>
                </p:oleObj>
              </mc:Choice>
              <mc:Fallback>
                <p:oleObj name="公式" r:id="rId17" imgW="1104840" imgH="177480" progId="Equation.3">
                  <p:embed/>
                  <p:pic>
                    <p:nvPicPr>
                      <p:cNvPr id="604170" name="Object 10">
                        <a:extLst>
                          <a:ext uri="{FF2B5EF4-FFF2-40B4-BE49-F238E27FC236}">
                            <a16:creationId xmlns:a16="http://schemas.microsoft.com/office/drawing/2014/main" id="{E7748FFE-D031-435B-97F7-91FEE6BB833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94150" y="2276476"/>
                        <a:ext cx="3189288"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4171" name="Rectangle 11">
            <a:extLst>
              <a:ext uri="{FF2B5EF4-FFF2-40B4-BE49-F238E27FC236}">
                <a16:creationId xmlns:a16="http://schemas.microsoft.com/office/drawing/2014/main" id="{A36168B7-B146-4034-ADD1-3A96E3FBE44D}"/>
              </a:ext>
            </a:extLst>
          </p:cNvPr>
          <p:cNvSpPr>
            <a:spLocks noChangeArrowheads="1"/>
          </p:cNvSpPr>
          <p:nvPr/>
        </p:nvSpPr>
        <p:spPr bwMode="auto">
          <a:xfrm>
            <a:off x="1703388" y="3068638"/>
            <a:ext cx="56880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先求未知参数</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σ</a:t>
            </a:r>
            <a:r>
              <a:rPr kumimoji="1" lang="en-US" altLang="zh-CN" sz="2800" b="1" baseline="30000">
                <a:solidFill>
                  <a:srgbClr val="007A77"/>
                </a:solidFill>
                <a:latin typeface="Times New Roman" panose="02020603050405020304" pitchFamily="18" charset="0"/>
                <a:ea typeface="楷体_GB2312" pitchFamily="49" charset="-122"/>
                <a:cs typeface="Times New Roman" panose="02020603050405020304" pitchFamily="18" charset="0"/>
              </a:rPr>
              <a:t>2</a:t>
            </a:r>
            <a:r>
              <a:rPr kumimoji="1" lang="en-US" altLang="zh-CN" sz="2800" b="1" i="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的估计</a:t>
            </a:r>
          </a:p>
        </p:txBody>
      </p:sp>
      <p:graphicFrame>
        <p:nvGraphicFramePr>
          <p:cNvPr id="604172" name="Object 12">
            <a:extLst>
              <a:ext uri="{FF2B5EF4-FFF2-40B4-BE49-F238E27FC236}">
                <a16:creationId xmlns:a16="http://schemas.microsoft.com/office/drawing/2014/main" id="{A85316CA-4ED1-4D5C-9555-9170E3A33444}"/>
              </a:ext>
            </a:extLst>
          </p:cNvPr>
          <p:cNvGraphicFramePr>
            <a:graphicFrameLocks noChangeAspect="1"/>
          </p:cNvGraphicFramePr>
          <p:nvPr/>
        </p:nvGraphicFramePr>
        <p:xfrm>
          <a:off x="1919288" y="3789363"/>
          <a:ext cx="2506662" cy="690562"/>
        </p:xfrm>
        <a:graphic>
          <a:graphicData uri="http://schemas.openxmlformats.org/presentationml/2006/ole">
            <mc:AlternateContent xmlns:mc="http://schemas.openxmlformats.org/markup-compatibility/2006">
              <mc:Choice xmlns:v="urn:schemas-microsoft-com:vml" Requires="v">
                <p:oleObj spid="_x0000_s19480" name="公式" r:id="rId19" imgW="952200" imgH="266400" progId="Equation.3">
                  <p:embed/>
                </p:oleObj>
              </mc:Choice>
              <mc:Fallback>
                <p:oleObj name="公式" r:id="rId19" imgW="952200" imgH="266400" progId="Equation.3">
                  <p:embed/>
                  <p:pic>
                    <p:nvPicPr>
                      <p:cNvPr id="604172" name="Object 12">
                        <a:extLst>
                          <a:ext uri="{FF2B5EF4-FFF2-40B4-BE49-F238E27FC236}">
                            <a16:creationId xmlns:a16="http://schemas.microsoft.com/office/drawing/2014/main" id="{A85316CA-4ED1-4D5C-9555-9170E3A33444}"/>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19288" y="3789363"/>
                        <a:ext cx="2506662" cy="690562"/>
                      </a:xfrm>
                      <a:prstGeom prst="rect">
                        <a:avLst/>
                      </a:prstGeom>
                      <a:noFill/>
                      <a:ln>
                        <a:noFill/>
                      </a:ln>
                      <a:extLst>
                        <a:ext uri="{909E8E84-426E-40DD-AFC4-6F175D3DCCD1}">
                          <a14:hiddenFill xmlns:a14="http://schemas.microsoft.com/office/drawing/2010/main">
                            <a:solidFill>
                              <a:srgbClr val="FFFF99">
                                <a:alpha val="41000"/>
                              </a:srgbClr>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604173" name="Object 13">
            <a:extLst>
              <a:ext uri="{FF2B5EF4-FFF2-40B4-BE49-F238E27FC236}">
                <a16:creationId xmlns:a16="http://schemas.microsoft.com/office/drawing/2014/main" id="{076618C4-B764-4F75-B55D-3B995AFB692B}"/>
              </a:ext>
            </a:extLst>
          </p:cNvPr>
          <p:cNvGraphicFramePr>
            <a:graphicFrameLocks noChangeAspect="1"/>
          </p:cNvGraphicFramePr>
          <p:nvPr/>
        </p:nvGraphicFramePr>
        <p:xfrm>
          <a:off x="4759325" y="3876675"/>
          <a:ext cx="3678238" cy="444500"/>
        </p:xfrm>
        <a:graphic>
          <a:graphicData uri="http://schemas.openxmlformats.org/presentationml/2006/ole">
            <mc:AlternateContent xmlns:mc="http://schemas.openxmlformats.org/markup-compatibility/2006">
              <mc:Choice xmlns:v="urn:schemas-microsoft-com:vml" Requires="v">
                <p:oleObj spid="_x0000_s19481" name="公式" r:id="rId21" imgW="1460160" imgH="177480" progId="Equation.3">
                  <p:embed/>
                </p:oleObj>
              </mc:Choice>
              <mc:Fallback>
                <p:oleObj name="公式" r:id="rId21" imgW="1460160" imgH="177480" progId="Equation.3">
                  <p:embed/>
                  <p:pic>
                    <p:nvPicPr>
                      <p:cNvPr id="604173" name="Object 13">
                        <a:extLst>
                          <a:ext uri="{FF2B5EF4-FFF2-40B4-BE49-F238E27FC236}">
                            <a16:creationId xmlns:a16="http://schemas.microsoft.com/office/drawing/2014/main" id="{076618C4-B764-4F75-B55D-3B995AFB692B}"/>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759325" y="3876675"/>
                        <a:ext cx="3678238"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4174" name="Object 14">
            <a:extLst>
              <a:ext uri="{FF2B5EF4-FFF2-40B4-BE49-F238E27FC236}">
                <a16:creationId xmlns:a16="http://schemas.microsoft.com/office/drawing/2014/main" id="{D5844E40-C2FB-4931-87CE-B18848F6B0B4}"/>
              </a:ext>
            </a:extLst>
          </p:cNvPr>
          <p:cNvGraphicFramePr>
            <a:graphicFrameLocks noChangeAspect="1"/>
          </p:cNvGraphicFramePr>
          <p:nvPr/>
        </p:nvGraphicFramePr>
        <p:xfrm>
          <a:off x="8832851" y="3860800"/>
          <a:ext cx="1503363" cy="444500"/>
        </p:xfrm>
        <a:graphic>
          <a:graphicData uri="http://schemas.openxmlformats.org/presentationml/2006/ole">
            <mc:AlternateContent xmlns:mc="http://schemas.openxmlformats.org/markup-compatibility/2006">
              <mc:Choice xmlns:v="urn:schemas-microsoft-com:vml" Requires="v">
                <p:oleObj spid="_x0000_s19482" name="公式" r:id="rId23" imgW="596880" imgH="177480" progId="Equation.3">
                  <p:embed/>
                </p:oleObj>
              </mc:Choice>
              <mc:Fallback>
                <p:oleObj name="公式" r:id="rId23" imgW="596880" imgH="177480" progId="Equation.3">
                  <p:embed/>
                  <p:pic>
                    <p:nvPicPr>
                      <p:cNvPr id="604174" name="Object 14">
                        <a:extLst>
                          <a:ext uri="{FF2B5EF4-FFF2-40B4-BE49-F238E27FC236}">
                            <a16:creationId xmlns:a16="http://schemas.microsoft.com/office/drawing/2014/main" id="{D5844E40-C2FB-4931-87CE-B18848F6B0B4}"/>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832851" y="3860800"/>
                        <a:ext cx="1503363"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4175" name="Object 15">
            <a:extLst>
              <a:ext uri="{FF2B5EF4-FFF2-40B4-BE49-F238E27FC236}">
                <a16:creationId xmlns:a16="http://schemas.microsoft.com/office/drawing/2014/main" id="{89B22283-A414-4B6E-895C-362B076E302D}"/>
              </a:ext>
            </a:extLst>
          </p:cNvPr>
          <p:cNvGraphicFramePr>
            <a:graphicFrameLocks noChangeAspect="1"/>
          </p:cNvGraphicFramePr>
          <p:nvPr/>
        </p:nvGraphicFramePr>
        <p:xfrm>
          <a:off x="2424114" y="4724401"/>
          <a:ext cx="1800225" cy="982663"/>
        </p:xfrm>
        <a:graphic>
          <a:graphicData uri="http://schemas.openxmlformats.org/presentationml/2006/ole">
            <mc:AlternateContent xmlns:mc="http://schemas.openxmlformats.org/markup-compatibility/2006">
              <mc:Choice xmlns:v="urn:schemas-microsoft-com:vml" Requires="v">
                <p:oleObj spid="_x0000_s19483" name="公式" r:id="rId25" imgW="736560" imgH="406080" progId="Equation.3">
                  <p:embed/>
                </p:oleObj>
              </mc:Choice>
              <mc:Fallback>
                <p:oleObj name="公式" r:id="rId25" imgW="736560" imgH="406080" progId="Equation.3">
                  <p:embed/>
                  <p:pic>
                    <p:nvPicPr>
                      <p:cNvPr id="604175" name="Object 15">
                        <a:extLst>
                          <a:ext uri="{FF2B5EF4-FFF2-40B4-BE49-F238E27FC236}">
                            <a16:creationId xmlns:a16="http://schemas.microsoft.com/office/drawing/2014/main" id="{89B22283-A414-4B6E-895C-362B076E302D}"/>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424114" y="4724401"/>
                        <a:ext cx="1800225" cy="982663"/>
                      </a:xfrm>
                      <a:prstGeom prst="rect">
                        <a:avLst/>
                      </a:prstGeom>
                      <a:noFill/>
                      <a:ln>
                        <a:noFill/>
                      </a:ln>
                      <a:extLst>
                        <a:ext uri="{909E8E84-426E-40DD-AFC4-6F175D3DCCD1}">
                          <a14:hiddenFill xmlns:a14="http://schemas.microsoft.com/office/drawing/2010/main">
                            <a:solidFill>
                              <a:srgbClr val="FFFF99">
                                <a:alpha val="50999"/>
                              </a:srgbClr>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604176" name="Object 16">
            <a:extLst>
              <a:ext uri="{FF2B5EF4-FFF2-40B4-BE49-F238E27FC236}">
                <a16:creationId xmlns:a16="http://schemas.microsoft.com/office/drawing/2014/main" id="{483709D6-8355-48C9-87DA-43AA08A1127F}"/>
              </a:ext>
            </a:extLst>
          </p:cNvPr>
          <p:cNvGraphicFramePr>
            <a:graphicFrameLocks noChangeAspect="1"/>
          </p:cNvGraphicFramePr>
          <p:nvPr/>
        </p:nvGraphicFramePr>
        <p:xfrm>
          <a:off x="4367213" y="4724400"/>
          <a:ext cx="1568450" cy="1016000"/>
        </p:xfrm>
        <a:graphic>
          <a:graphicData uri="http://schemas.openxmlformats.org/presentationml/2006/ole">
            <mc:AlternateContent xmlns:mc="http://schemas.openxmlformats.org/markup-compatibility/2006">
              <mc:Choice xmlns:v="urn:schemas-microsoft-com:vml" Requires="v">
                <p:oleObj spid="_x0000_s19484" name="公式" r:id="rId27" imgW="622080" imgH="406080" progId="Equation.3">
                  <p:embed/>
                </p:oleObj>
              </mc:Choice>
              <mc:Fallback>
                <p:oleObj name="公式" r:id="rId27" imgW="622080" imgH="406080" progId="Equation.3">
                  <p:embed/>
                  <p:pic>
                    <p:nvPicPr>
                      <p:cNvPr id="604176" name="Object 16">
                        <a:extLst>
                          <a:ext uri="{FF2B5EF4-FFF2-40B4-BE49-F238E27FC236}">
                            <a16:creationId xmlns:a16="http://schemas.microsoft.com/office/drawing/2014/main" id="{483709D6-8355-48C9-87DA-43AA08A1127F}"/>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367213" y="4724400"/>
                        <a:ext cx="1568450"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4177" name="Object 17">
            <a:extLst>
              <a:ext uri="{FF2B5EF4-FFF2-40B4-BE49-F238E27FC236}">
                <a16:creationId xmlns:a16="http://schemas.microsoft.com/office/drawing/2014/main" id="{47683BFA-4B46-48F8-9089-B13333EEE4E0}"/>
              </a:ext>
            </a:extLst>
          </p:cNvPr>
          <p:cNvGraphicFramePr>
            <a:graphicFrameLocks noChangeAspect="1"/>
          </p:cNvGraphicFramePr>
          <p:nvPr/>
        </p:nvGraphicFramePr>
        <p:xfrm>
          <a:off x="6383338" y="4973638"/>
          <a:ext cx="1504950" cy="444500"/>
        </p:xfrm>
        <a:graphic>
          <a:graphicData uri="http://schemas.openxmlformats.org/presentationml/2006/ole">
            <mc:AlternateContent xmlns:mc="http://schemas.openxmlformats.org/markup-compatibility/2006">
              <mc:Choice xmlns:v="urn:schemas-microsoft-com:vml" Requires="v">
                <p:oleObj spid="_x0000_s19485" name="公式" r:id="rId29" imgW="596880" imgH="177480" progId="Equation.3">
                  <p:embed/>
                </p:oleObj>
              </mc:Choice>
              <mc:Fallback>
                <p:oleObj name="公式" r:id="rId29" imgW="596880" imgH="177480" progId="Equation.3">
                  <p:embed/>
                  <p:pic>
                    <p:nvPicPr>
                      <p:cNvPr id="604177" name="Object 17">
                        <a:extLst>
                          <a:ext uri="{FF2B5EF4-FFF2-40B4-BE49-F238E27FC236}">
                            <a16:creationId xmlns:a16="http://schemas.microsoft.com/office/drawing/2014/main" id="{47683BFA-4B46-48F8-9089-B13333EEE4E0}"/>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383338" y="4973638"/>
                        <a:ext cx="150495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afterEffect">
                                  <p:stCondLst>
                                    <p:cond delay="0"/>
                                  </p:stCondLst>
                                  <p:childTnLst>
                                    <p:set>
                                      <p:cBhvr>
                                        <p:cTn id="6" dur="1" fill="hold">
                                          <p:stCondLst>
                                            <p:cond delay="0"/>
                                          </p:stCondLst>
                                        </p:cTn>
                                        <p:tgtEl>
                                          <p:spTgt spid="604164"/>
                                        </p:tgtEl>
                                        <p:attrNameLst>
                                          <p:attrName>style.visibility</p:attrName>
                                        </p:attrNameLst>
                                      </p:cBhvr>
                                      <p:to>
                                        <p:strVal val="visible"/>
                                      </p:to>
                                    </p:set>
                                    <p:animEffect transition="in" filter="slide(fromLeft)">
                                      <p:cBhvr>
                                        <p:cTn id="7" dur="1000"/>
                                        <p:tgtEl>
                                          <p:spTgt spid="6041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04166"/>
                                        </p:tgtEl>
                                        <p:attrNameLst>
                                          <p:attrName>style.visibility</p:attrName>
                                        </p:attrNameLst>
                                      </p:cBhvr>
                                      <p:to>
                                        <p:strVal val="visible"/>
                                      </p:to>
                                    </p:set>
                                    <p:animEffect transition="in" filter="wipe(left)">
                                      <p:cBhvr>
                                        <p:cTn id="12" dur="1000"/>
                                        <p:tgtEl>
                                          <p:spTgt spid="6041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04168"/>
                                        </p:tgtEl>
                                        <p:attrNameLst>
                                          <p:attrName>style.visibility</p:attrName>
                                        </p:attrNameLst>
                                      </p:cBhvr>
                                      <p:to>
                                        <p:strVal val="visible"/>
                                      </p:to>
                                    </p:set>
                                    <p:animEffect transition="in" filter="wipe(left)">
                                      <p:cBhvr>
                                        <p:cTn id="17" dur="1000"/>
                                        <p:tgtEl>
                                          <p:spTgt spid="6041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604165"/>
                                        </p:tgtEl>
                                        <p:attrNameLst>
                                          <p:attrName>style.visibility</p:attrName>
                                        </p:attrNameLst>
                                      </p:cBhvr>
                                      <p:to>
                                        <p:strVal val="visible"/>
                                      </p:to>
                                    </p:set>
                                    <p:animEffect transition="in" filter="slide(fromBottom)">
                                      <p:cBhvr>
                                        <p:cTn id="22" dur="1000"/>
                                        <p:tgtEl>
                                          <p:spTgt spid="60416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604167"/>
                                        </p:tgtEl>
                                        <p:attrNameLst>
                                          <p:attrName>style.visibility</p:attrName>
                                        </p:attrNameLst>
                                      </p:cBhvr>
                                      <p:to>
                                        <p:strVal val="visible"/>
                                      </p:to>
                                    </p:set>
                                    <p:animEffect transition="in" filter="slide(fromBottom)">
                                      <p:cBhvr>
                                        <p:cTn id="27" dur="1000"/>
                                        <p:tgtEl>
                                          <p:spTgt spid="60416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04162"/>
                                        </p:tgtEl>
                                        <p:attrNameLst>
                                          <p:attrName>style.visibility</p:attrName>
                                        </p:attrNameLst>
                                      </p:cBhvr>
                                      <p:to>
                                        <p:strVal val="visible"/>
                                      </p:to>
                                    </p:set>
                                    <p:animEffect transition="in" filter="wipe(left)">
                                      <p:cBhvr>
                                        <p:cTn id="32" dur="1000"/>
                                        <p:tgtEl>
                                          <p:spTgt spid="60416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2" fill="hold" nodeType="clickEffect">
                                  <p:stCondLst>
                                    <p:cond delay="0"/>
                                  </p:stCondLst>
                                  <p:childTnLst>
                                    <p:set>
                                      <p:cBhvr>
                                        <p:cTn id="36" dur="1" fill="hold">
                                          <p:stCondLst>
                                            <p:cond delay="0"/>
                                          </p:stCondLst>
                                        </p:cTn>
                                        <p:tgtEl>
                                          <p:spTgt spid="604169"/>
                                        </p:tgtEl>
                                        <p:attrNameLst>
                                          <p:attrName>style.visibility</p:attrName>
                                        </p:attrNameLst>
                                      </p:cBhvr>
                                      <p:to>
                                        <p:strVal val="visible"/>
                                      </p:to>
                                    </p:set>
                                    <p:animEffect transition="in" filter="slide(fromRight)">
                                      <p:cBhvr>
                                        <p:cTn id="37" dur="1000"/>
                                        <p:tgtEl>
                                          <p:spTgt spid="604169"/>
                                        </p:tgtEl>
                                      </p:cBhvr>
                                    </p:animEffect>
                                  </p:childTnLst>
                                </p:cTn>
                              </p:par>
                            </p:childTnLst>
                          </p:cTn>
                        </p:par>
                        <p:par>
                          <p:cTn id="38" fill="hold" nodeType="afterGroup">
                            <p:stCondLst>
                              <p:cond delay="1000"/>
                            </p:stCondLst>
                            <p:childTnLst>
                              <p:par>
                                <p:cTn id="39" presetID="12" presetClass="entr" presetSubtype="2" fill="hold" nodeType="afterEffect">
                                  <p:stCondLst>
                                    <p:cond delay="0"/>
                                  </p:stCondLst>
                                  <p:childTnLst>
                                    <p:set>
                                      <p:cBhvr>
                                        <p:cTn id="40" dur="1" fill="hold">
                                          <p:stCondLst>
                                            <p:cond delay="0"/>
                                          </p:stCondLst>
                                        </p:cTn>
                                        <p:tgtEl>
                                          <p:spTgt spid="604170"/>
                                        </p:tgtEl>
                                        <p:attrNameLst>
                                          <p:attrName>style.visibility</p:attrName>
                                        </p:attrNameLst>
                                      </p:cBhvr>
                                      <p:to>
                                        <p:strVal val="visible"/>
                                      </p:to>
                                    </p:set>
                                    <p:animEffect transition="in" filter="slide(fromRight)">
                                      <p:cBhvr>
                                        <p:cTn id="41" dur="1000"/>
                                        <p:tgtEl>
                                          <p:spTgt spid="60417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604171"/>
                                        </p:tgtEl>
                                        <p:attrNameLst>
                                          <p:attrName>style.visibility</p:attrName>
                                        </p:attrNameLst>
                                      </p:cBhvr>
                                      <p:to>
                                        <p:strVal val="visible"/>
                                      </p:to>
                                    </p:set>
                                    <p:animEffect transition="in" filter="wipe(left)">
                                      <p:cBhvr>
                                        <p:cTn id="46" dur="1000"/>
                                        <p:tgtEl>
                                          <p:spTgt spid="60417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604172"/>
                                        </p:tgtEl>
                                        <p:attrNameLst>
                                          <p:attrName>style.visibility</p:attrName>
                                        </p:attrNameLst>
                                      </p:cBhvr>
                                      <p:to>
                                        <p:strVal val="visible"/>
                                      </p:to>
                                    </p:set>
                                    <p:animEffect transition="in" filter="wipe(left)">
                                      <p:cBhvr>
                                        <p:cTn id="51" dur="1000"/>
                                        <p:tgtEl>
                                          <p:spTgt spid="60417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604173"/>
                                        </p:tgtEl>
                                        <p:attrNameLst>
                                          <p:attrName>style.visibility</p:attrName>
                                        </p:attrNameLst>
                                      </p:cBhvr>
                                      <p:to>
                                        <p:strVal val="visible"/>
                                      </p:to>
                                    </p:set>
                                    <p:animEffect transition="in" filter="wipe(left)">
                                      <p:cBhvr>
                                        <p:cTn id="56" dur="1000"/>
                                        <p:tgtEl>
                                          <p:spTgt spid="604173"/>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604174"/>
                                        </p:tgtEl>
                                        <p:attrNameLst>
                                          <p:attrName>style.visibility</p:attrName>
                                        </p:attrNameLst>
                                      </p:cBhvr>
                                      <p:to>
                                        <p:strVal val="visible"/>
                                      </p:to>
                                    </p:set>
                                    <p:animEffect transition="in" filter="wipe(left)">
                                      <p:cBhvr>
                                        <p:cTn id="61" dur="1000"/>
                                        <p:tgtEl>
                                          <p:spTgt spid="60417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604175"/>
                                        </p:tgtEl>
                                        <p:attrNameLst>
                                          <p:attrName>style.visibility</p:attrName>
                                        </p:attrNameLst>
                                      </p:cBhvr>
                                      <p:to>
                                        <p:strVal val="visible"/>
                                      </p:to>
                                    </p:set>
                                    <p:animEffect transition="in" filter="wipe(left)">
                                      <p:cBhvr>
                                        <p:cTn id="66" dur="1000"/>
                                        <p:tgtEl>
                                          <p:spTgt spid="604175"/>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604176"/>
                                        </p:tgtEl>
                                        <p:attrNameLst>
                                          <p:attrName>style.visibility</p:attrName>
                                        </p:attrNameLst>
                                      </p:cBhvr>
                                      <p:to>
                                        <p:strVal val="visible"/>
                                      </p:to>
                                    </p:set>
                                    <p:animEffect transition="in" filter="wipe(left)">
                                      <p:cBhvr>
                                        <p:cTn id="71" dur="1000"/>
                                        <p:tgtEl>
                                          <p:spTgt spid="604176"/>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604177"/>
                                        </p:tgtEl>
                                        <p:attrNameLst>
                                          <p:attrName>style.visibility</p:attrName>
                                        </p:attrNameLst>
                                      </p:cBhvr>
                                      <p:to>
                                        <p:strVal val="visible"/>
                                      </p:to>
                                    </p:set>
                                    <p:animEffect transition="in" filter="wipe(left)">
                                      <p:cBhvr>
                                        <p:cTn id="76" dur="1000"/>
                                        <p:tgtEl>
                                          <p:spTgt spid="604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71"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a:extLst>
              <a:ext uri="{FF2B5EF4-FFF2-40B4-BE49-F238E27FC236}">
                <a16:creationId xmlns:a16="http://schemas.microsoft.com/office/drawing/2014/main" id="{165E2D05-3626-4BE6-AF8F-C5C0CDEA80D6}"/>
              </a:ext>
            </a:extLst>
          </p:cNvPr>
          <p:cNvSpPr>
            <a:spLocks noChangeArrowheads="1"/>
          </p:cNvSpPr>
          <p:nvPr/>
        </p:nvSpPr>
        <p:spPr bwMode="auto">
          <a:xfrm>
            <a:off x="1524001" y="-3260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graphicFrame>
        <p:nvGraphicFramePr>
          <p:cNvPr id="605187" name="Object 3">
            <a:extLst>
              <a:ext uri="{FF2B5EF4-FFF2-40B4-BE49-F238E27FC236}">
                <a16:creationId xmlns:a16="http://schemas.microsoft.com/office/drawing/2014/main" id="{A509D566-2837-451C-BAC7-A3E6820AED85}"/>
              </a:ext>
            </a:extLst>
          </p:cNvPr>
          <p:cNvGraphicFramePr>
            <a:graphicFrameLocks noChangeAspect="1"/>
          </p:cNvGraphicFramePr>
          <p:nvPr/>
        </p:nvGraphicFramePr>
        <p:xfrm>
          <a:off x="5375275" y="3644900"/>
          <a:ext cx="1663700" cy="444500"/>
        </p:xfrm>
        <a:graphic>
          <a:graphicData uri="http://schemas.openxmlformats.org/presentationml/2006/ole">
            <mc:AlternateContent xmlns:mc="http://schemas.openxmlformats.org/markup-compatibility/2006">
              <mc:Choice xmlns:v="urn:schemas-microsoft-com:vml" Requires="v">
                <p:oleObj spid="_x0000_s20494" name="公式" r:id="rId3" imgW="660240" imgH="177480" progId="Equation.3">
                  <p:embed/>
                </p:oleObj>
              </mc:Choice>
              <mc:Fallback>
                <p:oleObj name="公式" r:id="rId3" imgW="660240" imgH="177480" progId="Equation.3">
                  <p:embed/>
                  <p:pic>
                    <p:nvPicPr>
                      <p:cNvPr id="605187" name="Object 3">
                        <a:extLst>
                          <a:ext uri="{FF2B5EF4-FFF2-40B4-BE49-F238E27FC236}">
                            <a16:creationId xmlns:a16="http://schemas.microsoft.com/office/drawing/2014/main" id="{A509D566-2837-451C-BAC7-A3E6820AED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5275" y="3644900"/>
                        <a:ext cx="16637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5188" name="Rectangle 4">
            <a:extLst>
              <a:ext uri="{FF2B5EF4-FFF2-40B4-BE49-F238E27FC236}">
                <a16:creationId xmlns:a16="http://schemas.microsoft.com/office/drawing/2014/main" id="{6FBF6A31-2B82-4CF1-A96F-B97FD98132AD}"/>
              </a:ext>
            </a:extLst>
          </p:cNvPr>
          <p:cNvSpPr>
            <a:spLocks noChangeArrowheads="1"/>
          </p:cNvSpPr>
          <p:nvPr/>
        </p:nvSpPr>
        <p:spPr bwMode="auto">
          <a:xfrm>
            <a:off x="1524001" y="333376"/>
            <a:ext cx="19796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提出原假设</a:t>
            </a:r>
            <a:endParaRPr kumimoji="1" lang="zh-CN" altLang="en-US" sz="2800" b="1" i="1">
              <a:solidFill>
                <a:srgbClr val="007A77"/>
              </a:solidFill>
              <a:latin typeface="Times New Roman" panose="02020603050405020304" pitchFamily="18" charset="0"/>
              <a:ea typeface="楷体_GB2312" pitchFamily="49" charset="-122"/>
              <a:cs typeface="Times New Roman" panose="02020603050405020304" pitchFamily="18" charset="0"/>
            </a:endParaRPr>
          </a:p>
        </p:txBody>
      </p:sp>
      <p:graphicFrame>
        <p:nvGraphicFramePr>
          <p:cNvPr id="605189" name="Object 5">
            <a:extLst>
              <a:ext uri="{FF2B5EF4-FFF2-40B4-BE49-F238E27FC236}">
                <a16:creationId xmlns:a16="http://schemas.microsoft.com/office/drawing/2014/main" id="{1475B037-1D5C-4E85-8FDE-395E6AAB750C}"/>
              </a:ext>
            </a:extLst>
          </p:cNvPr>
          <p:cNvGraphicFramePr>
            <a:graphicFrameLocks noChangeAspect="1"/>
          </p:cNvGraphicFramePr>
          <p:nvPr/>
        </p:nvGraphicFramePr>
        <p:xfrm>
          <a:off x="3489326" y="404814"/>
          <a:ext cx="1592263" cy="458787"/>
        </p:xfrm>
        <a:graphic>
          <a:graphicData uri="http://schemas.openxmlformats.org/presentationml/2006/ole">
            <mc:AlternateContent xmlns:mc="http://schemas.openxmlformats.org/markup-compatibility/2006">
              <mc:Choice xmlns:v="urn:schemas-microsoft-com:vml" Requires="v">
                <p:oleObj spid="_x0000_s20495" name="公式" r:id="rId5" imgW="787320" imgH="228600" progId="Equation.3">
                  <p:embed/>
                </p:oleObj>
              </mc:Choice>
              <mc:Fallback>
                <p:oleObj name="公式" r:id="rId5" imgW="787320" imgH="228600" progId="Equation.3">
                  <p:embed/>
                  <p:pic>
                    <p:nvPicPr>
                      <p:cNvPr id="605189" name="Object 5">
                        <a:extLst>
                          <a:ext uri="{FF2B5EF4-FFF2-40B4-BE49-F238E27FC236}">
                            <a16:creationId xmlns:a16="http://schemas.microsoft.com/office/drawing/2014/main" id="{1475B037-1D5C-4E85-8FDE-395E6AAB750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89326" y="404814"/>
                        <a:ext cx="1592263" cy="458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5190" name="Rectangle 6">
            <a:extLst>
              <a:ext uri="{FF2B5EF4-FFF2-40B4-BE49-F238E27FC236}">
                <a16:creationId xmlns:a16="http://schemas.microsoft.com/office/drawing/2014/main" id="{634CD298-FED5-40BC-A367-0D95A5D8C550}"/>
              </a:ext>
            </a:extLst>
          </p:cNvPr>
          <p:cNvSpPr>
            <a:spLocks noChangeArrowheads="1"/>
          </p:cNvSpPr>
          <p:nvPr/>
        </p:nvSpPr>
        <p:spPr bwMode="auto">
          <a:xfrm>
            <a:off x="5303839" y="333376"/>
            <a:ext cx="2447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605191" name="Object 7">
            <a:extLst>
              <a:ext uri="{FF2B5EF4-FFF2-40B4-BE49-F238E27FC236}">
                <a16:creationId xmlns:a16="http://schemas.microsoft.com/office/drawing/2014/main" id="{38455198-F5C5-43C0-BA60-AE0FF21C288E}"/>
              </a:ext>
            </a:extLst>
          </p:cNvPr>
          <p:cNvGraphicFramePr>
            <a:graphicFrameLocks noChangeAspect="1"/>
          </p:cNvGraphicFramePr>
          <p:nvPr/>
        </p:nvGraphicFramePr>
        <p:xfrm>
          <a:off x="6959601" y="404814"/>
          <a:ext cx="1465263" cy="433387"/>
        </p:xfrm>
        <a:graphic>
          <a:graphicData uri="http://schemas.openxmlformats.org/presentationml/2006/ole">
            <mc:AlternateContent xmlns:mc="http://schemas.openxmlformats.org/markup-compatibility/2006">
              <mc:Choice xmlns:v="urn:schemas-microsoft-com:vml" Requires="v">
                <p:oleObj spid="_x0000_s20496" name="公式" r:id="rId7" imgW="723600" imgH="215640" progId="Equation.3">
                  <p:embed/>
                </p:oleObj>
              </mc:Choice>
              <mc:Fallback>
                <p:oleObj name="公式" r:id="rId7" imgW="723600" imgH="215640" progId="Equation.3">
                  <p:embed/>
                  <p:pic>
                    <p:nvPicPr>
                      <p:cNvPr id="605191" name="Object 7">
                        <a:extLst>
                          <a:ext uri="{FF2B5EF4-FFF2-40B4-BE49-F238E27FC236}">
                            <a16:creationId xmlns:a16="http://schemas.microsoft.com/office/drawing/2014/main" id="{38455198-F5C5-43C0-BA60-AE0FF21C288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59601" y="404814"/>
                        <a:ext cx="1465263" cy="433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5192" name="Rectangle 8">
            <a:extLst>
              <a:ext uri="{FF2B5EF4-FFF2-40B4-BE49-F238E27FC236}">
                <a16:creationId xmlns:a16="http://schemas.microsoft.com/office/drawing/2014/main" id="{00A20897-62A2-4E3E-A2F8-9E3F4CBB011F}"/>
              </a:ext>
            </a:extLst>
          </p:cNvPr>
          <p:cNvSpPr>
            <a:spLocks noChangeArrowheads="1"/>
          </p:cNvSpPr>
          <p:nvPr/>
        </p:nvSpPr>
        <p:spPr bwMode="auto">
          <a:xfrm>
            <a:off x="1524001" y="1125538"/>
            <a:ext cx="26654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楷体_GB2312" pitchFamily="49" charset="-122"/>
                <a:ea typeface="楷体_GB2312" pitchFamily="49" charset="-122"/>
              </a:rPr>
              <a:t>检验统计量</a:t>
            </a:r>
          </a:p>
        </p:txBody>
      </p:sp>
      <p:graphicFrame>
        <p:nvGraphicFramePr>
          <p:cNvPr id="605193" name="Object 9">
            <a:extLst>
              <a:ext uri="{FF2B5EF4-FFF2-40B4-BE49-F238E27FC236}">
                <a16:creationId xmlns:a16="http://schemas.microsoft.com/office/drawing/2014/main" id="{8EF90CC2-C46F-415E-85AA-EA74454D0CBD}"/>
              </a:ext>
            </a:extLst>
          </p:cNvPr>
          <p:cNvGraphicFramePr>
            <a:graphicFrameLocks noChangeAspect="1"/>
          </p:cNvGraphicFramePr>
          <p:nvPr/>
        </p:nvGraphicFramePr>
        <p:xfrm>
          <a:off x="3670301" y="908051"/>
          <a:ext cx="1584325" cy="898525"/>
        </p:xfrm>
        <a:graphic>
          <a:graphicData uri="http://schemas.openxmlformats.org/presentationml/2006/ole">
            <mc:AlternateContent xmlns:mc="http://schemas.openxmlformats.org/markup-compatibility/2006">
              <mc:Choice xmlns:v="urn:schemas-microsoft-com:vml" Requires="v">
                <p:oleObj spid="_x0000_s20497" name="公式" r:id="rId9" imgW="812520" imgH="457200" progId="Equation.3">
                  <p:embed/>
                </p:oleObj>
              </mc:Choice>
              <mc:Fallback>
                <p:oleObj name="公式" r:id="rId9" imgW="812520" imgH="457200" progId="Equation.3">
                  <p:embed/>
                  <p:pic>
                    <p:nvPicPr>
                      <p:cNvPr id="605193" name="Object 9">
                        <a:extLst>
                          <a:ext uri="{FF2B5EF4-FFF2-40B4-BE49-F238E27FC236}">
                            <a16:creationId xmlns:a16="http://schemas.microsoft.com/office/drawing/2014/main" id="{8EF90CC2-C46F-415E-85AA-EA74454D0CB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70301" y="908051"/>
                        <a:ext cx="1584325"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5194" name="Rectangle 10">
            <a:extLst>
              <a:ext uri="{FF2B5EF4-FFF2-40B4-BE49-F238E27FC236}">
                <a16:creationId xmlns:a16="http://schemas.microsoft.com/office/drawing/2014/main" id="{1F8CB2CC-0653-45D2-B55F-7F548D1D72C7}"/>
              </a:ext>
            </a:extLst>
          </p:cNvPr>
          <p:cNvSpPr>
            <a:spLocks noChangeArrowheads="1"/>
          </p:cNvSpPr>
          <p:nvPr/>
        </p:nvSpPr>
        <p:spPr bwMode="auto">
          <a:xfrm>
            <a:off x="5448300" y="1125538"/>
            <a:ext cx="27368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楷体_GB2312" pitchFamily="49" charset="-122"/>
                <a:ea typeface="楷体_GB2312" pitchFamily="49" charset="-122"/>
              </a:rPr>
              <a:t>拒绝域为</a:t>
            </a:r>
          </a:p>
        </p:txBody>
      </p:sp>
      <p:graphicFrame>
        <p:nvGraphicFramePr>
          <p:cNvPr id="605195" name="Object 11">
            <a:extLst>
              <a:ext uri="{FF2B5EF4-FFF2-40B4-BE49-F238E27FC236}">
                <a16:creationId xmlns:a16="http://schemas.microsoft.com/office/drawing/2014/main" id="{DDC1D129-B57C-4801-8680-2023F7A1A7C0}"/>
              </a:ext>
            </a:extLst>
          </p:cNvPr>
          <p:cNvGraphicFramePr>
            <a:graphicFrameLocks noChangeAspect="1"/>
          </p:cNvGraphicFramePr>
          <p:nvPr/>
        </p:nvGraphicFramePr>
        <p:xfrm>
          <a:off x="7248526" y="1196976"/>
          <a:ext cx="3159125" cy="493713"/>
        </p:xfrm>
        <a:graphic>
          <a:graphicData uri="http://schemas.openxmlformats.org/presentationml/2006/ole">
            <mc:AlternateContent xmlns:mc="http://schemas.openxmlformats.org/markup-compatibility/2006">
              <mc:Choice xmlns:v="urn:schemas-microsoft-com:vml" Requires="v">
                <p:oleObj spid="_x0000_s20498" name="公式" r:id="rId11" imgW="1473120" imgH="228600" progId="Equation.3">
                  <p:embed/>
                </p:oleObj>
              </mc:Choice>
              <mc:Fallback>
                <p:oleObj name="公式" r:id="rId11" imgW="1473120" imgH="228600" progId="Equation.3">
                  <p:embed/>
                  <p:pic>
                    <p:nvPicPr>
                      <p:cNvPr id="605195" name="Object 11">
                        <a:extLst>
                          <a:ext uri="{FF2B5EF4-FFF2-40B4-BE49-F238E27FC236}">
                            <a16:creationId xmlns:a16="http://schemas.microsoft.com/office/drawing/2014/main" id="{DDC1D129-B57C-4801-8680-2023F7A1A7C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48526" y="1196976"/>
                        <a:ext cx="3159125" cy="493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5196" name="Rectangle 12">
            <a:extLst>
              <a:ext uri="{FF2B5EF4-FFF2-40B4-BE49-F238E27FC236}">
                <a16:creationId xmlns:a16="http://schemas.microsoft.com/office/drawing/2014/main" id="{7ADA4D08-9272-4ACC-A23B-078CA764CE61}"/>
              </a:ext>
            </a:extLst>
          </p:cNvPr>
          <p:cNvSpPr>
            <a:spLocks noChangeArrowheads="1"/>
          </p:cNvSpPr>
          <p:nvPr/>
        </p:nvSpPr>
        <p:spPr bwMode="auto">
          <a:xfrm>
            <a:off x="1703388" y="1989138"/>
            <a:ext cx="157607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=0.01</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p>
        </p:txBody>
      </p:sp>
      <p:graphicFrame>
        <p:nvGraphicFramePr>
          <p:cNvPr id="605197" name="Object 13">
            <a:extLst>
              <a:ext uri="{FF2B5EF4-FFF2-40B4-BE49-F238E27FC236}">
                <a16:creationId xmlns:a16="http://schemas.microsoft.com/office/drawing/2014/main" id="{4B4683E5-FD69-4F96-8633-9140376859FA}"/>
              </a:ext>
            </a:extLst>
          </p:cNvPr>
          <p:cNvGraphicFramePr>
            <a:graphicFrameLocks noChangeAspect="1"/>
          </p:cNvGraphicFramePr>
          <p:nvPr/>
        </p:nvGraphicFramePr>
        <p:xfrm>
          <a:off x="3503614" y="1916113"/>
          <a:ext cx="3095625" cy="539750"/>
        </p:xfrm>
        <a:graphic>
          <a:graphicData uri="http://schemas.openxmlformats.org/presentationml/2006/ole">
            <mc:AlternateContent xmlns:mc="http://schemas.openxmlformats.org/markup-compatibility/2006">
              <mc:Choice xmlns:v="urn:schemas-microsoft-com:vml" Requires="v">
                <p:oleObj spid="_x0000_s20499" name="公式" r:id="rId13" imgW="1320480" imgH="228600" progId="Equation.3">
                  <p:embed/>
                </p:oleObj>
              </mc:Choice>
              <mc:Fallback>
                <p:oleObj name="公式" r:id="rId13" imgW="1320480" imgH="228600" progId="Equation.3">
                  <p:embed/>
                  <p:pic>
                    <p:nvPicPr>
                      <p:cNvPr id="605197" name="Object 13">
                        <a:extLst>
                          <a:ext uri="{FF2B5EF4-FFF2-40B4-BE49-F238E27FC236}">
                            <a16:creationId xmlns:a16="http://schemas.microsoft.com/office/drawing/2014/main" id="{4B4683E5-FD69-4F96-8633-9140376859F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03614" y="1916113"/>
                        <a:ext cx="3095625"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5198" name="Object 14">
            <a:extLst>
              <a:ext uri="{FF2B5EF4-FFF2-40B4-BE49-F238E27FC236}">
                <a16:creationId xmlns:a16="http://schemas.microsoft.com/office/drawing/2014/main" id="{866FFB5E-25D2-4E34-A676-14895788FAD4}"/>
              </a:ext>
            </a:extLst>
          </p:cNvPr>
          <p:cNvGraphicFramePr>
            <a:graphicFrameLocks noChangeAspect="1"/>
          </p:cNvGraphicFramePr>
          <p:nvPr/>
        </p:nvGraphicFramePr>
        <p:xfrm>
          <a:off x="6672264" y="1989138"/>
          <a:ext cx="1368425" cy="419100"/>
        </p:xfrm>
        <a:graphic>
          <a:graphicData uri="http://schemas.openxmlformats.org/presentationml/2006/ole">
            <mc:AlternateContent xmlns:mc="http://schemas.openxmlformats.org/markup-compatibility/2006">
              <mc:Choice xmlns:v="urn:schemas-microsoft-com:vml" Requires="v">
                <p:oleObj spid="_x0000_s20500" name="公式" r:id="rId15" imgW="583920" imgH="177480" progId="Equation.3">
                  <p:embed/>
                </p:oleObj>
              </mc:Choice>
              <mc:Fallback>
                <p:oleObj name="公式" r:id="rId15" imgW="583920" imgH="177480" progId="Equation.3">
                  <p:embed/>
                  <p:pic>
                    <p:nvPicPr>
                      <p:cNvPr id="605198" name="Object 14">
                        <a:extLst>
                          <a:ext uri="{FF2B5EF4-FFF2-40B4-BE49-F238E27FC236}">
                            <a16:creationId xmlns:a16="http://schemas.microsoft.com/office/drawing/2014/main" id="{866FFB5E-25D2-4E34-A676-14895788FAD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672264" y="1989138"/>
                        <a:ext cx="1368425"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5199" name="Object 15">
            <a:extLst>
              <a:ext uri="{FF2B5EF4-FFF2-40B4-BE49-F238E27FC236}">
                <a16:creationId xmlns:a16="http://schemas.microsoft.com/office/drawing/2014/main" id="{CB09BD00-3A35-44DD-83B8-EDD93BE989E7}"/>
              </a:ext>
            </a:extLst>
          </p:cNvPr>
          <p:cNvGraphicFramePr>
            <a:graphicFrameLocks noChangeAspect="1"/>
          </p:cNvGraphicFramePr>
          <p:nvPr/>
        </p:nvGraphicFramePr>
        <p:xfrm>
          <a:off x="1716088" y="3429001"/>
          <a:ext cx="1384300" cy="898525"/>
        </p:xfrm>
        <a:graphic>
          <a:graphicData uri="http://schemas.openxmlformats.org/presentationml/2006/ole">
            <mc:AlternateContent xmlns:mc="http://schemas.openxmlformats.org/markup-compatibility/2006">
              <mc:Choice xmlns:v="urn:schemas-microsoft-com:vml" Requires="v">
                <p:oleObj spid="_x0000_s20501" name="公式" r:id="rId17" imgW="711000" imgH="457200" progId="Equation.3">
                  <p:embed/>
                </p:oleObj>
              </mc:Choice>
              <mc:Fallback>
                <p:oleObj name="公式" r:id="rId17" imgW="711000" imgH="457200" progId="Equation.3">
                  <p:embed/>
                  <p:pic>
                    <p:nvPicPr>
                      <p:cNvPr id="605199" name="Object 15">
                        <a:extLst>
                          <a:ext uri="{FF2B5EF4-FFF2-40B4-BE49-F238E27FC236}">
                            <a16:creationId xmlns:a16="http://schemas.microsoft.com/office/drawing/2014/main" id="{CB09BD00-3A35-44DD-83B8-EDD93BE989E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16088" y="3429001"/>
                        <a:ext cx="1384300"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5200" name="Object 16">
            <a:extLst>
              <a:ext uri="{FF2B5EF4-FFF2-40B4-BE49-F238E27FC236}">
                <a16:creationId xmlns:a16="http://schemas.microsoft.com/office/drawing/2014/main" id="{1934A5A5-6E13-4B5E-8D87-44DDFDD9CE70}"/>
              </a:ext>
            </a:extLst>
          </p:cNvPr>
          <p:cNvGraphicFramePr>
            <a:graphicFrameLocks noChangeAspect="1"/>
          </p:cNvGraphicFramePr>
          <p:nvPr/>
        </p:nvGraphicFramePr>
        <p:xfrm>
          <a:off x="3214689" y="3357564"/>
          <a:ext cx="2160587" cy="1030287"/>
        </p:xfrm>
        <a:graphic>
          <a:graphicData uri="http://schemas.openxmlformats.org/presentationml/2006/ole">
            <mc:AlternateContent xmlns:mc="http://schemas.openxmlformats.org/markup-compatibility/2006">
              <mc:Choice xmlns:v="urn:schemas-microsoft-com:vml" Requires="v">
                <p:oleObj spid="_x0000_s20502" name="公式" r:id="rId19" imgW="965160" imgH="457200" progId="Equation.3">
                  <p:embed/>
                </p:oleObj>
              </mc:Choice>
              <mc:Fallback>
                <p:oleObj name="公式" r:id="rId19" imgW="965160" imgH="457200" progId="Equation.3">
                  <p:embed/>
                  <p:pic>
                    <p:nvPicPr>
                      <p:cNvPr id="605200" name="Object 16">
                        <a:extLst>
                          <a:ext uri="{FF2B5EF4-FFF2-40B4-BE49-F238E27FC236}">
                            <a16:creationId xmlns:a16="http://schemas.microsoft.com/office/drawing/2014/main" id="{1934A5A5-6E13-4B5E-8D87-44DDFDD9CE70}"/>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14689" y="3357564"/>
                        <a:ext cx="2160587" cy="1030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5201" name="Object 17">
            <a:extLst>
              <a:ext uri="{FF2B5EF4-FFF2-40B4-BE49-F238E27FC236}">
                <a16:creationId xmlns:a16="http://schemas.microsoft.com/office/drawing/2014/main" id="{6FFEA810-BA03-460B-9409-78AB7CC0E2B0}"/>
              </a:ext>
            </a:extLst>
          </p:cNvPr>
          <p:cNvGraphicFramePr>
            <a:graphicFrameLocks noChangeAspect="1"/>
          </p:cNvGraphicFramePr>
          <p:nvPr/>
        </p:nvGraphicFramePr>
        <p:xfrm>
          <a:off x="1919288" y="2708275"/>
          <a:ext cx="2641600" cy="438150"/>
        </p:xfrm>
        <a:graphic>
          <a:graphicData uri="http://schemas.openxmlformats.org/presentationml/2006/ole">
            <mc:AlternateContent xmlns:mc="http://schemas.openxmlformats.org/markup-compatibility/2006">
              <mc:Choice xmlns:v="urn:schemas-microsoft-com:vml" Requires="v">
                <p:oleObj spid="_x0000_s20503" name="公式" r:id="rId21" imgW="1231560" imgH="203040" progId="Equation.3">
                  <p:embed/>
                </p:oleObj>
              </mc:Choice>
              <mc:Fallback>
                <p:oleObj name="公式" r:id="rId21" imgW="1231560" imgH="203040" progId="Equation.3">
                  <p:embed/>
                  <p:pic>
                    <p:nvPicPr>
                      <p:cNvPr id="605201" name="Object 17">
                        <a:extLst>
                          <a:ext uri="{FF2B5EF4-FFF2-40B4-BE49-F238E27FC236}">
                            <a16:creationId xmlns:a16="http://schemas.microsoft.com/office/drawing/2014/main" id="{6FFEA810-BA03-460B-9409-78AB7CC0E2B0}"/>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19288" y="2708275"/>
                        <a:ext cx="2641600"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5202" name="Object 18">
            <a:extLst>
              <a:ext uri="{FF2B5EF4-FFF2-40B4-BE49-F238E27FC236}">
                <a16:creationId xmlns:a16="http://schemas.microsoft.com/office/drawing/2014/main" id="{AC9D5E04-0DC9-4032-AC73-644177C2D0D1}"/>
              </a:ext>
            </a:extLst>
          </p:cNvPr>
          <p:cNvGraphicFramePr>
            <a:graphicFrameLocks noChangeAspect="1"/>
          </p:cNvGraphicFramePr>
          <p:nvPr/>
        </p:nvGraphicFramePr>
        <p:xfrm>
          <a:off x="7104064" y="3644900"/>
          <a:ext cx="1368425" cy="419100"/>
        </p:xfrm>
        <a:graphic>
          <a:graphicData uri="http://schemas.openxmlformats.org/presentationml/2006/ole">
            <mc:AlternateContent xmlns:mc="http://schemas.openxmlformats.org/markup-compatibility/2006">
              <mc:Choice xmlns:v="urn:schemas-microsoft-com:vml" Requires="v">
                <p:oleObj spid="_x0000_s20504" name="公式" r:id="rId23" imgW="583920" imgH="177480" progId="Equation.3">
                  <p:embed/>
                </p:oleObj>
              </mc:Choice>
              <mc:Fallback>
                <p:oleObj name="公式" r:id="rId23" imgW="583920" imgH="177480" progId="Equation.3">
                  <p:embed/>
                  <p:pic>
                    <p:nvPicPr>
                      <p:cNvPr id="605202" name="Object 18">
                        <a:extLst>
                          <a:ext uri="{FF2B5EF4-FFF2-40B4-BE49-F238E27FC236}">
                            <a16:creationId xmlns:a16="http://schemas.microsoft.com/office/drawing/2014/main" id="{AC9D5E04-0DC9-4032-AC73-644177C2D0D1}"/>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104064" y="3644900"/>
                        <a:ext cx="1368425"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5203" name="Object 19">
            <a:extLst>
              <a:ext uri="{FF2B5EF4-FFF2-40B4-BE49-F238E27FC236}">
                <a16:creationId xmlns:a16="http://schemas.microsoft.com/office/drawing/2014/main" id="{38BA2A98-61A6-47CF-A59D-4467D1E241F7}"/>
              </a:ext>
            </a:extLst>
          </p:cNvPr>
          <p:cNvGraphicFramePr>
            <a:graphicFrameLocks noChangeAspect="1"/>
          </p:cNvGraphicFramePr>
          <p:nvPr/>
        </p:nvGraphicFramePr>
        <p:xfrm>
          <a:off x="3287714" y="4652963"/>
          <a:ext cx="839787" cy="366712"/>
        </p:xfrm>
        <a:graphic>
          <a:graphicData uri="http://schemas.openxmlformats.org/presentationml/2006/ole">
            <mc:AlternateContent xmlns:mc="http://schemas.openxmlformats.org/markup-compatibility/2006">
              <mc:Choice xmlns:v="urn:schemas-microsoft-com:vml" Requires="v">
                <p:oleObj spid="_x0000_s20505" name="公式" r:id="rId25" imgW="406080" imgH="177480" progId="Equation.3">
                  <p:embed/>
                </p:oleObj>
              </mc:Choice>
              <mc:Fallback>
                <p:oleObj name="公式" r:id="rId25" imgW="406080" imgH="177480" progId="Equation.3">
                  <p:embed/>
                  <p:pic>
                    <p:nvPicPr>
                      <p:cNvPr id="605203" name="Object 19">
                        <a:extLst>
                          <a:ext uri="{FF2B5EF4-FFF2-40B4-BE49-F238E27FC236}">
                            <a16:creationId xmlns:a16="http://schemas.microsoft.com/office/drawing/2014/main" id="{38BA2A98-61A6-47CF-A59D-4467D1E241F7}"/>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287714" y="4652963"/>
                        <a:ext cx="839787"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5204" name="Rectangle 20">
            <a:extLst>
              <a:ext uri="{FF2B5EF4-FFF2-40B4-BE49-F238E27FC236}">
                <a16:creationId xmlns:a16="http://schemas.microsoft.com/office/drawing/2014/main" id="{FA8C2CEA-DA80-484F-82DC-1C9FD7EBDE69}"/>
              </a:ext>
            </a:extLst>
          </p:cNvPr>
          <p:cNvSpPr>
            <a:spLocks noChangeArrowheads="1"/>
          </p:cNvSpPr>
          <p:nvPr/>
        </p:nvSpPr>
        <p:spPr bwMode="auto">
          <a:xfrm>
            <a:off x="4511675" y="4581526"/>
            <a:ext cx="252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所以拒绝</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605205" name="Rectangle 21">
            <a:extLst>
              <a:ext uri="{FF2B5EF4-FFF2-40B4-BE49-F238E27FC236}">
                <a16:creationId xmlns:a16="http://schemas.microsoft.com/office/drawing/2014/main" id="{F0F77594-5CE1-4938-A92E-A5143E64418E}"/>
              </a:ext>
            </a:extLst>
          </p:cNvPr>
          <p:cNvSpPr>
            <a:spLocks noChangeArrowheads="1"/>
          </p:cNvSpPr>
          <p:nvPr/>
        </p:nvSpPr>
        <p:spPr bwMode="auto">
          <a:xfrm>
            <a:off x="1992314" y="4581526"/>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605206" name="Rectangle 22">
            <a:extLst>
              <a:ext uri="{FF2B5EF4-FFF2-40B4-BE49-F238E27FC236}">
                <a16:creationId xmlns:a16="http://schemas.microsoft.com/office/drawing/2014/main" id="{57864BDF-0756-414F-A670-E87BB8C22970}"/>
              </a:ext>
            </a:extLst>
          </p:cNvPr>
          <p:cNvSpPr>
            <a:spLocks noChangeArrowheads="1"/>
          </p:cNvSpPr>
          <p:nvPr/>
        </p:nvSpPr>
        <p:spPr bwMode="auto">
          <a:xfrm>
            <a:off x="2711451" y="5300664"/>
            <a:ext cx="6716903"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认为 </a:t>
            </a:r>
            <a:r>
              <a:rPr kumimoji="1" lang="en-US" altLang="zh-CN" sz="2800" b="1" i="1">
                <a:solidFill>
                  <a:srgbClr val="007A77"/>
                </a:solidFill>
                <a:latin typeface="Times New Roman" panose="02020603050405020304" pitchFamily="18" charset="0"/>
                <a:ea typeface="楷体_GB2312" pitchFamily="49" charset="-122"/>
              </a:rPr>
              <a:t>y </a:t>
            </a:r>
            <a:r>
              <a:rPr kumimoji="1" lang="zh-CN" altLang="en-US" sz="2800" b="1">
                <a:solidFill>
                  <a:srgbClr val="007A77"/>
                </a:solidFill>
                <a:latin typeface="Times New Roman" panose="02020603050405020304" pitchFamily="18" charset="0"/>
                <a:ea typeface="楷体_GB2312" pitchFamily="49" charset="-122"/>
              </a:rPr>
              <a:t>与 </a:t>
            </a:r>
            <a:r>
              <a:rPr kumimoji="1" lang="en-US" altLang="zh-CN" sz="2800" b="1" i="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之间存在显著的线性相关关系</a:t>
            </a:r>
            <a:r>
              <a:rPr kumimoji="1" lang="en-US" altLang="zh-CN"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05188"/>
                                        </p:tgtEl>
                                        <p:attrNameLst>
                                          <p:attrName>style.visibility</p:attrName>
                                        </p:attrNameLst>
                                      </p:cBhvr>
                                      <p:to>
                                        <p:strVal val="visible"/>
                                      </p:to>
                                    </p:set>
                                    <p:animEffect transition="in" filter="wipe(left)">
                                      <p:cBhvr>
                                        <p:cTn id="7" dur="1000"/>
                                        <p:tgtEl>
                                          <p:spTgt spid="605188"/>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605189"/>
                                        </p:tgtEl>
                                        <p:attrNameLst>
                                          <p:attrName>style.visibility</p:attrName>
                                        </p:attrNameLst>
                                      </p:cBhvr>
                                      <p:to>
                                        <p:strVal val="visible"/>
                                      </p:to>
                                    </p:set>
                                    <p:animEffect transition="in" filter="wipe(left)">
                                      <p:cBhvr>
                                        <p:cTn id="11" dur="1000"/>
                                        <p:tgtEl>
                                          <p:spTgt spid="605189"/>
                                        </p:tgtEl>
                                      </p:cBhvr>
                                    </p:animEffect>
                                  </p:childTnLst>
                                </p:cTn>
                              </p:par>
                            </p:childTnLst>
                          </p:cTn>
                        </p:par>
                        <p:par>
                          <p:cTn id="12" fill="hold" nodeType="afterGroup">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605190"/>
                                        </p:tgtEl>
                                        <p:attrNameLst>
                                          <p:attrName>style.visibility</p:attrName>
                                        </p:attrNameLst>
                                      </p:cBhvr>
                                      <p:to>
                                        <p:strVal val="visible"/>
                                      </p:to>
                                    </p:set>
                                    <p:animEffect transition="in" filter="wipe(left)">
                                      <p:cBhvr>
                                        <p:cTn id="15" dur="1000"/>
                                        <p:tgtEl>
                                          <p:spTgt spid="605190"/>
                                        </p:tgtEl>
                                      </p:cBhvr>
                                    </p:animEffect>
                                  </p:childTnLst>
                                </p:cTn>
                              </p:par>
                            </p:childTnLst>
                          </p:cTn>
                        </p:par>
                        <p:par>
                          <p:cTn id="16" fill="hold" nodeType="afterGroup">
                            <p:stCondLst>
                              <p:cond delay="3000"/>
                            </p:stCondLst>
                            <p:childTnLst>
                              <p:par>
                                <p:cTn id="17" presetID="22" presetClass="entr" presetSubtype="8" fill="hold" nodeType="afterEffect">
                                  <p:stCondLst>
                                    <p:cond delay="0"/>
                                  </p:stCondLst>
                                  <p:childTnLst>
                                    <p:set>
                                      <p:cBhvr>
                                        <p:cTn id="18" dur="1" fill="hold">
                                          <p:stCondLst>
                                            <p:cond delay="0"/>
                                          </p:stCondLst>
                                        </p:cTn>
                                        <p:tgtEl>
                                          <p:spTgt spid="605191"/>
                                        </p:tgtEl>
                                        <p:attrNameLst>
                                          <p:attrName>style.visibility</p:attrName>
                                        </p:attrNameLst>
                                      </p:cBhvr>
                                      <p:to>
                                        <p:strVal val="visible"/>
                                      </p:to>
                                    </p:set>
                                    <p:animEffect transition="in" filter="wipe(left)">
                                      <p:cBhvr>
                                        <p:cTn id="19" dur="1000"/>
                                        <p:tgtEl>
                                          <p:spTgt spid="60519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605192"/>
                                        </p:tgtEl>
                                        <p:attrNameLst>
                                          <p:attrName>style.visibility</p:attrName>
                                        </p:attrNameLst>
                                      </p:cBhvr>
                                      <p:to>
                                        <p:strVal val="visible"/>
                                      </p:to>
                                    </p:set>
                                    <p:animEffect transition="in" filter="wipe(left)">
                                      <p:cBhvr>
                                        <p:cTn id="24" dur="1000"/>
                                        <p:tgtEl>
                                          <p:spTgt spid="605192"/>
                                        </p:tgtEl>
                                      </p:cBhvr>
                                    </p:animEffect>
                                  </p:childTnLst>
                                </p:cTn>
                              </p:par>
                            </p:childTnLst>
                          </p:cTn>
                        </p:par>
                        <p:par>
                          <p:cTn id="25" fill="hold" nodeType="afterGroup">
                            <p:stCondLst>
                              <p:cond delay="1000"/>
                            </p:stCondLst>
                            <p:childTnLst>
                              <p:par>
                                <p:cTn id="26" presetID="22" presetClass="entr" presetSubtype="8" fill="hold" nodeType="afterEffect">
                                  <p:stCondLst>
                                    <p:cond delay="0"/>
                                  </p:stCondLst>
                                  <p:childTnLst>
                                    <p:set>
                                      <p:cBhvr>
                                        <p:cTn id="27" dur="1" fill="hold">
                                          <p:stCondLst>
                                            <p:cond delay="0"/>
                                          </p:stCondLst>
                                        </p:cTn>
                                        <p:tgtEl>
                                          <p:spTgt spid="605193"/>
                                        </p:tgtEl>
                                        <p:attrNameLst>
                                          <p:attrName>style.visibility</p:attrName>
                                        </p:attrNameLst>
                                      </p:cBhvr>
                                      <p:to>
                                        <p:strVal val="visible"/>
                                      </p:to>
                                    </p:set>
                                    <p:animEffect transition="in" filter="wipe(left)">
                                      <p:cBhvr>
                                        <p:cTn id="28" dur="1000"/>
                                        <p:tgtEl>
                                          <p:spTgt spid="60519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05194"/>
                                        </p:tgtEl>
                                        <p:attrNameLst>
                                          <p:attrName>style.visibility</p:attrName>
                                        </p:attrNameLst>
                                      </p:cBhvr>
                                      <p:to>
                                        <p:strVal val="visible"/>
                                      </p:to>
                                    </p:set>
                                    <p:animEffect transition="in" filter="wipe(left)">
                                      <p:cBhvr>
                                        <p:cTn id="33" dur="500"/>
                                        <p:tgtEl>
                                          <p:spTgt spid="605194"/>
                                        </p:tgtEl>
                                      </p:cBhvr>
                                    </p:animEffect>
                                  </p:childTnLst>
                                </p:cTn>
                              </p:par>
                            </p:childTnLst>
                          </p:cTn>
                        </p:par>
                        <p:par>
                          <p:cTn id="34" fill="hold" nodeType="afterGroup">
                            <p:stCondLst>
                              <p:cond delay="500"/>
                            </p:stCondLst>
                            <p:childTnLst>
                              <p:par>
                                <p:cTn id="35" presetID="22" presetClass="entr" presetSubtype="8" fill="hold" nodeType="afterEffect">
                                  <p:stCondLst>
                                    <p:cond delay="0"/>
                                  </p:stCondLst>
                                  <p:childTnLst>
                                    <p:set>
                                      <p:cBhvr>
                                        <p:cTn id="36" dur="1" fill="hold">
                                          <p:stCondLst>
                                            <p:cond delay="0"/>
                                          </p:stCondLst>
                                        </p:cTn>
                                        <p:tgtEl>
                                          <p:spTgt spid="605195"/>
                                        </p:tgtEl>
                                        <p:attrNameLst>
                                          <p:attrName>style.visibility</p:attrName>
                                        </p:attrNameLst>
                                      </p:cBhvr>
                                      <p:to>
                                        <p:strVal val="visible"/>
                                      </p:to>
                                    </p:set>
                                    <p:animEffect transition="in" filter="wipe(left)">
                                      <p:cBhvr>
                                        <p:cTn id="37" dur="1000"/>
                                        <p:tgtEl>
                                          <p:spTgt spid="60519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05196"/>
                                        </p:tgtEl>
                                        <p:attrNameLst>
                                          <p:attrName>style.visibility</p:attrName>
                                        </p:attrNameLst>
                                      </p:cBhvr>
                                      <p:to>
                                        <p:strVal val="visible"/>
                                      </p:to>
                                    </p:set>
                                    <p:animEffect transition="in" filter="wipe(left)">
                                      <p:cBhvr>
                                        <p:cTn id="42" dur="1000"/>
                                        <p:tgtEl>
                                          <p:spTgt spid="605196"/>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605197"/>
                                        </p:tgtEl>
                                        <p:attrNameLst>
                                          <p:attrName>style.visibility</p:attrName>
                                        </p:attrNameLst>
                                      </p:cBhvr>
                                      <p:to>
                                        <p:strVal val="visible"/>
                                      </p:to>
                                    </p:set>
                                    <p:animEffect transition="in" filter="wipe(left)">
                                      <p:cBhvr>
                                        <p:cTn id="46" dur="1000"/>
                                        <p:tgtEl>
                                          <p:spTgt spid="60519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605198"/>
                                        </p:tgtEl>
                                        <p:attrNameLst>
                                          <p:attrName>style.visibility</p:attrName>
                                        </p:attrNameLst>
                                      </p:cBhvr>
                                      <p:to>
                                        <p:strVal val="visible"/>
                                      </p:to>
                                    </p:set>
                                    <p:animEffect transition="in" filter="wipe(left)">
                                      <p:cBhvr>
                                        <p:cTn id="51" dur="1000"/>
                                        <p:tgtEl>
                                          <p:spTgt spid="605198"/>
                                        </p:tgtEl>
                                      </p:cBhvr>
                                    </p:animEffect>
                                  </p:childTnLst>
                                </p:cTn>
                              </p:par>
                            </p:childTnLst>
                          </p:cTn>
                        </p:par>
                        <p:par>
                          <p:cTn id="52" fill="hold" nodeType="afterGroup">
                            <p:stCondLst>
                              <p:cond delay="1000"/>
                            </p:stCondLst>
                            <p:childTnLst>
                              <p:par>
                                <p:cTn id="53" presetID="22" presetClass="entr" presetSubtype="8" fill="hold" nodeType="afterEffect">
                                  <p:stCondLst>
                                    <p:cond delay="0"/>
                                  </p:stCondLst>
                                  <p:childTnLst>
                                    <p:set>
                                      <p:cBhvr>
                                        <p:cTn id="54" dur="1" fill="hold">
                                          <p:stCondLst>
                                            <p:cond delay="0"/>
                                          </p:stCondLst>
                                        </p:cTn>
                                        <p:tgtEl>
                                          <p:spTgt spid="605201"/>
                                        </p:tgtEl>
                                        <p:attrNameLst>
                                          <p:attrName>style.visibility</p:attrName>
                                        </p:attrNameLst>
                                      </p:cBhvr>
                                      <p:to>
                                        <p:strVal val="visible"/>
                                      </p:to>
                                    </p:set>
                                    <p:animEffect transition="in" filter="wipe(left)">
                                      <p:cBhvr>
                                        <p:cTn id="55" dur="1000"/>
                                        <p:tgtEl>
                                          <p:spTgt spid="60520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605199"/>
                                        </p:tgtEl>
                                        <p:attrNameLst>
                                          <p:attrName>style.visibility</p:attrName>
                                        </p:attrNameLst>
                                      </p:cBhvr>
                                      <p:to>
                                        <p:strVal val="visible"/>
                                      </p:to>
                                    </p:set>
                                    <p:animEffect transition="in" filter="wipe(left)">
                                      <p:cBhvr>
                                        <p:cTn id="60" dur="1000"/>
                                        <p:tgtEl>
                                          <p:spTgt spid="605199"/>
                                        </p:tgtEl>
                                      </p:cBhvr>
                                    </p:animEffect>
                                  </p:childTnLst>
                                </p:cTn>
                              </p:par>
                            </p:childTnLst>
                          </p:cTn>
                        </p:par>
                        <p:par>
                          <p:cTn id="61" fill="hold" nodeType="afterGroup">
                            <p:stCondLst>
                              <p:cond delay="1000"/>
                            </p:stCondLst>
                            <p:childTnLst>
                              <p:par>
                                <p:cTn id="62" presetID="22" presetClass="entr" presetSubtype="8" fill="hold" nodeType="afterEffect">
                                  <p:stCondLst>
                                    <p:cond delay="0"/>
                                  </p:stCondLst>
                                  <p:childTnLst>
                                    <p:set>
                                      <p:cBhvr>
                                        <p:cTn id="63" dur="1" fill="hold">
                                          <p:stCondLst>
                                            <p:cond delay="0"/>
                                          </p:stCondLst>
                                        </p:cTn>
                                        <p:tgtEl>
                                          <p:spTgt spid="605200"/>
                                        </p:tgtEl>
                                        <p:attrNameLst>
                                          <p:attrName>style.visibility</p:attrName>
                                        </p:attrNameLst>
                                      </p:cBhvr>
                                      <p:to>
                                        <p:strVal val="visible"/>
                                      </p:to>
                                    </p:set>
                                    <p:animEffect transition="in" filter="wipe(left)">
                                      <p:cBhvr>
                                        <p:cTn id="64" dur="1000"/>
                                        <p:tgtEl>
                                          <p:spTgt spid="605200"/>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605187"/>
                                        </p:tgtEl>
                                        <p:attrNameLst>
                                          <p:attrName>style.visibility</p:attrName>
                                        </p:attrNameLst>
                                      </p:cBhvr>
                                      <p:to>
                                        <p:strVal val="visible"/>
                                      </p:to>
                                    </p:set>
                                    <p:animEffect transition="in" filter="wipe(left)">
                                      <p:cBhvr>
                                        <p:cTn id="69" dur="1000"/>
                                        <p:tgtEl>
                                          <p:spTgt spid="605187"/>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605202"/>
                                        </p:tgtEl>
                                        <p:attrNameLst>
                                          <p:attrName>style.visibility</p:attrName>
                                        </p:attrNameLst>
                                      </p:cBhvr>
                                      <p:to>
                                        <p:strVal val="visible"/>
                                      </p:to>
                                    </p:set>
                                    <p:animEffect transition="in" filter="wipe(left)">
                                      <p:cBhvr>
                                        <p:cTn id="74" dur="1000"/>
                                        <p:tgtEl>
                                          <p:spTgt spid="605202"/>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605205"/>
                                        </p:tgtEl>
                                        <p:attrNameLst>
                                          <p:attrName>style.visibility</p:attrName>
                                        </p:attrNameLst>
                                      </p:cBhvr>
                                      <p:to>
                                        <p:strVal val="visible"/>
                                      </p:to>
                                    </p:set>
                                    <p:animEffect transition="in" filter="wipe(left)">
                                      <p:cBhvr>
                                        <p:cTn id="79" dur="1000"/>
                                        <p:tgtEl>
                                          <p:spTgt spid="605205"/>
                                        </p:tgtEl>
                                      </p:cBhvr>
                                    </p:animEffect>
                                  </p:childTnLst>
                                </p:cTn>
                              </p:par>
                            </p:childTnLst>
                          </p:cTn>
                        </p:par>
                        <p:par>
                          <p:cTn id="80" fill="hold" nodeType="afterGroup">
                            <p:stCondLst>
                              <p:cond delay="1000"/>
                            </p:stCondLst>
                            <p:childTnLst>
                              <p:par>
                                <p:cTn id="81" presetID="22" presetClass="entr" presetSubtype="8" fill="hold" nodeType="afterEffect">
                                  <p:stCondLst>
                                    <p:cond delay="0"/>
                                  </p:stCondLst>
                                  <p:childTnLst>
                                    <p:set>
                                      <p:cBhvr>
                                        <p:cTn id="82" dur="1" fill="hold">
                                          <p:stCondLst>
                                            <p:cond delay="0"/>
                                          </p:stCondLst>
                                        </p:cTn>
                                        <p:tgtEl>
                                          <p:spTgt spid="605203"/>
                                        </p:tgtEl>
                                        <p:attrNameLst>
                                          <p:attrName>style.visibility</p:attrName>
                                        </p:attrNameLst>
                                      </p:cBhvr>
                                      <p:to>
                                        <p:strVal val="visible"/>
                                      </p:to>
                                    </p:set>
                                    <p:animEffect transition="in" filter="wipe(left)">
                                      <p:cBhvr>
                                        <p:cTn id="83" dur="1000"/>
                                        <p:tgtEl>
                                          <p:spTgt spid="605203"/>
                                        </p:tgtEl>
                                      </p:cBhvr>
                                    </p:animEffect>
                                  </p:childTnLst>
                                </p:cTn>
                              </p:par>
                            </p:childTnLst>
                          </p:cTn>
                        </p:par>
                        <p:par>
                          <p:cTn id="84" fill="hold" nodeType="afterGroup">
                            <p:stCondLst>
                              <p:cond delay="2000"/>
                            </p:stCondLst>
                            <p:childTnLst>
                              <p:par>
                                <p:cTn id="85" presetID="22" presetClass="entr" presetSubtype="8" fill="hold" grpId="0" nodeType="afterEffect">
                                  <p:stCondLst>
                                    <p:cond delay="0"/>
                                  </p:stCondLst>
                                  <p:childTnLst>
                                    <p:set>
                                      <p:cBhvr>
                                        <p:cTn id="86" dur="1" fill="hold">
                                          <p:stCondLst>
                                            <p:cond delay="0"/>
                                          </p:stCondLst>
                                        </p:cTn>
                                        <p:tgtEl>
                                          <p:spTgt spid="605204"/>
                                        </p:tgtEl>
                                        <p:attrNameLst>
                                          <p:attrName>style.visibility</p:attrName>
                                        </p:attrNameLst>
                                      </p:cBhvr>
                                      <p:to>
                                        <p:strVal val="visible"/>
                                      </p:to>
                                    </p:set>
                                    <p:animEffect transition="in" filter="wipe(left)">
                                      <p:cBhvr>
                                        <p:cTn id="87" dur="1000"/>
                                        <p:tgtEl>
                                          <p:spTgt spid="60520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605206"/>
                                        </p:tgtEl>
                                        <p:attrNameLst>
                                          <p:attrName>style.visibility</p:attrName>
                                        </p:attrNameLst>
                                      </p:cBhvr>
                                      <p:to>
                                        <p:strVal val="visible"/>
                                      </p:to>
                                    </p:set>
                                    <p:animEffect transition="in" filter="wipe(left)">
                                      <p:cBhvr>
                                        <p:cTn id="92" dur="1000"/>
                                        <p:tgtEl>
                                          <p:spTgt spid="605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5188" grpId="0"/>
      <p:bldP spid="605190" grpId="0"/>
      <p:bldP spid="605192" grpId="0"/>
      <p:bldP spid="605194" grpId="0"/>
      <p:bldP spid="605196" grpId="0"/>
      <p:bldP spid="605204" grpId="0"/>
      <p:bldP spid="605205" grpId="0"/>
      <p:bldP spid="60520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a:extLst>
              <a:ext uri="{FF2B5EF4-FFF2-40B4-BE49-F238E27FC236}">
                <a16:creationId xmlns:a16="http://schemas.microsoft.com/office/drawing/2014/main" id="{FD6ECE2A-CE15-4E0E-9BC3-D566567A080C}"/>
              </a:ext>
            </a:extLst>
          </p:cNvPr>
          <p:cNvSpPr>
            <a:spLocks noChangeArrowheads="1"/>
          </p:cNvSpPr>
          <p:nvPr/>
        </p:nvSpPr>
        <p:spPr bwMode="auto">
          <a:xfrm>
            <a:off x="1524000" y="404813"/>
            <a:ext cx="9144000" cy="210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4. </a:t>
            </a:r>
            <a:r>
              <a:rPr kumimoji="1" lang="zh-CN" altLang="en-US" sz="2800" b="1">
                <a:solidFill>
                  <a:srgbClr val="007A77"/>
                </a:solidFill>
                <a:latin typeface="Times New Roman" panose="02020603050405020304" pitchFamily="18" charset="0"/>
                <a:ea typeface="楷体_GB2312" pitchFamily="49" charset="-122"/>
              </a:rPr>
              <a:t>对某地区生产同一产品的</a:t>
            </a:r>
            <a:r>
              <a:rPr kumimoji="1" lang="en-US" altLang="zh-CN" sz="2800" b="1">
                <a:solidFill>
                  <a:srgbClr val="007A77"/>
                </a:solidFill>
                <a:latin typeface="Times New Roman" panose="02020603050405020304" pitchFamily="18" charset="0"/>
                <a:ea typeface="楷体_GB2312" pitchFamily="49" charset="-122"/>
              </a:rPr>
              <a:t>8</a:t>
            </a:r>
            <a:r>
              <a:rPr kumimoji="1" lang="zh-CN" altLang="en-US" sz="2800" b="1">
                <a:solidFill>
                  <a:srgbClr val="007A77"/>
                </a:solidFill>
                <a:latin typeface="Times New Roman" panose="02020603050405020304" pitchFamily="18" charset="0"/>
                <a:ea typeface="楷体_GB2312" pitchFamily="49" charset="-122"/>
              </a:rPr>
              <a:t>个不同规模的乡镇企业进行生产费用调查，得产量 </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万件</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和生产费用 </a:t>
            </a:r>
            <a:r>
              <a:rPr kumimoji="1" lang="en-US" altLang="zh-CN" sz="2800" b="1" i="1">
                <a:solidFill>
                  <a:srgbClr val="007A77"/>
                </a:solidFill>
                <a:latin typeface="Times New Roman" panose="02020603050405020304" pitchFamily="18" charset="0"/>
                <a:ea typeface="楷体_GB2312" pitchFamily="49" charset="-122"/>
              </a:rPr>
              <a:t>y</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万元</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的数据如下：</a:t>
            </a:r>
          </a:p>
        </p:txBody>
      </p:sp>
      <p:graphicFrame>
        <p:nvGraphicFramePr>
          <p:cNvPr id="606224" name="Group 16">
            <a:extLst>
              <a:ext uri="{FF2B5EF4-FFF2-40B4-BE49-F238E27FC236}">
                <a16:creationId xmlns:a16="http://schemas.microsoft.com/office/drawing/2014/main" id="{39480B80-C963-4122-91AD-FE2D301DB888}"/>
              </a:ext>
            </a:extLst>
          </p:cNvPr>
          <p:cNvGraphicFramePr>
            <a:graphicFrameLocks noGrp="1"/>
          </p:cNvGraphicFramePr>
          <p:nvPr/>
        </p:nvGraphicFramePr>
        <p:xfrm>
          <a:off x="1847850" y="2708275"/>
          <a:ext cx="8280400" cy="1889760"/>
        </p:xfrm>
        <a:graphic>
          <a:graphicData uri="http://schemas.openxmlformats.org/drawingml/2006/table">
            <a:tbl>
              <a:tblPr/>
              <a:tblGrid>
                <a:gridCol w="1792288">
                  <a:extLst>
                    <a:ext uri="{9D8B030D-6E8A-4147-A177-3AD203B41FA5}">
                      <a16:colId xmlns:a16="http://schemas.microsoft.com/office/drawing/2014/main" val="1249185155"/>
                    </a:ext>
                  </a:extLst>
                </a:gridCol>
                <a:gridCol w="6488112">
                  <a:extLst>
                    <a:ext uri="{9D8B030D-6E8A-4147-A177-3AD203B41FA5}">
                      <a16:colId xmlns:a16="http://schemas.microsoft.com/office/drawing/2014/main" val="3490543640"/>
                    </a:ext>
                  </a:extLst>
                </a:gridCol>
              </a:tblGrid>
              <a:tr h="361950">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rPr>
                        <a:t>产量</a:t>
                      </a:r>
                      <a:r>
                        <a:rPr kumimoji="0" lang="en-US" altLang="zh-CN" sz="2800" b="1" i="1" u="none" strike="noStrike" cap="none" normalizeH="0" baseline="0">
                          <a:ln>
                            <a:noFill/>
                          </a:ln>
                          <a:solidFill>
                            <a:schemeClr val="tx1"/>
                          </a:solidFill>
                          <a:effectLst/>
                          <a:latin typeface="Arial" panose="020B0604020202020204" pitchFamily="34" charset="0"/>
                          <a:ea typeface="楷体_GB2312" pitchFamily="49" charset="-122"/>
                        </a:rPr>
                        <a:t>x</a:t>
                      </a: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1.5      2       3     4.5     7.5      9.1     10.5     12</a:t>
                      </a: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548537673"/>
                  </a:ext>
                </a:extLst>
              </a:tr>
              <a:tr h="503238">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rPr>
                        <a:t>生产费用 </a:t>
                      </a:r>
                      <a:r>
                        <a:rPr kumimoji="0" lang="en-US" altLang="zh-CN" sz="2800" b="1" i="1" u="none" strike="noStrike" cap="none" normalizeH="0" baseline="0">
                          <a:ln>
                            <a:noFill/>
                          </a:ln>
                          <a:solidFill>
                            <a:schemeClr val="tx1"/>
                          </a:solidFill>
                          <a:effectLst/>
                          <a:latin typeface="Arial" panose="020B0604020202020204" pitchFamily="34" charset="0"/>
                          <a:ea typeface="楷体_GB2312" pitchFamily="49" charset="-122"/>
                        </a:rPr>
                        <a:t>y</a:t>
                      </a: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5.6    6.6    7.2    7.8    10.1    10.8    13.5    16.5</a:t>
                      </a: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2228263537"/>
                  </a:ext>
                </a:extLst>
              </a:tr>
            </a:tbl>
          </a:graphicData>
        </a:graphic>
      </p:graphicFrame>
      <p:sp>
        <p:nvSpPr>
          <p:cNvPr id="606222" name="Rectangle 14">
            <a:extLst>
              <a:ext uri="{FF2B5EF4-FFF2-40B4-BE49-F238E27FC236}">
                <a16:creationId xmlns:a16="http://schemas.microsoft.com/office/drawing/2014/main" id="{6232869B-C252-4D85-A113-950DC3759D6F}"/>
              </a:ext>
            </a:extLst>
          </p:cNvPr>
          <p:cNvSpPr>
            <a:spLocks noChangeArrowheads="1"/>
          </p:cNvSpPr>
          <p:nvPr/>
        </p:nvSpPr>
        <p:spPr bwMode="auto">
          <a:xfrm>
            <a:off x="1774825" y="4508500"/>
            <a:ext cx="8642350"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试求</a:t>
            </a:r>
            <a:r>
              <a:rPr kumimoji="1" lang="en-US" altLang="zh-CN" sz="2800" b="1" i="1">
                <a:solidFill>
                  <a:srgbClr val="007A77"/>
                </a:solidFill>
                <a:latin typeface="Times New Roman" panose="02020603050405020304" pitchFamily="18" charset="0"/>
                <a:ea typeface="楷体_GB2312" pitchFamily="49" charset="-122"/>
              </a:rPr>
              <a:t>y </a:t>
            </a:r>
            <a:r>
              <a:rPr kumimoji="1" lang="zh-CN" altLang="en-US" sz="2800" b="1">
                <a:solidFill>
                  <a:srgbClr val="007A77"/>
                </a:solidFill>
                <a:latin typeface="Times New Roman" panose="02020603050405020304" pitchFamily="18" charset="0"/>
                <a:ea typeface="楷体_GB2312" pitchFamily="49" charset="-122"/>
              </a:rPr>
              <a:t>倚</a:t>
            </a:r>
            <a:r>
              <a:rPr kumimoji="1" lang="en-US" altLang="zh-CN" sz="2800" b="1" i="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的回归方程。并在</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=0.01</a:t>
            </a:r>
            <a:r>
              <a:rPr kumimoji="1" lang="zh-CN" altLang="en-US" sz="2800" b="1">
                <a:solidFill>
                  <a:srgbClr val="007A77"/>
                </a:solidFill>
                <a:latin typeface="Times New Roman" panose="02020603050405020304" pitchFamily="18" charset="0"/>
                <a:ea typeface="楷体_GB2312" pitchFamily="49" charset="-122"/>
              </a:rPr>
              <a:t>下用</a:t>
            </a:r>
            <a:r>
              <a:rPr kumimoji="1" lang="en-US" altLang="zh-CN" sz="2800" b="1">
                <a:solidFill>
                  <a:srgbClr val="007A77"/>
                </a:solidFill>
                <a:latin typeface="Times New Roman" panose="02020603050405020304" pitchFamily="18" charset="0"/>
                <a:ea typeface="楷体_GB2312" pitchFamily="49" charset="-122"/>
              </a:rPr>
              <a:t>F</a:t>
            </a:r>
            <a:r>
              <a:rPr kumimoji="1" lang="zh-CN" altLang="en-US" sz="2800" b="1">
                <a:solidFill>
                  <a:srgbClr val="007A77"/>
                </a:solidFill>
                <a:latin typeface="Times New Roman" panose="02020603050405020304" pitchFamily="18" charset="0"/>
                <a:ea typeface="楷体_GB2312" pitchFamily="49" charset="-122"/>
              </a:rPr>
              <a:t>检验 法检验</a:t>
            </a:r>
            <a:r>
              <a:rPr kumimoji="1" lang="en-US" altLang="zh-CN" sz="2800" b="1" i="1">
                <a:solidFill>
                  <a:srgbClr val="007A77"/>
                </a:solidFill>
                <a:latin typeface="Times New Roman" panose="02020603050405020304" pitchFamily="18" charset="0"/>
                <a:ea typeface="楷体_GB2312" pitchFamily="49" charset="-122"/>
              </a:rPr>
              <a:t>y </a:t>
            </a:r>
            <a:r>
              <a:rPr kumimoji="1" lang="zh-CN" altLang="en-US" sz="2800" b="1">
                <a:solidFill>
                  <a:srgbClr val="007A77"/>
                </a:solidFill>
                <a:latin typeface="Times New Roman" panose="02020603050405020304" pitchFamily="18" charset="0"/>
                <a:ea typeface="楷体_GB2312" pitchFamily="49" charset="-122"/>
              </a:rPr>
              <a:t>与 </a:t>
            </a:r>
            <a:r>
              <a:rPr kumimoji="1" lang="en-US" altLang="zh-CN" sz="2800" b="1" i="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之间是否存在显著的线性相关关系</a:t>
            </a:r>
            <a:r>
              <a:rPr kumimoji="1" lang="en-US" altLang="zh-CN"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606210"/>
                                        </p:tgtEl>
                                        <p:attrNameLst>
                                          <p:attrName>style.visibility</p:attrName>
                                        </p:attrNameLst>
                                      </p:cBhvr>
                                      <p:to>
                                        <p:strVal val="visible"/>
                                      </p:to>
                                    </p:set>
                                    <p:animEffect transition="in" filter="slide(fromBottom)">
                                      <p:cBhvr>
                                        <p:cTn id="7" dur="500"/>
                                        <p:tgtEl>
                                          <p:spTgt spid="606210"/>
                                        </p:tgtEl>
                                      </p:cBhvr>
                                    </p:animEffect>
                                  </p:childTnLst>
                                </p:cTn>
                              </p:par>
                            </p:childTnLst>
                          </p:cTn>
                        </p:par>
                        <p:par>
                          <p:cTn id="8" fill="hold" nodeType="afterGroup">
                            <p:stCondLst>
                              <p:cond delay="500"/>
                            </p:stCondLst>
                            <p:childTnLst>
                              <p:par>
                                <p:cTn id="9" presetID="12" presetClass="entr" presetSubtype="4" fill="hold" nodeType="afterEffect">
                                  <p:stCondLst>
                                    <p:cond delay="0"/>
                                  </p:stCondLst>
                                  <p:childTnLst>
                                    <p:set>
                                      <p:cBhvr>
                                        <p:cTn id="10" dur="1" fill="hold">
                                          <p:stCondLst>
                                            <p:cond delay="0"/>
                                          </p:stCondLst>
                                        </p:cTn>
                                        <p:tgtEl>
                                          <p:spTgt spid="606224"/>
                                        </p:tgtEl>
                                        <p:attrNameLst>
                                          <p:attrName>style.visibility</p:attrName>
                                        </p:attrNameLst>
                                      </p:cBhvr>
                                      <p:to>
                                        <p:strVal val="visible"/>
                                      </p:to>
                                    </p:set>
                                    <p:animEffect transition="in" filter="slide(fromBottom)">
                                      <p:cBhvr>
                                        <p:cTn id="11" dur="500"/>
                                        <p:tgtEl>
                                          <p:spTgt spid="606224"/>
                                        </p:tgtEl>
                                      </p:cBhvr>
                                    </p:animEffect>
                                  </p:childTnLst>
                                </p:cTn>
                              </p:par>
                            </p:childTnLst>
                          </p:cTn>
                        </p:par>
                        <p:par>
                          <p:cTn id="12" fill="hold" nodeType="afterGroup">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606222"/>
                                        </p:tgtEl>
                                        <p:attrNameLst>
                                          <p:attrName>style.visibility</p:attrName>
                                        </p:attrNameLst>
                                      </p:cBhvr>
                                      <p:to>
                                        <p:strVal val="visible"/>
                                      </p:to>
                                    </p:set>
                                    <p:animEffect transition="in" filter="slide(fromBottom)">
                                      <p:cBhvr>
                                        <p:cTn id="15" dur="500"/>
                                        <p:tgtEl>
                                          <p:spTgt spid="606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6210" grpId="0" autoUpdateAnimBg="0"/>
      <p:bldP spid="606222"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 2">
            <a:extLst>
              <a:ext uri="{FF2B5EF4-FFF2-40B4-BE49-F238E27FC236}">
                <a16:creationId xmlns:a16="http://schemas.microsoft.com/office/drawing/2014/main" id="{2FA2E4BA-9C10-492E-A501-567D3CA34271}"/>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graphicFrame>
        <p:nvGraphicFramePr>
          <p:cNvPr id="607235" name="Object 3">
            <a:extLst>
              <a:ext uri="{FF2B5EF4-FFF2-40B4-BE49-F238E27FC236}">
                <a16:creationId xmlns:a16="http://schemas.microsoft.com/office/drawing/2014/main" id="{9698C1AF-B085-4CEB-ACBC-AAB6C9B20A6A}"/>
              </a:ext>
            </a:extLst>
          </p:cNvPr>
          <p:cNvGraphicFramePr>
            <a:graphicFrameLocks noChangeAspect="1"/>
          </p:cNvGraphicFramePr>
          <p:nvPr/>
        </p:nvGraphicFramePr>
        <p:xfrm>
          <a:off x="2135189" y="1"/>
          <a:ext cx="2060575" cy="1027113"/>
        </p:xfrm>
        <a:graphic>
          <a:graphicData uri="http://schemas.openxmlformats.org/presentationml/2006/ole">
            <mc:AlternateContent xmlns:mc="http://schemas.openxmlformats.org/markup-compatibility/2006">
              <mc:Choice xmlns:v="urn:schemas-microsoft-com:vml" Requires="v">
                <p:oleObj spid="_x0000_s21522" name="公式" r:id="rId3" imgW="863280" imgH="431640" progId="Equation.3">
                  <p:embed/>
                </p:oleObj>
              </mc:Choice>
              <mc:Fallback>
                <p:oleObj name="公式" r:id="rId3" imgW="863280" imgH="431640" progId="Equation.3">
                  <p:embed/>
                  <p:pic>
                    <p:nvPicPr>
                      <p:cNvPr id="607235" name="Object 3">
                        <a:extLst>
                          <a:ext uri="{FF2B5EF4-FFF2-40B4-BE49-F238E27FC236}">
                            <a16:creationId xmlns:a16="http://schemas.microsoft.com/office/drawing/2014/main" id="{9698C1AF-B085-4CEB-ACBC-AAB6C9B20A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189" y="1"/>
                        <a:ext cx="2060575" cy="1027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7236" name="Object 4">
            <a:extLst>
              <a:ext uri="{FF2B5EF4-FFF2-40B4-BE49-F238E27FC236}">
                <a16:creationId xmlns:a16="http://schemas.microsoft.com/office/drawing/2014/main" id="{06CD8478-B05E-4347-A8F7-F023A9A19CE3}"/>
              </a:ext>
            </a:extLst>
          </p:cNvPr>
          <p:cNvGraphicFramePr>
            <a:graphicFrameLocks noChangeAspect="1"/>
          </p:cNvGraphicFramePr>
          <p:nvPr/>
        </p:nvGraphicFramePr>
        <p:xfrm>
          <a:off x="4367214" y="1"/>
          <a:ext cx="2466975" cy="1019175"/>
        </p:xfrm>
        <a:graphic>
          <a:graphicData uri="http://schemas.openxmlformats.org/presentationml/2006/ole">
            <mc:AlternateContent xmlns:mc="http://schemas.openxmlformats.org/markup-compatibility/2006">
              <mc:Choice xmlns:v="urn:schemas-microsoft-com:vml" Requires="v">
                <p:oleObj spid="_x0000_s21523" name="公式" r:id="rId5" imgW="1041120" imgH="431640" progId="Equation.3">
                  <p:embed/>
                </p:oleObj>
              </mc:Choice>
              <mc:Fallback>
                <p:oleObj name="公式" r:id="rId5" imgW="1041120" imgH="431640" progId="Equation.3">
                  <p:embed/>
                  <p:pic>
                    <p:nvPicPr>
                      <p:cNvPr id="607236" name="Object 4">
                        <a:extLst>
                          <a:ext uri="{FF2B5EF4-FFF2-40B4-BE49-F238E27FC236}">
                            <a16:creationId xmlns:a16="http://schemas.microsoft.com/office/drawing/2014/main" id="{06CD8478-B05E-4347-A8F7-F023A9A19CE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7214" y="1"/>
                        <a:ext cx="2466975"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7237" name="Object 5">
            <a:extLst>
              <a:ext uri="{FF2B5EF4-FFF2-40B4-BE49-F238E27FC236}">
                <a16:creationId xmlns:a16="http://schemas.microsoft.com/office/drawing/2014/main" id="{30EFAF8D-5BF0-4A99-A21F-8A27E5FDD396}"/>
              </a:ext>
            </a:extLst>
          </p:cNvPr>
          <p:cNvGraphicFramePr>
            <a:graphicFrameLocks noChangeAspect="1"/>
          </p:cNvGraphicFramePr>
          <p:nvPr/>
        </p:nvGraphicFramePr>
        <p:xfrm>
          <a:off x="1524001" y="1125538"/>
          <a:ext cx="3960813" cy="1077912"/>
        </p:xfrm>
        <a:graphic>
          <a:graphicData uri="http://schemas.openxmlformats.org/presentationml/2006/ole">
            <mc:AlternateContent xmlns:mc="http://schemas.openxmlformats.org/markup-compatibility/2006">
              <mc:Choice xmlns:v="urn:schemas-microsoft-com:vml" Requires="v">
                <p:oleObj spid="_x0000_s21524" name="公式" r:id="rId7" imgW="1574640" imgH="431640" progId="Equation.3">
                  <p:embed/>
                </p:oleObj>
              </mc:Choice>
              <mc:Fallback>
                <p:oleObj name="公式" r:id="rId7" imgW="1574640" imgH="431640" progId="Equation.3">
                  <p:embed/>
                  <p:pic>
                    <p:nvPicPr>
                      <p:cNvPr id="607237" name="Object 5">
                        <a:extLst>
                          <a:ext uri="{FF2B5EF4-FFF2-40B4-BE49-F238E27FC236}">
                            <a16:creationId xmlns:a16="http://schemas.microsoft.com/office/drawing/2014/main" id="{30EFAF8D-5BF0-4A99-A21F-8A27E5FDD39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1" y="1125538"/>
                        <a:ext cx="3960813" cy="1077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7238" name="Object 6">
            <a:extLst>
              <a:ext uri="{FF2B5EF4-FFF2-40B4-BE49-F238E27FC236}">
                <a16:creationId xmlns:a16="http://schemas.microsoft.com/office/drawing/2014/main" id="{F5C6019F-6E7B-46FA-A4C3-2B82B4FFC77D}"/>
              </a:ext>
            </a:extLst>
          </p:cNvPr>
          <p:cNvGraphicFramePr>
            <a:graphicFrameLocks noChangeAspect="1"/>
          </p:cNvGraphicFramePr>
          <p:nvPr/>
        </p:nvGraphicFramePr>
        <p:xfrm>
          <a:off x="1749425" y="2360614"/>
          <a:ext cx="1982788" cy="987425"/>
        </p:xfrm>
        <a:graphic>
          <a:graphicData uri="http://schemas.openxmlformats.org/presentationml/2006/ole">
            <mc:AlternateContent xmlns:mc="http://schemas.openxmlformats.org/markup-compatibility/2006">
              <mc:Choice xmlns:v="urn:schemas-microsoft-com:vml" Requires="v">
                <p:oleObj spid="_x0000_s21525" name="公式" r:id="rId9" imgW="863280" imgH="431640" progId="Equation.3">
                  <p:embed/>
                </p:oleObj>
              </mc:Choice>
              <mc:Fallback>
                <p:oleObj name="公式" r:id="rId9" imgW="863280" imgH="431640" progId="Equation.3">
                  <p:embed/>
                  <p:pic>
                    <p:nvPicPr>
                      <p:cNvPr id="607238" name="Object 6">
                        <a:extLst>
                          <a:ext uri="{FF2B5EF4-FFF2-40B4-BE49-F238E27FC236}">
                            <a16:creationId xmlns:a16="http://schemas.microsoft.com/office/drawing/2014/main" id="{F5C6019F-6E7B-46FA-A4C3-2B82B4FFC77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49425" y="2360614"/>
                        <a:ext cx="1982788" cy="987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7239" name="Object 7">
            <a:extLst>
              <a:ext uri="{FF2B5EF4-FFF2-40B4-BE49-F238E27FC236}">
                <a16:creationId xmlns:a16="http://schemas.microsoft.com/office/drawing/2014/main" id="{863B6104-0594-4DC5-94F6-8AF0BB468C96}"/>
              </a:ext>
            </a:extLst>
          </p:cNvPr>
          <p:cNvGraphicFramePr>
            <a:graphicFrameLocks noChangeAspect="1"/>
          </p:cNvGraphicFramePr>
          <p:nvPr/>
        </p:nvGraphicFramePr>
        <p:xfrm>
          <a:off x="3773489" y="2349500"/>
          <a:ext cx="2441575" cy="1004888"/>
        </p:xfrm>
        <a:graphic>
          <a:graphicData uri="http://schemas.openxmlformats.org/presentationml/2006/ole">
            <mc:AlternateContent xmlns:mc="http://schemas.openxmlformats.org/markup-compatibility/2006">
              <mc:Choice xmlns:v="urn:schemas-microsoft-com:vml" Requires="v">
                <p:oleObj spid="_x0000_s21526" name="公式" r:id="rId11" imgW="1041120" imgH="431640" progId="Equation.3">
                  <p:embed/>
                </p:oleObj>
              </mc:Choice>
              <mc:Fallback>
                <p:oleObj name="公式" r:id="rId11" imgW="1041120" imgH="431640" progId="Equation.3">
                  <p:embed/>
                  <p:pic>
                    <p:nvPicPr>
                      <p:cNvPr id="607239" name="Object 7">
                        <a:extLst>
                          <a:ext uri="{FF2B5EF4-FFF2-40B4-BE49-F238E27FC236}">
                            <a16:creationId xmlns:a16="http://schemas.microsoft.com/office/drawing/2014/main" id="{863B6104-0594-4DC5-94F6-8AF0BB468C9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73489" y="2349500"/>
                        <a:ext cx="2441575" cy="1004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7240" name="Object 8">
            <a:extLst>
              <a:ext uri="{FF2B5EF4-FFF2-40B4-BE49-F238E27FC236}">
                <a16:creationId xmlns:a16="http://schemas.microsoft.com/office/drawing/2014/main" id="{D6DD8E3E-7B08-487B-9CD3-7BAA0D8ED963}"/>
              </a:ext>
            </a:extLst>
          </p:cNvPr>
          <p:cNvGraphicFramePr>
            <a:graphicFrameLocks noChangeAspect="1"/>
          </p:cNvGraphicFramePr>
          <p:nvPr/>
        </p:nvGraphicFramePr>
        <p:xfrm>
          <a:off x="1524001" y="3357563"/>
          <a:ext cx="3744913" cy="1028700"/>
        </p:xfrm>
        <a:graphic>
          <a:graphicData uri="http://schemas.openxmlformats.org/presentationml/2006/ole">
            <mc:AlternateContent xmlns:mc="http://schemas.openxmlformats.org/markup-compatibility/2006">
              <mc:Choice xmlns:v="urn:schemas-microsoft-com:vml" Requires="v">
                <p:oleObj spid="_x0000_s21527" name="公式" r:id="rId13" imgW="1562040" imgH="431640" progId="Equation.3">
                  <p:embed/>
                </p:oleObj>
              </mc:Choice>
              <mc:Fallback>
                <p:oleObj name="公式" r:id="rId13" imgW="1562040" imgH="431640" progId="Equation.3">
                  <p:embed/>
                  <p:pic>
                    <p:nvPicPr>
                      <p:cNvPr id="607240" name="Object 8">
                        <a:extLst>
                          <a:ext uri="{FF2B5EF4-FFF2-40B4-BE49-F238E27FC236}">
                            <a16:creationId xmlns:a16="http://schemas.microsoft.com/office/drawing/2014/main" id="{D6DD8E3E-7B08-487B-9CD3-7BAA0D8ED96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4001" y="3357563"/>
                        <a:ext cx="3744913" cy="1028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7241" name="Object 9">
            <a:extLst>
              <a:ext uri="{FF2B5EF4-FFF2-40B4-BE49-F238E27FC236}">
                <a16:creationId xmlns:a16="http://schemas.microsoft.com/office/drawing/2014/main" id="{59E311AC-7EE5-4BE0-8B74-DE3EACA0C6C7}"/>
              </a:ext>
            </a:extLst>
          </p:cNvPr>
          <p:cNvGraphicFramePr>
            <a:graphicFrameLocks noChangeAspect="1"/>
          </p:cNvGraphicFramePr>
          <p:nvPr/>
        </p:nvGraphicFramePr>
        <p:xfrm>
          <a:off x="2020888" y="4365626"/>
          <a:ext cx="2532062" cy="982663"/>
        </p:xfrm>
        <a:graphic>
          <a:graphicData uri="http://schemas.openxmlformats.org/presentationml/2006/ole">
            <mc:AlternateContent xmlns:mc="http://schemas.openxmlformats.org/markup-compatibility/2006">
              <mc:Choice xmlns:v="urn:schemas-microsoft-com:vml" Requires="v">
                <p:oleObj spid="_x0000_s21528" name="公式" r:id="rId15" imgW="1104840" imgH="431640" progId="Equation.3">
                  <p:embed/>
                </p:oleObj>
              </mc:Choice>
              <mc:Fallback>
                <p:oleObj name="公式" r:id="rId15" imgW="1104840" imgH="431640" progId="Equation.3">
                  <p:embed/>
                  <p:pic>
                    <p:nvPicPr>
                      <p:cNvPr id="607241" name="Object 9">
                        <a:extLst>
                          <a:ext uri="{FF2B5EF4-FFF2-40B4-BE49-F238E27FC236}">
                            <a16:creationId xmlns:a16="http://schemas.microsoft.com/office/drawing/2014/main" id="{59E311AC-7EE5-4BE0-8B74-DE3EACA0C6C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20888" y="4365626"/>
                        <a:ext cx="2532062" cy="982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7242" name="Object 10">
            <a:extLst>
              <a:ext uri="{FF2B5EF4-FFF2-40B4-BE49-F238E27FC236}">
                <a16:creationId xmlns:a16="http://schemas.microsoft.com/office/drawing/2014/main" id="{6CE15F8E-FD3E-4F34-BA2E-7C75D8337C4C}"/>
              </a:ext>
            </a:extLst>
          </p:cNvPr>
          <p:cNvGraphicFramePr>
            <a:graphicFrameLocks noChangeAspect="1"/>
          </p:cNvGraphicFramePr>
          <p:nvPr/>
        </p:nvGraphicFramePr>
        <p:xfrm>
          <a:off x="2063751" y="5157789"/>
          <a:ext cx="4608513" cy="954087"/>
        </p:xfrm>
        <a:graphic>
          <a:graphicData uri="http://schemas.openxmlformats.org/presentationml/2006/ole">
            <mc:AlternateContent xmlns:mc="http://schemas.openxmlformats.org/markup-compatibility/2006">
              <mc:Choice xmlns:v="urn:schemas-microsoft-com:vml" Requires="v">
                <p:oleObj spid="_x0000_s21529" name="公式" r:id="rId17" imgW="2070000" imgH="431640" progId="Equation.3">
                  <p:embed/>
                </p:oleObj>
              </mc:Choice>
              <mc:Fallback>
                <p:oleObj name="公式" r:id="rId17" imgW="2070000" imgH="431640" progId="Equation.3">
                  <p:embed/>
                  <p:pic>
                    <p:nvPicPr>
                      <p:cNvPr id="607242" name="Object 10">
                        <a:extLst>
                          <a:ext uri="{FF2B5EF4-FFF2-40B4-BE49-F238E27FC236}">
                            <a16:creationId xmlns:a16="http://schemas.microsoft.com/office/drawing/2014/main" id="{6CE15F8E-FD3E-4F34-BA2E-7C75D8337C4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63751" y="5157789"/>
                        <a:ext cx="4608513" cy="954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7243" name="Rectangle 11">
            <a:extLst>
              <a:ext uri="{FF2B5EF4-FFF2-40B4-BE49-F238E27FC236}">
                <a16:creationId xmlns:a16="http://schemas.microsoft.com/office/drawing/2014/main" id="{590A8923-DE38-497A-9224-C202C3790067}"/>
              </a:ext>
            </a:extLst>
          </p:cNvPr>
          <p:cNvSpPr>
            <a:spLocks noChangeArrowheads="1"/>
          </p:cNvSpPr>
          <p:nvPr/>
        </p:nvSpPr>
        <p:spPr bwMode="auto">
          <a:xfrm>
            <a:off x="1524001" y="-3260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graphicFrame>
        <p:nvGraphicFramePr>
          <p:cNvPr id="607244" name="Object 12">
            <a:extLst>
              <a:ext uri="{FF2B5EF4-FFF2-40B4-BE49-F238E27FC236}">
                <a16:creationId xmlns:a16="http://schemas.microsoft.com/office/drawing/2014/main" id="{6DB1FBCF-687E-42F5-9005-4E286BBB938D}"/>
              </a:ext>
            </a:extLst>
          </p:cNvPr>
          <p:cNvGraphicFramePr>
            <a:graphicFrameLocks noChangeAspect="1"/>
          </p:cNvGraphicFramePr>
          <p:nvPr/>
        </p:nvGraphicFramePr>
        <p:xfrm>
          <a:off x="5375275" y="1196976"/>
          <a:ext cx="2755900" cy="893763"/>
        </p:xfrm>
        <a:graphic>
          <a:graphicData uri="http://schemas.openxmlformats.org/presentationml/2006/ole">
            <mc:AlternateContent xmlns:mc="http://schemas.openxmlformats.org/markup-compatibility/2006">
              <mc:Choice xmlns:v="urn:schemas-microsoft-com:vml" Requires="v">
                <p:oleObj spid="_x0000_s21530" name="公式" r:id="rId19" imgW="1244520" imgH="406080" progId="Equation.3">
                  <p:embed/>
                </p:oleObj>
              </mc:Choice>
              <mc:Fallback>
                <p:oleObj name="公式" r:id="rId19" imgW="1244520" imgH="406080" progId="Equation.3">
                  <p:embed/>
                  <p:pic>
                    <p:nvPicPr>
                      <p:cNvPr id="607244" name="Object 12">
                        <a:extLst>
                          <a:ext uri="{FF2B5EF4-FFF2-40B4-BE49-F238E27FC236}">
                            <a16:creationId xmlns:a16="http://schemas.microsoft.com/office/drawing/2014/main" id="{6DB1FBCF-687E-42F5-9005-4E286BBB938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375275" y="1196976"/>
                        <a:ext cx="2755900" cy="893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7245" name="Object 13">
            <a:extLst>
              <a:ext uri="{FF2B5EF4-FFF2-40B4-BE49-F238E27FC236}">
                <a16:creationId xmlns:a16="http://schemas.microsoft.com/office/drawing/2014/main" id="{C8926596-F7C7-4A79-9ADE-0644858C9C28}"/>
              </a:ext>
            </a:extLst>
          </p:cNvPr>
          <p:cNvGraphicFramePr>
            <a:graphicFrameLocks noChangeAspect="1"/>
          </p:cNvGraphicFramePr>
          <p:nvPr/>
        </p:nvGraphicFramePr>
        <p:xfrm>
          <a:off x="6600826" y="6072188"/>
          <a:ext cx="1692275" cy="404812"/>
        </p:xfrm>
        <a:graphic>
          <a:graphicData uri="http://schemas.openxmlformats.org/presentationml/2006/ole">
            <mc:AlternateContent xmlns:mc="http://schemas.openxmlformats.org/markup-compatibility/2006">
              <mc:Choice xmlns:v="urn:schemas-microsoft-com:vml" Requires="v">
                <p:oleObj spid="_x0000_s21531" name="公式" r:id="rId21" imgW="736560" imgH="177480" progId="Equation.3">
                  <p:embed/>
                </p:oleObj>
              </mc:Choice>
              <mc:Fallback>
                <p:oleObj name="公式" r:id="rId21" imgW="736560" imgH="177480" progId="Equation.3">
                  <p:embed/>
                  <p:pic>
                    <p:nvPicPr>
                      <p:cNvPr id="607245" name="Object 13">
                        <a:extLst>
                          <a:ext uri="{FF2B5EF4-FFF2-40B4-BE49-F238E27FC236}">
                            <a16:creationId xmlns:a16="http://schemas.microsoft.com/office/drawing/2014/main" id="{C8926596-F7C7-4A79-9ADE-0644858C9C28}"/>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600826" y="6072188"/>
                        <a:ext cx="1692275" cy="404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7246" name="Object 14">
            <a:extLst>
              <a:ext uri="{FF2B5EF4-FFF2-40B4-BE49-F238E27FC236}">
                <a16:creationId xmlns:a16="http://schemas.microsoft.com/office/drawing/2014/main" id="{BD747BDB-A4A8-49C0-994F-2A76AC279EC7}"/>
              </a:ext>
            </a:extLst>
          </p:cNvPr>
          <p:cNvGraphicFramePr>
            <a:graphicFrameLocks noChangeAspect="1"/>
          </p:cNvGraphicFramePr>
          <p:nvPr/>
        </p:nvGraphicFramePr>
        <p:xfrm>
          <a:off x="8040688" y="1484314"/>
          <a:ext cx="1757362" cy="422275"/>
        </p:xfrm>
        <a:graphic>
          <a:graphicData uri="http://schemas.openxmlformats.org/presentationml/2006/ole">
            <mc:AlternateContent xmlns:mc="http://schemas.openxmlformats.org/markup-compatibility/2006">
              <mc:Choice xmlns:v="urn:schemas-microsoft-com:vml" Requires="v">
                <p:oleObj spid="_x0000_s21532" name="公式" r:id="rId23" imgW="736560" imgH="177480" progId="Equation.3">
                  <p:embed/>
                </p:oleObj>
              </mc:Choice>
              <mc:Fallback>
                <p:oleObj name="公式" r:id="rId23" imgW="736560" imgH="177480" progId="Equation.3">
                  <p:embed/>
                  <p:pic>
                    <p:nvPicPr>
                      <p:cNvPr id="607246" name="Object 14">
                        <a:extLst>
                          <a:ext uri="{FF2B5EF4-FFF2-40B4-BE49-F238E27FC236}">
                            <a16:creationId xmlns:a16="http://schemas.microsoft.com/office/drawing/2014/main" id="{BD747BDB-A4A8-49C0-994F-2A76AC279EC7}"/>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040688" y="1484314"/>
                        <a:ext cx="1757362"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7247" name="Object 15">
            <a:extLst>
              <a:ext uri="{FF2B5EF4-FFF2-40B4-BE49-F238E27FC236}">
                <a16:creationId xmlns:a16="http://schemas.microsoft.com/office/drawing/2014/main" id="{4EFA2FDF-62DC-4AFF-82E5-10F1EBF25F20}"/>
              </a:ext>
            </a:extLst>
          </p:cNvPr>
          <p:cNvGraphicFramePr>
            <a:graphicFrameLocks noChangeAspect="1"/>
          </p:cNvGraphicFramePr>
          <p:nvPr/>
        </p:nvGraphicFramePr>
        <p:xfrm>
          <a:off x="7751763" y="3644901"/>
          <a:ext cx="1509712" cy="396875"/>
        </p:xfrm>
        <a:graphic>
          <a:graphicData uri="http://schemas.openxmlformats.org/presentationml/2006/ole">
            <mc:AlternateContent xmlns:mc="http://schemas.openxmlformats.org/markup-compatibility/2006">
              <mc:Choice xmlns:v="urn:schemas-microsoft-com:vml" Requires="v">
                <p:oleObj spid="_x0000_s21533" name="公式" r:id="rId25" imgW="672840" imgH="177480" progId="Equation.3">
                  <p:embed/>
                </p:oleObj>
              </mc:Choice>
              <mc:Fallback>
                <p:oleObj name="公式" r:id="rId25" imgW="672840" imgH="177480" progId="Equation.3">
                  <p:embed/>
                  <p:pic>
                    <p:nvPicPr>
                      <p:cNvPr id="607247" name="Object 15">
                        <a:extLst>
                          <a:ext uri="{FF2B5EF4-FFF2-40B4-BE49-F238E27FC236}">
                            <a16:creationId xmlns:a16="http://schemas.microsoft.com/office/drawing/2014/main" id="{4EFA2FDF-62DC-4AFF-82E5-10F1EBF25F20}"/>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751763" y="3644901"/>
                        <a:ext cx="1509712" cy="396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7248" name="Object 16">
            <a:extLst>
              <a:ext uri="{FF2B5EF4-FFF2-40B4-BE49-F238E27FC236}">
                <a16:creationId xmlns:a16="http://schemas.microsoft.com/office/drawing/2014/main" id="{EA7ED2BC-16D3-4A29-8A60-A9284FF53729}"/>
              </a:ext>
            </a:extLst>
          </p:cNvPr>
          <p:cNvGraphicFramePr>
            <a:graphicFrameLocks noChangeAspect="1"/>
          </p:cNvGraphicFramePr>
          <p:nvPr/>
        </p:nvGraphicFramePr>
        <p:xfrm>
          <a:off x="5159375" y="3429001"/>
          <a:ext cx="2616200" cy="849313"/>
        </p:xfrm>
        <a:graphic>
          <a:graphicData uri="http://schemas.openxmlformats.org/presentationml/2006/ole">
            <mc:AlternateContent xmlns:mc="http://schemas.openxmlformats.org/markup-compatibility/2006">
              <mc:Choice xmlns:v="urn:schemas-microsoft-com:vml" Requires="v">
                <p:oleObj spid="_x0000_s21534" name="公式" r:id="rId27" imgW="1244520" imgH="406080" progId="Equation.3">
                  <p:embed/>
                </p:oleObj>
              </mc:Choice>
              <mc:Fallback>
                <p:oleObj name="公式" r:id="rId27" imgW="1244520" imgH="406080" progId="Equation.3">
                  <p:embed/>
                  <p:pic>
                    <p:nvPicPr>
                      <p:cNvPr id="607248" name="Object 16">
                        <a:extLst>
                          <a:ext uri="{FF2B5EF4-FFF2-40B4-BE49-F238E27FC236}">
                            <a16:creationId xmlns:a16="http://schemas.microsoft.com/office/drawing/2014/main" id="{EA7ED2BC-16D3-4A29-8A60-A9284FF53729}"/>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159375" y="3429001"/>
                        <a:ext cx="2616200" cy="849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7249" name="Object 17">
            <a:extLst>
              <a:ext uri="{FF2B5EF4-FFF2-40B4-BE49-F238E27FC236}">
                <a16:creationId xmlns:a16="http://schemas.microsoft.com/office/drawing/2014/main" id="{DB2AA96A-C9A1-4921-8E9D-EC945F98D11E}"/>
              </a:ext>
            </a:extLst>
          </p:cNvPr>
          <p:cNvGraphicFramePr>
            <a:graphicFrameLocks noChangeAspect="1"/>
          </p:cNvGraphicFramePr>
          <p:nvPr/>
        </p:nvGraphicFramePr>
        <p:xfrm>
          <a:off x="6672264" y="5157789"/>
          <a:ext cx="3819525" cy="949325"/>
        </p:xfrm>
        <a:graphic>
          <a:graphicData uri="http://schemas.openxmlformats.org/presentationml/2006/ole">
            <mc:AlternateContent xmlns:mc="http://schemas.openxmlformats.org/markup-compatibility/2006">
              <mc:Choice xmlns:v="urn:schemas-microsoft-com:vml" Requires="v">
                <p:oleObj spid="_x0000_s21535" name="公式" r:id="rId29" imgW="1625400" imgH="406080" progId="Equation.3">
                  <p:embed/>
                </p:oleObj>
              </mc:Choice>
              <mc:Fallback>
                <p:oleObj name="公式" r:id="rId29" imgW="1625400" imgH="406080" progId="Equation.3">
                  <p:embed/>
                  <p:pic>
                    <p:nvPicPr>
                      <p:cNvPr id="607249" name="Object 17">
                        <a:extLst>
                          <a:ext uri="{FF2B5EF4-FFF2-40B4-BE49-F238E27FC236}">
                            <a16:creationId xmlns:a16="http://schemas.microsoft.com/office/drawing/2014/main" id="{DB2AA96A-C9A1-4921-8E9D-EC945F98D11E}"/>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672264" y="5157789"/>
                        <a:ext cx="3819525" cy="949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7250" name="Rectangle 18">
            <a:extLst>
              <a:ext uri="{FF2B5EF4-FFF2-40B4-BE49-F238E27FC236}">
                <a16:creationId xmlns:a16="http://schemas.microsoft.com/office/drawing/2014/main" id="{BE1F3C5F-C8F2-45E3-AF36-16B526B60921}"/>
              </a:ext>
            </a:extLst>
          </p:cNvPr>
          <p:cNvSpPr>
            <a:spLocks noChangeArrowheads="1"/>
          </p:cNvSpPr>
          <p:nvPr/>
        </p:nvSpPr>
        <p:spPr bwMode="auto">
          <a:xfrm>
            <a:off x="1524001" y="333375"/>
            <a:ext cx="10001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p>
        </p:txBody>
      </p:sp>
      <p:graphicFrame>
        <p:nvGraphicFramePr>
          <p:cNvPr id="607251" name="Object 19">
            <a:extLst>
              <a:ext uri="{FF2B5EF4-FFF2-40B4-BE49-F238E27FC236}">
                <a16:creationId xmlns:a16="http://schemas.microsoft.com/office/drawing/2014/main" id="{2ADB297B-0501-49D3-95E7-984938ACD8E0}"/>
              </a:ext>
            </a:extLst>
          </p:cNvPr>
          <p:cNvGraphicFramePr>
            <a:graphicFrameLocks noChangeAspect="1"/>
          </p:cNvGraphicFramePr>
          <p:nvPr/>
        </p:nvGraphicFramePr>
        <p:xfrm>
          <a:off x="6816726" y="188914"/>
          <a:ext cx="1711325" cy="509587"/>
        </p:xfrm>
        <a:graphic>
          <a:graphicData uri="http://schemas.openxmlformats.org/presentationml/2006/ole">
            <mc:AlternateContent xmlns:mc="http://schemas.openxmlformats.org/markup-compatibility/2006">
              <mc:Choice xmlns:v="urn:schemas-microsoft-com:vml" Requires="v">
                <p:oleObj spid="_x0000_s21536" name="公式" r:id="rId31" imgW="723600" imgH="215640" progId="Equation.3">
                  <p:embed/>
                </p:oleObj>
              </mc:Choice>
              <mc:Fallback>
                <p:oleObj name="公式" r:id="rId31" imgW="723600" imgH="215640" progId="Equation.3">
                  <p:embed/>
                  <p:pic>
                    <p:nvPicPr>
                      <p:cNvPr id="607251" name="Object 19">
                        <a:extLst>
                          <a:ext uri="{FF2B5EF4-FFF2-40B4-BE49-F238E27FC236}">
                            <a16:creationId xmlns:a16="http://schemas.microsoft.com/office/drawing/2014/main" id="{2ADB297B-0501-49D3-95E7-984938ACD8E0}"/>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816726" y="188914"/>
                        <a:ext cx="1711325" cy="509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7252" name="Object 20">
            <a:extLst>
              <a:ext uri="{FF2B5EF4-FFF2-40B4-BE49-F238E27FC236}">
                <a16:creationId xmlns:a16="http://schemas.microsoft.com/office/drawing/2014/main" id="{2C185D91-0E6A-4102-AA6C-FCE72F67440B}"/>
              </a:ext>
            </a:extLst>
          </p:cNvPr>
          <p:cNvGraphicFramePr>
            <a:graphicFrameLocks noChangeAspect="1"/>
          </p:cNvGraphicFramePr>
          <p:nvPr/>
        </p:nvGraphicFramePr>
        <p:xfrm>
          <a:off x="6483350" y="2535238"/>
          <a:ext cx="1714500" cy="569912"/>
        </p:xfrm>
        <a:graphic>
          <a:graphicData uri="http://schemas.openxmlformats.org/presentationml/2006/ole">
            <mc:AlternateContent xmlns:mc="http://schemas.openxmlformats.org/markup-compatibility/2006">
              <mc:Choice xmlns:v="urn:schemas-microsoft-com:vml" Requires="v">
                <p:oleObj spid="_x0000_s21537" name="公式" r:id="rId33" imgW="723600" imgH="241200" progId="Equation.3">
                  <p:embed/>
                </p:oleObj>
              </mc:Choice>
              <mc:Fallback>
                <p:oleObj name="公式" r:id="rId33" imgW="723600" imgH="241200" progId="Equation.3">
                  <p:embed/>
                  <p:pic>
                    <p:nvPicPr>
                      <p:cNvPr id="607252" name="Object 20">
                        <a:extLst>
                          <a:ext uri="{FF2B5EF4-FFF2-40B4-BE49-F238E27FC236}">
                            <a16:creationId xmlns:a16="http://schemas.microsoft.com/office/drawing/2014/main" id="{2C185D91-0E6A-4102-AA6C-FCE72F67440B}"/>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483350" y="2535238"/>
                        <a:ext cx="1714500" cy="569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07250"/>
                                        </p:tgtEl>
                                        <p:attrNameLst>
                                          <p:attrName>style.visibility</p:attrName>
                                        </p:attrNameLst>
                                      </p:cBhvr>
                                      <p:to>
                                        <p:strVal val="visible"/>
                                      </p:to>
                                    </p:set>
                                    <p:animEffect transition="in" filter="wipe(left)">
                                      <p:cBhvr>
                                        <p:cTn id="7" dur="500"/>
                                        <p:tgtEl>
                                          <p:spTgt spid="6072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07235"/>
                                        </p:tgtEl>
                                        <p:attrNameLst>
                                          <p:attrName>style.visibility</p:attrName>
                                        </p:attrNameLst>
                                      </p:cBhvr>
                                      <p:to>
                                        <p:strVal val="visible"/>
                                      </p:to>
                                    </p:set>
                                    <p:animEffect transition="in" filter="wipe(left)">
                                      <p:cBhvr>
                                        <p:cTn id="12" dur="1000"/>
                                        <p:tgtEl>
                                          <p:spTgt spid="6072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07236"/>
                                        </p:tgtEl>
                                        <p:attrNameLst>
                                          <p:attrName>style.visibility</p:attrName>
                                        </p:attrNameLst>
                                      </p:cBhvr>
                                      <p:to>
                                        <p:strVal val="visible"/>
                                      </p:to>
                                    </p:set>
                                    <p:animEffect transition="in" filter="wipe(left)">
                                      <p:cBhvr>
                                        <p:cTn id="17" dur="1000"/>
                                        <p:tgtEl>
                                          <p:spTgt spid="6072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07251"/>
                                        </p:tgtEl>
                                        <p:attrNameLst>
                                          <p:attrName>style.visibility</p:attrName>
                                        </p:attrNameLst>
                                      </p:cBhvr>
                                      <p:to>
                                        <p:strVal val="visible"/>
                                      </p:to>
                                    </p:set>
                                    <p:animEffect transition="in" filter="wipe(left)">
                                      <p:cBhvr>
                                        <p:cTn id="22" dur="1000"/>
                                        <p:tgtEl>
                                          <p:spTgt spid="60725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07237"/>
                                        </p:tgtEl>
                                        <p:attrNameLst>
                                          <p:attrName>style.visibility</p:attrName>
                                        </p:attrNameLst>
                                      </p:cBhvr>
                                      <p:to>
                                        <p:strVal val="visible"/>
                                      </p:to>
                                    </p:set>
                                    <p:animEffect transition="in" filter="wipe(left)">
                                      <p:cBhvr>
                                        <p:cTn id="27" dur="1000"/>
                                        <p:tgtEl>
                                          <p:spTgt spid="60723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07244"/>
                                        </p:tgtEl>
                                        <p:attrNameLst>
                                          <p:attrName>style.visibility</p:attrName>
                                        </p:attrNameLst>
                                      </p:cBhvr>
                                      <p:to>
                                        <p:strVal val="visible"/>
                                      </p:to>
                                    </p:set>
                                    <p:animEffect transition="in" filter="wipe(left)">
                                      <p:cBhvr>
                                        <p:cTn id="32" dur="1000"/>
                                        <p:tgtEl>
                                          <p:spTgt spid="60724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07246"/>
                                        </p:tgtEl>
                                        <p:attrNameLst>
                                          <p:attrName>style.visibility</p:attrName>
                                        </p:attrNameLst>
                                      </p:cBhvr>
                                      <p:to>
                                        <p:strVal val="visible"/>
                                      </p:to>
                                    </p:set>
                                    <p:animEffect transition="in" filter="wipe(left)">
                                      <p:cBhvr>
                                        <p:cTn id="37" dur="1000"/>
                                        <p:tgtEl>
                                          <p:spTgt spid="60724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07238"/>
                                        </p:tgtEl>
                                        <p:attrNameLst>
                                          <p:attrName>style.visibility</p:attrName>
                                        </p:attrNameLst>
                                      </p:cBhvr>
                                      <p:to>
                                        <p:strVal val="visible"/>
                                      </p:to>
                                    </p:set>
                                    <p:animEffect transition="in" filter="wipe(left)">
                                      <p:cBhvr>
                                        <p:cTn id="42" dur="1000"/>
                                        <p:tgtEl>
                                          <p:spTgt spid="60723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07239"/>
                                        </p:tgtEl>
                                        <p:attrNameLst>
                                          <p:attrName>style.visibility</p:attrName>
                                        </p:attrNameLst>
                                      </p:cBhvr>
                                      <p:to>
                                        <p:strVal val="visible"/>
                                      </p:to>
                                    </p:set>
                                    <p:animEffect transition="in" filter="wipe(left)">
                                      <p:cBhvr>
                                        <p:cTn id="47" dur="1000"/>
                                        <p:tgtEl>
                                          <p:spTgt spid="60723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07252"/>
                                        </p:tgtEl>
                                        <p:attrNameLst>
                                          <p:attrName>style.visibility</p:attrName>
                                        </p:attrNameLst>
                                      </p:cBhvr>
                                      <p:to>
                                        <p:strVal val="visible"/>
                                      </p:to>
                                    </p:set>
                                    <p:animEffect transition="in" filter="wipe(left)">
                                      <p:cBhvr>
                                        <p:cTn id="52" dur="1000"/>
                                        <p:tgtEl>
                                          <p:spTgt spid="60725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07240"/>
                                        </p:tgtEl>
                                        <p:attrNameLst>
                                          <p:attrName>style.visibility</p:attrName>
                                        </p:attrNameLst>
                                      </p:cBhvr>
                                      <p:to>
                                        <p:strVal val="visible"/>
                                      </p:to>
                                    </p:set>
                                    <p:animEffect transition="in" filter="wipe(left)">
                                      <p:cBhvr>
                                        <p:cTn id="57" dur="1000"/>
                                        <p:tgtEl>
                                          <p:spTgt spid="60724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607248"/>
                                        </p:tgtEl>
                                        <p:attrNameLst>
                                          <p:attrName>style.visibility</p:attrName>
                                        </p:attrNameLst>
                                      </p:cBhvr>
                                      <p:to>
                                        <p:strVal val="visible"/>
                                      </p:to>
                                    </p:set>
                                    <p:animEffect transition="in" filter="wipe(left)">
                                      <p:cBhvr>
                                        <p:cTn id="62" dur="1000"/>
                                        <p:tgtEl>
                                          <p:spTgt spid="60724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607247"/>
                                        </p:tgtEl>
                                        <p:attrNameLst>
                                          <p:attrName>style.visibility</p:attrName>
                                        </p:attrNameLst>
                                      </p:cBhvr>
                                      <p:to>
                                        <p:strVal val="visible"/>
                                      </p:to>
                                    </p:set>
                                    <p:animEffect transition="in" filter="wipe(left)">
                                      <p:cBhvr>
                                        <p:cTn id="67" dur="1000"/>
                                        <p:tgtEl>
                                          <p:spTgt spid="60724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607241"/>
                                        </p:tgtEl>
                                        <p:attrNameLst>
                                          <p:attrName>style.visibility</p:attrName>
                                        </p:attrNameLst>
                                      </p:cBhvr>
                                      <p:to>
                                        <p:strVal val="visible"/>
                                      </p:to>
                                    </p:set>
                                    <p:animEffect transition="in" filter="wipe(left)">
                                      <p:cBhvr>
                                        <p:cTn id="72" dur="1000"/>
                                        <p:tgtEl>
                                          <p:spTgt spid="60724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607242"/>
                                        </p:tgtEl>
                                        <p:attrNameLst>
                                          <p:attrName>style.visibility</p:attrName>
                                        </p:attrNameLst>
                                      </p:cBhvr>
                                      <p:to>
                                        <p:strVal val="visible"/>
                                      </p:to>
                                    </p:set>
                                    <p:animEffect transition="in" filter="wipe(left)">
                                      <p:cBhvr>
                                        <p:cTn id="77" dur="1000"/>
                                        <p:tgtEl>
                                          <p:spTgt spid="60724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607249"/>
                                        </p:tgtEl>
                                        <p:attrNameLst>
                                          <p:attrName>style.visibility</p:attrName>
                                        </p:attrNameLst>
                                      </p:cBhvr>
                                      <p:to>
                                        <p:strVal val="visible"/>
                                      </p:to>
                                    </p:set>
                                    <p:animEffect transition="in" filter="wipe(left)">
                                      <p:cBhvr>
                                        <p:cTn id="82" dur="1000"/>
                                        <p:tgtEl>
                                          <p:spTgt spid="607249"/>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607245"/>
                                        </p:tgtEl>
                                        <p:attrNameLst>
                                          <p:attrName>style.visibility</p:attrName>
                                        </p:attrNameLst>
                                      </p:cBhvr>
                                      <p:to>
                                        <p:strVal val="visible"/>
                                      </p:to>
                                    </p:set>
                                    <p:animEffect transition="in" filter="wipe(left)">
                                      <p:cBhvr>
                                        <p:cTn id="87" dur="1000"/>
                                        <p:tgtEl>
                                          <p:spTgt spid="607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725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8258" name="Object 2">
            <a:extLst>
              <a:ext uri="{FF2B5EF4-FFF2-40B4-BE49-F238E27FC236}">
                <a16:creationId xmlns:a16="http://schemas.microsoft.com/office/drawing/2014/main" id="{AB7AADD5-E9AE-4822-86B4-B378BF9A731B}"/>
              </a:ext>
            </a:extLst>
          </p:cNvPr>
          <p:cNvGraphicFramePr>
            <a:graphicFrameLocks noChangeAspect="1"/>
          </p:cNvGraphicFramePr>
          <p:nvPr/>
        </p:nvGraphicFramePr>
        <p:xfrm>
          <a:off x="7680325" y="1484314"/>
          <a:ext cx="1512888" cy="471487"/>
        </p:xfrm>
        <a:graphic>
          <a:graphicData uri="http://schemas.openxmlformats.org/presentationml/2006/ole">
            <mc:AlternateContent xmlns:mc="http://schemas.openxmlformats.org/markup-compatibility/2006">
              <mc:Choice xmlns:v="urn:schemas-microsoft-com:vml" Requires="v">
                <p:oleObj spid="_x0000_s22542" name="公式" r:id="rId3" imgW="647640" imgH="203040" progId="Equation.3">
                  <p:embed/>
                </p:oleObj>
              </mc:Choice>
              <mc:Fallback>
                <p:oleObj name="公式" r:id="rId3" imgW="647640" imgH="203040" progId="Equation.3">
                  <p:embed/>
                  <p:pic>
                    <p:nvPicPr>
                      <p:cNvPr id="608258" name="Object 2">
                        <a:extLst>
                          <a:ext uri="{FF2B5EF4-FFF2-40B4-BE49-F238E27FC236}">
                            <a16:creationId xmlns:a16="http://schemas.microsoft.com/office/drawing/2014/main" id="{AB7AADD5-E9AE-4822-86B4-B378BF9A73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0325" y="1484314"/>
                        <a:ext cx="1512888" cy="471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8259" name="Rectangle 3">
            <a:extLst>
              <a:ext uri="{FF2B5EF4-FFF2-40B4-BE49-F238E27FC236}">
                <a16:creationId xmlns:a16="http://schemas.microsoft.com/office/drawing/2014/main" id="{EA81385A-2F2B-4801-88EF-ED56ACC3BA66}"/>
              </a:ext>
            </a:extLst>
          </p:cNvPr>
          <p:cNvSpPr>
            <a:spLocks noChangeArrowheads="1"/>
          </p:cNvSpPr>
          <p:nvPr/>
        </p:nvSpPr>
        <p:spPr bwMode="auto">
          <a:xfrm>
            <a:off x="1524001" y="-3260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graphicFrame>
        <p:nvGraphicFramePr>
          <p:cNvPr id="608260" name="Object 4">
            <a:extLst>
              <a:ext uri="{FF2B5EF4-FFF2-40B4-BE49-F238E27FC236}">
                <a16:creationId xmlns:a16="http://schemas.microsoft.com/office/drawing/2014/main" id="{D654FAB0-AAAD-44B8-A047-0A9C87FD1D5F}"/>
              </a:ext>
            </a:extLst>
          </p:cNvPr>
          <p:cNvGraphicFramePr>
            <a:graphicFrameLocks noChangeAspect="1"/>
          </p:cNvGraphicFramePr>
          <p:nvPr/>
        </p:nvGraphicFramePr>
        <p:xfrm>
          <a:off x="1919289" y="73026"/>
          <a:ext cx="1379537" cy="1101725"/>
        </p:xfrm>
        <a:graphic>
          <a:graphicData uri="http://schemas.openxmlformats.org/presentationml/2006/ole">
            <mc:AlternateContent xmlns:mc="http://schemas.openxmlformats.org/markup-compatibility/2006">
              <mc:Choice xmlns:v="urn:schemas-microsoft-com:vml" Requires="v">
                <p:oleObj spid="_x0000_s22543" name="公式" r:id="rId5" imgW="571320" imgH="457200" progId="Equation.3">
                  <p:embed/>
                </p:oleObj>
              </mc:Choice>
              <mc:Fallback>
                <p:oleObj name="公式" r:id="rId5" imgW="571320" imgH="457200" progId="Equation.3">
                  <p:embed/>
                  <p:pic>
                    <p:nvPicPr>
                      <p:cNvPr id="608260" name="Object 4">
                        <a:extLst>
                          <a:ext uri="{FF2B5EF4-FFF2-40B4-BE49-F238E27FC236}">
                            <a16:creationId xmlns:a16="http://schemas.microsoft.com/office/drawing/2014/main" id="{D654FAB0-AAAD-44B8-A047-0A9C87FD1D5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19289" y="73026"/>
                        <a:ext cx="1379537" cy="1101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8261" name="Object 5">
            <a:extLst>
              <a:ext uri="{FF2B5EF4-FFF2-40B4-BE49-F238E27FC236}">
                <a16:creationId xmlns:a16="http://schemas.microsoft.com/office/drawing/2014/main" id="{7D5E1174-89D8-4548-9125-705E3A3609A7}"/>
              </a:ext>
            </a:extLst>
          </p:cNvPr>
          <p:cNvGraphicFramePr>
            <a:graphicFrameLocks noChangeAspect="1"/>
          </p:cNvGraphicFramePr>
          <p:nvPr/>
        </p:nvGraphicFramePr>
        <p:xfrm>
          <a:off x="1524000" y="1341438"/>
          <a:ext cx="2097088" cy="641350"/>
        </p:xfrm>
        <a:graphic>
          <a:graphicData uri="http://schemas.openxmlformats.org/presentationml/2006/ole">
            <mc:AlternateContent xmlns:mc="http://schemas.openxmlformats.org/markup-compatibility/2006">
              <mc:Choice xmlns:v="urn:schemas-microsoft-com:vml" Requires="v">
                <p:oleObj spid="_x0000_s22544" name="公式" r:id="rId7" imgW="787320" imgH="241200" progId="Equation.3">
                  <p:embed/>
                </p:oleObj>
              </mc:Choice>
              <mc:Fallback>
                <p:oleObj name="公式" r:id="rId7" imgW="787320" imgH="241200" progId="Equation.3">
                  <p:embed/>
                  <p:pic>
                    <p:nvPicPr>
                      <p:cNvPr id="608261" name="Object 5">
                        <a:extLst>
                          <a:ext uri="{FF2B5EF4-FFF2-40B4-BE49-F238E27FC236}">
                            <a16:creationId xmlns:a16="http://schemas.microsoft.com/office/drawing/2014/main" id="{7D5E1174-89D8-4548-9125-705E3A3609A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1341438"/>
                        <a:ext cx="2097088" cy="64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8262" name="Object 6">
            <a:extLst>
              <a:ext uri="{FF2B5EF4-FFF2-40B4-BE49-F238E27FC236}">
                <a16:creationId xmlns:a16="http://schemas.microsoft.com/office/drawing/2014/main" id="{F956618F-8ED7-43AB-A33B-C34B14C1DE68}"/>
              </a:ext>
            </a:extLst>
          </p:cNvPr>
          <p:cNvGraphicFramePr>
            <a:graphicFrameLocks noChangeAspect="1"/>
          </p:cNvGraphicFramePr>
          <p:nvPr/>
        </p:nvGraphicFramePr>
        <p:xfrm>
          <a:off x="3216275" y="90488"/>
          <a:ext cx="1943100" cy="1033462"/>
        </p:xfrm>
        <a:graphic>
          <a:graphicData uri="http://schemas.openxmlformats.org/presentationml/2006/ole">
            <mc:AlternateContent xmlns:mc="http://schemas.openxmlformats.org/markup-compatibility/2006">
              <mc:Choice xmlns:v="urn:schemas-microsoft-com:vml" Requires="v">
                <p:oleObj spid="_x0000_s22545" name="公式" r:id="rId9" imgW="761760" imgH="406080" progId="Equation.3">
                  <p:embed/>
                </p:oleObj>
              </mc:Choice>
              <mc:Fallback>
                <p:oleObj name="公式" r:id="rId9" imgW="761760" imgH="406080" progId="Equation.3">
                  <p:embed/>
                  <p:pic>
                    <p:nvPicPr>
                      <p:cNvPr id="608262" name="Object 6">
                        <a:extLst>
                          <a:ext uri="{FF2B5EF4-FFF2-40B4-BE49-F238E27FC236}">
                            <a16:creationId xmlns:a16="http://schemas.microsoft.com/office/drawing/2014/main" id="{F956618F-8ED7-43AB-A33B-C34B14C1DE6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16275" y="90488"/>
                        <a:ext cx="1943100" cy="1033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8263" name="Object 7">
            <a:extLst>
              <a:ext uri="{FF2B5EF4-FFF2-40B4-BE49-F238E27FC236}">
                <a16:creationId xmlns:a16="http://schemas.microsoft.com/office/drawing/2014/main" id="{96863AA2-22E9-4462-B7E3-A9B26BC94439}"/>
              </a:ext>
            </a:extLst>
          </p:cNvPr>
          <p:cNvGraphicFramePr>
            <a:graphicFrameLocks noChangeAspect="1"/>
          </p:cNvGraphicFramePr>
          <p:nvPr/>
        </p:nvGraphicFramePr>
        <p:xfrm>
          <a:off x="3648076" y="1412875"/>
          <a:ext cx="3960813" cy="414338"/>
        </p:xfrm>
        <a:graphic>
          <a:graphicData uri="http://schemas.openxmlformats.org/presentationml/2006/ole">
            <mc:AlternateContent xmlns:mc="http://schemas.openxmlformats.org/markup-compatibility/2006">
              <mc:Choice xmlns:v="urn:schemas-microsoft-com:vml" Requires="v">
                <p:oleObj spid="_x0000_s22546" name="公式" r:id="rId11" imgW="1701720" imgH="177480" progId="Equation.3">
                  <p:embed/>
                </p:oleObj>
              </mc:Choice>
              <mc:Fallback>
                <p:oleObj name="公式" r:id="rId11" imgW="1701720" imgH="177480" progId="Equation.3">
                  <p:embed/>
                  <p:pic>
                    <p:nvPicPr>
                      <p:cNvPr id="608263" name="Object 7">
                        <a:extLst>
                          <a:ext uri="{FF2B5EF4-FFF2-40B4-BE49-F238E27FC236}">
                            <a16:creationId xmlns:a16="http://schemas.microsoft.com/office/drawing/2014/main" id="{96863AA2-22E9-4462-B7E3-A9B26BC9443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48076" y="1412875"/>
                        <a:ext cx="3960813" cy="414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8264" name="Object 8">
            <a:extLst>
              <a:ext uri="{FF2B5EF4-FFF2-40B4-BE49-F238E27FC236}">
                <a16:creationId xmlns:a16="http://schemas.microsoft.com/office/drawing/2014/main" id="{1DB2F86D-5263-401E-8B30-2B2CA713D08D}"/>
              </a:ext>
            </a:extLst>
          </p:cNvPr>
          <p:cNvGraphicFramePr>
            <a:graphicFrameLocks noChangeAspect="1"/>
          </p:cNvGraphicFramePr>
          <p:nvPr/>
        </p:nvGraphicFramePr>
        <p:xfrm>
          <a:off x="5375275" y="373064"/>
          <a:ext cx="1512888" cy="446087"/>
        </p:xfrm>
        <a:graphic>
          <a:graphicData uri="http://schemas.openxmlformats.org/presentationml/2006/ole">
            <mc:AlternateContent xmlns:mc="http://schemas.openxmlformats.org/markup-compatibility/2006">
              <mc:Choice xmlns:v="urn:schemas-microsoft-com:vml" Requires="v">
                <p:oleObj spid="_x0000_s22547" name="公式" r:id="rId13" imgW="596880" imgH="177480" progId="Equation.3">
                  <p:embed/>
                </p:oleObj>
              </mc:Choice>
              <mc:Fallback>
                <p:oleObj name="公式" r:id="rId13" imgW="596880" imgH="177480" progId="Equation.3">
                  <p:embed/>
                  <p:pic>
                    <p:nvPicPr>
                      <p:cNvPr id="608264" name="Object 8">
                        <a:extLst>
                          <a:ext uri="{FF2B5EF4-FFF2-40B4-BE49-F238E27FC236}">
                            <a16:creationId xmlns:a16="http://schemas.microsoft.com/office/drawing/2014/main" id="{1DB2F86D-5263-401E-8B30-2B2CA713D08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75275" y="373064"/>
                        <a:ext cx="1512888" cy="446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8265" name="Object 9">
            <a:extLst>
              <a:ext uri="{FF2B5EF4-FFF2-40B4-BE49-F238E27FC236}">
                <a16:creationId xmlns:a16="http://schemas.microsoft.com/office/drawing/2014/main" id="{BBB6854F-8D25-48D5-98A5-D1F501643D57}"/>
              </a:ext>
            </a:extLst>
          </p:cNvPr>
          <p:cNvGraphicFramePr>
            <a:graphicFrameLocks noChangeAspect="1"/>
          </p:cNvGraphicFramePr>
          <p:nvPr/>
        </p:nvGraphicFramePr>
        <p:xfrm>
          <a:off x="1703389" y="2205038"/>
          <a:ext cx="2016125" cy="684212"/>
        </p:xfrm>
        <a:graphic>
          <a:graphicData uri="http://schemas.openxmlformats.org/presentationml/2006/ole">
            <mc:AlternateContent xmlns:mc="http://schemas.openxmlformats.org/markup-compatibility/2006">
              <mc:Choice xmlns:v="urn:schemas-microsoft-com:vml" Requires="v">
                <p:oleObj spid="_x0000_s22548" name="公式" r:id="rId15" imgW="698400" imgH="241200" progId="Equation.3">
                  <p:embed/>
                </p:oleObj>
              </mc:Choice>
              <mc:Fallback>
                <p:oleObj name="公式" r:id="rId15" imgW="698400" imgH="241200" progId="Equation.3">
                  <p:embed/>
                  <p:pic>
                    <p:nvPicPr>
                      <p:cNvPr id="608265" name="Object 9">
                        <a:extLst>
                          <a:ext uri="{FF2B5EF4-FFF2-40B4-BE49-F238E27FC236}">
                            <a16:creationId xmlns:a16="http://schemas.microsoft.com/office/drawing/2014/main" id="{BBB6854F-8D25-48D5-98A5-D1F501643D5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03389" y="2205038"/>
                        <a:ext cx="2016125" cy="684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8266" name="Object 10">
            <a:extLst>
              <a:ext uri="{FF2B5EF4-FFF2-40B4-BE49-F238E27FC236}">
                <a16:creationId xmlns:a16="http://schemas.microsoft.com/office/drawing/2014/main" id="{55B08C80-1CAA-4D28-97E3-6779E6AA5418}"/>
              </a:ext>
            </a:extLst>
          </p:cNvPr>
          <p:cNvGraphicFramePr>
            <a:graphicFrameLocks noChangeAspect="1"/>
          </p:cNvGraphicFramePr>
          <p:nvPr/>
        </p:nvGraphicFramePr>
        <p:xfrm>
          <a:off x="3792539" y="2349500"/>
          <a:ext cx="3328987" cy="463550"/>
        </p:xfrm>
        <a:graphic>
          <a:graphicData uri="http://schemas.openxmlformats.org/presentationml/2006/ole">
            <mc:AlternateContent xmlns:mc="http://schemas.openxmlformats.org/markup-compatibility/2006">
              <mc:Choice xmlns:v="urn:schemas-microsoft-com:vml" Requires="v">
                <p:oleObj spid="_x0000_s22549" name="公式" r:id="rId17" imgW="1257120" imgH="177480" progId="Equation.3">
                  <p:embed/>
                </p:oleObj>
              </mc:Choice>
              <mc:Fallback>
                <p:oleObj name="公式" r:id="rId17" imgW="1257120" imgH="177480" progId="Equation.3">
                  <p:embed/>
                  <p:pic>
                    <p:nvPicPr>
                      <p:cNvPr id="608266" name="Object 10">
                        <a:extLst>
                          <a:ext uri="{FF2B5EF4-FFF2-40B4-BE49-F238E27FC236}">
                            <a16:creationId xmlns:a16="http://schemas.microsoft.com/office/drawing/2014/main" id="{55B08C80-1CAA-4D28-97E3-6779E6AA5418}"/>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92539" y="2349500"/>
                        <a:ext cx="3328987"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8267" name="Rectangle 11">
            <a:extLst>
              <a:ext uri="{FF2B5EF4-FFF2-40B4-BE49-F238E27FC236}">
                <a16:creationId xmlns:a16="http://schemas.microsoft.com/office/drawing/2014/main" id="{64C41307-A73B-4B65-A852-BDD589DDEFFE}"/>
              </a:ext>
            </a:extLst>
          </p:cNvPr>
          <p:cNvSpPr>
            <a:spLocks noChangeArrowheads="1"/>
          </p:cNvSpPr>
          <p:nvPr/>
        </p:nvSpPr>
        <p:spPr bwMode="auto">
          <a:xfrm>
            <a:off x="1703388" y="3068638"/>
            <a:ext cx="7921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a:t>
            </a:r>
          </a:p>
        </p:txBody>
      </p:sp>
      <p:sp>
        <p:nvSpPr>
          <p:cNvPr id="608268" name="Rectangle 12">
            <a:extLst>
              <a:ext uri="{FF2B5EF4-FFF2-40B4-BE49-F238E27FC236}">
                <a16:creationId xmlns:a16="http://schemas.microsoft.com/office/drawing/2014/main" id="{70A49A9E-B3E2-4AC5-9DBC-021094C648A6}"/>
              </a:ext>
            </a:extLst>
          </p:cNvPr>
          <p:cNvSpPr>
            <a:spLocks noChangeArrowheads="1"/>
          </p:cNvSpPr>
          <p:nvPr/>
        </p:nvSpPr>
        <p:spPr bwMode="auto">
          <a:xfrm>
            <a:off x="2603501" y="3068638"/>
            <a:ext cx="19796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提出原假设</a:t>
            </a:r>
            <a:endParaRPr kumimoji="1" lang="zh-CN" altLang="en-US" sz="2800" b="1" i="1">
              <a:solidFill>
                <a:srgbClr val="007A77"/>
              </a:solidFill>
              <a:latin typeface="Times New Roman" panose="02020603050405020304" pitchFamily="18" charset="0"/>
              <a:ea typeface="楷体_GB2312" pitchFamily="49" charset="-122"/>
              <a:cs typeface="Times New Roman" panose="02020603050405020304" pitchFamily="18" charset="0"/>
            </a:endParaRPr>
          </a:p>
        </p:txBody>
      </p:sp>
      <p:graphicFrame>
        <p:nvGraphicFramePr>
          <p:cNvPr id="608269" name="Object 13">
            <a:extLst>
              <a:ext uri="{FF2B5EF4-FFF2-40B4-BE49-F238E27FC236}">
                <a16:creationId xmlns:a16="http://schemas.microsoft.com/office/drawing/2014/main" id="{C6DFA65A-F02A-4309-ABB7-3574AC8129F4}"/>
              </a:ext>
            </a:extLst>
          </p:cNvPr>
          <p:cNvGraphicFramePr>
            <a:graphicFrameLocks noChangeAspect="1"/>
          </p:cNvGraphicFramePr>
          <p:nvPr/>
        </p:nvGraphicFramePr>
        <p:xfrm>
          <a:off x="4568826" y="3140075"/>
          <a:ext cx="1592263" cy="458788"/>
        </p:xfrm>
        <a:graphic>
          <a:graphicData uri="http://schemas.openxmlformats.org/presentationml/2006/ole">
            <mc:AlternateContent xmlns:mc="http://schemas.openxmlformats.org/markup-compatibility/2006">
              <mc:Choice xmlns:v="urn:schemas-microsoft-com:vml" Requires="v">
                <p:oleObj spid="_x0000_s22550" name="公式" r:id="rId19" imgW="787320" imgH="228600" progId="Equation.3">
                  <p:embed/>
                </p:oleObj>
              </mc:Choice>
              <mc:Fallback>
                <p:oleObj name="公式" r:id="rId19" imgW="787320" imgH="228600" progId="Equation.3">
                  <p:embed/>
                  <p:pic>
                    <p:nvPicPr>
                      <p:cNvPr id="608269" name="Object 13">
                        <a:extLst>
                          <a:ext uri="{FF2B5EF4-FFF2-40B4-BE49-F238E27FC236}">
                            <a16:creationId xmlns:a16="http://schemas.microsoft.com/office/drawing/2014/main" id="{C6DFA65A-F02A-4309-ABB7-3574AC8129F4}"/>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568826" y="3140075"/>
                        <a:ext cx="1592263" cy="458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8270" name="Rectangle 14">
            <a:extLst>
              <a:ext uri="{FF2B5EF4-FFF2-40B4-BE49-F238E27FC236}">
                <a16:creationId xmlns:a16="http://schemas.microsoft.com/office/drawing/2014/main" id="{11CD6CF5-8256-45E7-A42D-76B717F27B24}"/>
              </a:ext>
            </a:extLst>
          </p:cNvPr>
          <p:cNvSpPr>
            <a:spLocks noChangeArrowheads="1"/>
          </p:cNvSpPr>
          <p:nvPr/>
        </p:nvSpPr>
        <p:spPr bwMode="auto">
          <a:xfrm>
            <a:off x="6383338" y="3068638"/>
            <a:ext cx="16129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608271" name="Object 15">
            <a:extLst>
              <a:ext uri="{FF2B5EF4-FFF2-40B4-BE49-F238E27FC236}">
                <a16:creationId xmlns:a16="http://schemas.microsoft.com/office/drawing/2014/main" id="{33605C0F-C84B-437B-8D45-9BD0CD4D94FD}"/>
              </a:ext>
            </a:extLst>
          </p:cNvPr>
          <p:cNvGraphicFramePr>
            <a:graphicFrameLocks noChangeAspect="1"/>
          </p:cNvGraphicFramePr>
          <p:nvPr/>
        </p:nvGraphicFramePr>
        <p:xfrm>
          <a:off x="8040688" y="3141664"/>
          <a:ext cx="1465262" cy="433387"/>
        </p:xfrm>
        <a:graphic>
          <a:graphicData uri="http://schemas.openxmlformats.org/presentationml/2006/ole">
            <mc:AlternateContent xmlns:mc="http://schemas.openxmlformats.org/markup-compatibility/2006">
              <mc:Choice xmlns:v="urn:schemas-microsoft-com:vml" Requires="v">
                <p:oleObj spid="_x0000_s22551" name="公式" r:id="rId21" imgW="723600" imgH="215640" progId="Equation.3">
                  <p:embed/>
                </p:oleObj>
              </mc:Choice>
              <mc:Fallback>
                <p:oleObj name="公式" r:id="rId21" imgW="723600" imgH="215640" progId="Equation.3">
                  <p:embed/>
                  <p:pic>
                    <p:nvPicPr>
                      <p:cNvPr id="608271" name="Object 15">
                        <a:extLst>
                          <a:ext uri="{FF2B5EF4-FFF2-40B4-BE49-F238E27FC236}">
                            <a16:creationId xmlns:a16="http://schemas.microsoft.com/office/drawing/2014/main" id="{33605C0F-C84B-437B-8D45-9BD0CD4D94FD}"/>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040688" y="3141664"/>
                        <a:ext cx="1465262" cy="433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8272" name="Rectangle 16">
            <a:extLst>
              <a:ext uri="{FF2B5EF4-FFF2-40B4-BE49-F238E27FC236}">
                <a16:creationId xmlns:a16="http://schemas.microsoft.com/office/drawing/2014/main" id="{D63E9210-B1B7-41B5-AA65-430B85DC1B1C}"/>
              </a:ext>
            </a:extLst>
          </p:cNvPr>
          <p:cNvSpPr>
            <a:spLocks noChangeArrowheads="1"/>
          </p:cNvSpPr>
          <p:nvPr/>
        </p:nvSpPr>
        <p:spPr bwMode="auto">
          <a:xfrm>
            <a:off x="1992313" y="4005263"/>
            <a:ext cx="26654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楷体_GB2312" pitchFamily="49" charset="-122"/>
                <a:ea typeface="楷体_GB2312" pitchFamily="49" charset="-122"/>
              </a:rPr>
              <a:t>检验统计量</a:t>
            </a:r>
          </a:p>
        </p:txBody>
      </p:sp>
      <p:graphicFrame>
        <p:nvGraphicFramePr>
          <p:cNvPr id="608273" name="Object 17">
            <a:extLst>
              <a:ext uri="{FF2B5EF4-FFF2-40B4-BE49-F238E27FC236}">
                <a16:creationId xmlns:a16="http://schemas.microsoft.com/office/drawing/2014/main" id="{BF159A54-DA09-4404-993E-17D5A2EC1ED8}"/>
              </a:ext>
            </a:extLst>
          </p:cNvPr>
          <p:cNvGraphicFramePr>
            <a:graphicFrameLocks noChangeAspect="1"/>
          </p:cNvGraphicFramePr>
          <p:nvPr/>
        </p:nvGraphicFramePr>
        <p:xfrm>
          <a:off x="4129088" y="3860801"/>
          <a:ext cx="1776412" cy="873125"/>
        </p:xfrm>
        <a:graphic>
          <a:graphicData uri="http://schemas.openxmlformats.org/presentationml/2006/ole">
            <mc:AlternateContent xmlns:mc="http://schemas.openxmlformats.org/markup-compatibility/2006">
              <mc:Choice xmlns:v="urn:schemas-microsoft-com:vml" Requires="v">
                <p:oleObj spid="_x0000_s22552" name="公式" r:id="rId23" imgW="876240" imgH="431640" progId="Equation.3">
                  <p:embed/>
                </p:oleObj>
              </mc:Choice>
              <mc:Fallback>
                <p:oleObj name="公式" r:id="rId23" imgW="876240" imgH="431640" progId="Equation.3">
                  <p:embed/>
                  <p:pic>
                    <p:nvPicPr>
                      <p:cNvPr id="608273" name="Object 17">
                        <a:extLst>
                          <a:ext uri="{FF2B5EF4-FFF2-40B4-BE49-F238E27FC236}">
                            <a16:creationId xmlns:a16="http://schemas.microsoft.com/office/drawing/2014/main" id="{BF159A54-DA09-4404-993E-17D5A2EC1ED8}"/>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129088" y="3860801"/>
                        <a:ext cx="1776412"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8274" name="Rectangle 18">
            <a:extLst>
              <a:ext uri="{FF2B5EF4-FFF2-40B4-BE49-F238E27FC236}">
                <a16:creationId xmlns:a16="http://schemas.microsoft.com/office/drawing/2014/main" id="{330CFF9A-78BB-49E0-B9B4-6D8DADF0C5A6}"/>
              </a:ext>
            </a:extLst>
          </p:cNvPr>
          <p:cNvSpPr>
            <a:spLocks noChangeArrowheads="1"/>
          </p:cNvSpPr>
          <p:nvPr/>
        </p:nvSpPr>
        <p:spPr bwMode="auto">
          <a:xfrm>
            <a:off x="2135188" y="5157788"/>
            <a:ext cx="27368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楷体_GB2312" pitchFamily="49" charset="-122"/>
                <a:ea typeface="楷体_GB2312" pitchFamily="49" charset="-122"/>
              </a:rPr>
              <a:t>拒绝域为</a:t>
            </a:r>
          </a:p>
        </p:txBody>
      </p:sp>
      <p:graphicFrame>
        <p:nvGraphicFramePr>
          <p:cNvPr id="608275" name="Object 19">
            <a:extLst>
              <a:ext uri="{FF2B5EF4-FFF2-40B4-BE49-F238E27FC236}">
                <a16:creationId xmlns:a16="http://schemas.microsoft.com/office/drawing/2014/main" id="{017FFE63-2611-408C-9739-0CE52A01313E}"/>
              </a:ext>
            </a:extLst>
          </p:cNvPr>
          <p:cNvGraphicFramePr>
            <a:graphicFrameLocks noChangeAspect="1"/>
          </p:cNvGraphicFramePr>
          <p:nvPr/>
        </p:nvGraphicFramePr>
        <p:xfrm>
          <a:off x="4008439" y="5157788"/>
          <a:ext cx="3349625" cy="493712"/>
        </p:xfrm>
        <a:graphic>
          <a:graphicData uri="http://schemas.openxmlformats.org/presentationml/2006/ole">
            <mc:AlternateContent xmlns:mc="http://schemas.openxmlformats.org/markup-compatibility/2006">
              <mc:Choice xmlns:v="urn:schemas-microsoft-com:vml" Requires="v">
                <p:oleObj spid="_x0000_s22553" name="公式" r:id="rId25" imgW="1562040" imgH="228600" progId="Equation.3">
                  <p:embed/>
                </p:oleObj>
              </mc:Choice>
              <mc:Fallback>
                <p:oleObj name="公式" r:id="rId25" imgW="1562040" imgH="228600" progId="Equation.3">
                  <p:embed/>
                  <p:pic>
                    <p:nvPicPr>
                      <p:cNvPr id="608275" name="Object 19">
                        <a:extLst>
                          <a:ext uri="{FF2B5EF4-FFF2-40B4-BE49-F238E27FC236}">
                            <a16:creationId xmlns:a16="http://schemas.microsoft.com/office/drawing/2014/main" id="{017FFE63-2611-408C-9739-0CE52A01313E}"/>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008439" y="5157788"/>
                        <a:ext cx="3349625" cy="493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afterEffect">
                                  <p:stCondLst>
                                    <p:cond delay="0"/>
                                  </p:stCondLst>
                                  <p:childTnLst>
                                    <p:set>
                                      <p:cBhvr>
                                        <p:cTn id="6" dur="1" fill="hold">
                                          <p:stCondLst>
                                            <p:cond delay="0"/>
                                          </p:stCondLst>
                                        </p:cTn>
                                        <p:tgtEl>
                                          <p:spTgt spid="608260"/>
                                        </p:tgtEl>
                                        <p:attrNameLst>
                                          <p:attrName>style.visibility</p:attrName>
                                        </p:attrNameLst>
                                      </p:cBhvr>
                                      <p:to>
                                        <p:strVal val="visible"/>
                                      </p:to>
                                    </p:set>
                                    <p:animEffect transition="in" filter="slide(fromLeft)">
                                      <p:cBhvr>
                                        <p:cTn id="7" dur="1000"/>
                                        <p:tgtEl>
                                          <p:spTgt spid="6082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08262"/>
                                        </p:tgtEl>
                                        <p:attrNameLst>
                                          <p:attrName>style.visibility</p:attrName>
                                        </p:attrNameLst>
                                      </p:cBhvr>
                                      <p:to>
                                        <p:strVal val="visible"/>
                                      </p:to>
                                    </p:set>
                                    <p:animEffect transition="in" filter="wipe(left)">
                                      <p:cBhvr>
                                        <p:cTn id="12" dur="1000"/>
                                        <p:tgtEl>
                                          <p:spTgt spid="6082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08264"/>
                                        </p:tgtEl>
                                        <p:attrNameLst>
                                          <p:attrName>style.visibility</p:attrName>
                                        </p:attrNameLst>
                                      </p:cBhvr>
                                      <p:to>
                                        <p:strVal val="visible"/>
                                      </p:to>
                                    </p:set>
                                    <p:animEffect transition="in" filter="wipe(left)">
                                      <p:cBhvr>
                                        <p:cTn id="17" dur="1000"/>
                                        <p:tgtEl>
                                          <p:spTgt spid="6082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608261"/>
                                        </p:tgtEl>
                                        <p:attrNameLst>
                                          <p:attrName>style.visibility</p:attrName>
                                        </p:attrNameLst>
                                      </p:cBhvr>
                                      <p:to>
                                        <p:strVal val="visible"/>
                                      </p:to>
                                    </p:set>
                                    <p:animEffect transition="in" filter="slide(fromBottom)">
                                      <p:cBhvr>
                                        <p:cTn id="22" dur="1000"/>
                                        <p:tgtEl>
                                          <p:spTgt spid="60826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608263"/>
                                        </p:tgtEl>
                                        <p:attrNameLst>
                                          <p:attrName>style.visibility</p:attrName>
                                        </p:attrNameLst>
                                      </p:cBhvr>
                                      <p:to>
                                        <p:strVal val="visible"/>
                                      </p:to>
                                    </p:set>
                                    <p:animEffect transition="in" filter="slide(fromBottom)">
                                      <p:cBhvr>
                                        <p:cTn id="27" dur="1000"/>
                                        <p:tgtEl>
                                          <p:spTgt spid="60826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08258"/>
                                        </p:tgtEl>
                                        <p:attrNameLst>
                                          <p:attrName>style.visibility</p:attrName>
                                        </p:attrNameLst>
                                      </p:cBhvr>
                                      <p:to>
                                        <p:strVal val="visible"/>
                                      </p:to>
                                    </p:set>
                                    <p:animEffect transition="in" filter="wipe(left)">
                                      <p:cBhvr>
                                        <p:cTn id="32" dur="1000"/>
                                        <p:tgtEl>
                                          <p:spTgt spid="60825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2" fill="hold" nodeType="clickEffect">
                                  <p:stCondLst>
                                    <p:cond delay="0"/>
                                  </p:stCondLst>
                                  <p:childTnLst>
                                    <p:set>
                                      <p:cBhvr>
                                        <p:cTn id="36" dur="1" fill="hold">
                                          <p:stCondLst>
                                            <p:cond delay="0"/>
                                          </p:stCondLst>
                                        </p:cTn>
                                        <p:tgtEl>
                                          <p:spTgt spid="608265"/>
                                        </p:tgtEl>
                                        <p:attrNameLst>
                                          <p:attrName>style.visibility</p:attrName>
                                        </p:attrNameLst>
                                      </p:cBhvr>
                                      <p:to>
                                        <p:strVal val="visible"/>
                                      </p:to>
                                    </p:set>
                                    <p:animEffect transition="in" filter="slide(fromRight)">
                                      <p:cBhvr>
                                        <p:cTn id="37" dur="1000"/>
                                        <p:tgtEl>
                                          <p:spTgt spid="608265"/>
                                        </p:tgtEl>
                                      </p:cBhvr>
                                    </p:animEffect>
                                  </p:childTnLst>
                                </p:cTn>
                              </p:par>
                            </p:childTnLst>
                          </p:cTn>
                        </p:par>
                        <p:par>
                          <p:cTn id="38" fill="hold" nodeType="afterGroup">
                            <p:stCondLst>
                              <p:cond delay="1000"/>
                            </p:stCondLst>
                            <p:childTnLst>
                              <p:par>
                                <p:cTn id="39" presetID="12" presetClass="entr" presetSubtype="2" fill="hold" nodeType="afterEffect">
                                  <p:stCondLst>
                                    <p:cond delay="0"/>
                                  </p:stCondLst>
                                  <p:childTnLst>
                                    <p:set>
                                      <p:cBhvr>
                                        <p:cTn id="40" dur="1" fill="hold">
                                          <p:stCondLst>
                                            <p:cond delay="0"/>
                                          </p:stCondLst>
                                        </p:cTn>
                                        <p:tgtEl>
                                          <p:spTgt spid="608266"/>
                                        </p:tgtEl>
                                        <p:attrNameLst>
                                          <p:attrName>style.visibility</p:attrName>
                                        </p:attrNameLst>
                                      </p:cBhvr>
                                      <p:to>
                                        <p:strVal val="visible"/>
                                      </p:to>
                                    </p:set>
                                    <p:animEffect transition="in" filter="slide(fromRight)">
                                      <p:cBhvr>
                                        <p:cTn id="41" dur="1000"/>
                                        <p:tgtEl>
                                          <p:spTgt spid="60826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608267"/>
                                        </p:tgtEl>
                                        <p:attrNameLst>
                                          <p:attrName>style.visibility</p:attrName>
                                        </p:attrNameLst>
                                      </p:cBhvr>
                                      <p:to>
                                        <p:strVal val="visible"/>
                                      </p:to>
                                    </p:set>
                                    <p:animEffect transition="in" filter="wipe(left)">
                                      <p:cBhvr>
                                        <p:cTn id="46" dur="1000"/>
                                        <p:tgtEl>
                                          <p:spTgt spid="608267"/>
                                        </p:tgtEl>
                                      </p:cBhvr>
                                    </p:animEffect>
                                  </p:childTnLst>
                                </p:cTn>
                              </p:par>
                            </p:childTnLst>
                          </p:cTn>
                        </p:par>
                        <p:par>
                          <p:cTn id="47" fill="hold" nodeType="afterGroup">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608268"/>
                                        </p:tgtEl>
                                        <p:attrNameLst>
                                          <p:attrName>style.visibility</p:attrName>
                                        </p:attrNameLst>
                                      </p:cBhvr>
                                      <p:to>
                                        <p:strVal val="visible"/>
                                      </p:to>
                                    </p:set>
                                    <p:animEffect transition="in" filter="wipe(left)">
                                      <p:cBhvr>
                                        <p:cTn id="50" dur="1000"/>
                                        <p:tgtEl>
                                          <p:spTgt spid="608268"/>
                                        </p:tgtEl>
                                      </p:cBhvr>
                                    </p:animEffect>
                                  </p:childTnLst>
                                </p:cTn>
                              </p:par>
                            </p:childTnLst>
                          </p:cTn>
                        </p:par>
                        <p:par>
                          <p:cTn id="51" fill="hold" nodeType="afterGroup">
                            <p:stCondLst>
                              <p:cond delay="2000"/>
                            </p:stCondLst>
                            <p:childTnLst>
                              <p:par>
                                <p:cTn id="52" presetID="22" presetClass="entr" presetSubtype="8" fill="hold" nodeType="afterEffect">
                                  <p:stCondLst>
                                    <p:cond delay="0"/>
                                  </p:stCondLst>
                                  <p:childTnLst>
                                    <p:set>
                                      <p:cBhvr>
                                        <p:cTn id="53" dur="1" fill="hold">
                                          <p:stCondLst>
                                            <p:cond delay="0"/>
                                          </p:stCondLst>
                                        </p:cTn>
                                        <p:tgtEl>
                                          <p:spTgt spid="608269"/>
                                        </p:tgtEl>
                                        <p:attrNameLst>
                                          <p:attrName>style.visibility</p:attrName>
                                        </p:attrNameLst>
                                      </p:cBhvr>
                                      <p:to>
                                        <p:strVal val="visible"/>
                                      </p:to>
                                    </p:set>
                                    <p:animEffect transition="in" filter="wipe(left)">
                                      <p:cBhvr>
                                        <p:cTn id="54" dur="1000"/>
                                        <p:tgtEl>
                                          <p:spTgt spid="608269"/>
                                        </p:tgtEl>
                                      </p:cBhvr>
                                    </p:animEffect>
                                  </p:childTnLst>
                                </p:cTn>
                              </p:par>
                            </p:childTnLst>
                          </p:cTn>
                        </p:par>
                        <p:par>
                          <p:cTn id="55" fill="hold" nodeType="afterGroup">
                            <p:stCondLst>
                              <p:cond delay="3000"/>
                            </p:stCondLst>
                            <p:childTnLst>
                              <p:par>
                                <p:cTn id="56" presetID="22" presetClass="entr" presetSubtype="8" fill="hold" grpId="0" nodeType="afterEffect">
                                  <p:stCondLst>
                                    <p:cond delay="0"/>
                                  </p:stCondLst>
                                  <p:childTnLst>
                                    <p:set>
                                      <p:cBhvr>
                                        <p:cTn id="57" dur="1" fill="hold">
                                          <p:stCondLst>
                                            <p:cond delay="0"/>
                                          </p:stCondLst>
                                        </p:cTn>
                                        <p:tgtEl>
                                          <p:spTgt spid="608270"/>
                                        </p:tgtEl>
                                        <p:attrNameLst>
                                          <p:attrName>style.visibility</p:attrName>
                                        </p:attrNameLst>
                                      </p:cBhvr>
                                      <p:to>
                                        <p:strVal val="visible"/>
                                      </p:to>
                                    </p:set>
                                    <p:animEffect transition="in" filter="wipe(left)">
                                      <p:cBhvr>
                                        <p:cTn id="58" dur="1000"/>
                                        <p:tgtEl>
                                          <p:spTgt spid="608270"/>
                                        </p:tgtEl>
                                      </p:cBhvr>
                                    </p:animEffect>
                                  </p:childTnLst>
                                </p:cTn>
                              </p:par>
                            </p:childTnLst>
                          </p:cTn>
                        </p:par>
                        <p:par>
                          <p:cTn id="59" fill="hold" nodeType="afterGroup">
                            <p:stCondLst>
                              <p:cond delay="4000"/>
                            </p:stCondLst>
                            <p:childTnLst>
                              <p:par>
                                <p:cTn id="60" presetID="22" presetClass="entr" presetSubtype="8" fill="hold" nodeType="afterEffect">
                                  <p:stCondLst>
                                    <p:cond delay="0"/>
                                  </p:stCondLst>
                                  <p:childTnLst>
                                    <p:set>
                                      <p:cBhvr>
                                        <p:cTn id="61" dur="1" fill="hold">
                                          <p:stCondLst>
                                            <p:cond delay="0"/>
                                          </p:stCondLst>
                                        </p:cTn>
                                        <p:tgtEl>
                                          <p:spTgt spid="608271"/>
                                        </p:tgtEl>
                                        <p:attrNameLst>
                                          <p:attrName>style.visibility</p:attrName>
                                        </p:attrNameLst>
                                      </p:cBhvr>
                                      <p:to>
                                        <p:strVal val="visible"/>
                                      </p:to>
                                    </p:set>
                                    <p:animEffect transition="in" filter="wipe(left)">
                                      <p:cBhvr>
                                        <p:cTn id="62" dur="1000"/>
                                        <p:tgtEl>
                                          <p:spTgt spid="60827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608272"/>
                                        </p:tgtEl>
                                        <p:attrNameLst>
                                          <p:attrName>style.visibility</p:attrName>
                                        </p:attrNameLst>
                                      </p:cBhvr>
                                      <p:to>
                                        <p:strVal val="visible"/>
                                      </p:to>
                                    </p:set>
                                    <p:animEffect transition="in" filter="wipe(left)">
                                      <p:cBhvr>
                                        <p:cTn id="67" dur="1000"/>
                                        <p:tgtEl>
                                          <p:spTgt spid="608272"/>
                                        </p:tgtEl>
                                      </p:cBhvr>
                                    </p:animEffect>
                                  </p:childTnLst>
                                </p:cTn>
                              </p:par>
                            </p:childTnLst>
                          </p:cTn>
                        </p:par>
                        <p:par>
                          <p:cTn id="68" fill="hold" nodeType="afterGroup">
                            <p:stCondLst>
                              <p:cond delay="1000"/>
                            </p:stCondLst>
                            <p:childTnLst>
                              <p:par>
                                <p:cTn id="69" presetID="22" presetClass="entr" presetSubtype="8" fill="hold" nodeType="afterEffect">
                                  <p:stCondLst>
                                    <p:cond delay="0"/>
                                  </p:stCondLst>
                                  <p:childTnLst>
                                    <p:set>
                                      <p:cBhvr>
                                        <p:cTn id="70" dur="1" fill="hold">
                                          <p:stCondLst>
                                            <p:cond delay="0"/>
                                          </p:stCondLst>
                                        </p:cTn>
                                        <p:tgtEl>
                                          <p:spTgt spid="608273"/>
                                        </p:tgtEl>
                                        <p:attrNameLst>
                                          <p:attrName>style.visibility</p:attrName>
                                        </p:attrNameLst>
                                      </p:cBhvr>
                                      <p:to>
                                        <p:strVal val="visible"/>
                                      </p:to>
                                    </p:set>
                                    <p:animEffect transition="in" filter="wipe(left)">
                                      <p:cBhvr>
                                        <p:cTn id="71" dur="1000"/>
                                        <p:tgtEl>
                                          <p:spTgt spid="608273"/>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608274"/>
                                        </p:tgtEl>
                                        <p:attrNameLst>
                                          <p:attrName>style.visibility</p:attrName>
                                        </p:attrNameLst>
                                      </p:cBhvr>
                                      <p:to>
                                        <p:strVal val="visible"/>
                                      </p:to>
                                    </p:set>
                                    <p:animEffect transition="in" filter="wipe(left)">
                                      <p:cBhvr>
                                        <p:cTn id="76" dur="500"/>
                                        <p:tgtEl>
                                          <p:spTgt spid="608274"/>
                                        </p:tgtEl>
                                      </p:cBhvr>
                                    </p:animEffect>
                                  </p:childTnLst>
                                </p:cTn>
                              </p:par>
                            </p:childTnLst>
                          </p:cTn>
                        </p:par>
                        <p:par>
                          <p:cTn id="77" fill="hold" nodeType="afterGroup">
                            <p:stCondLst>
                              <p:cond delay="500"/>
                            </p:stCondLst>
                            <p:childTnLst>
                              <p:par>
                                <p:cTn id="78" presetID="22" presetClass="entr" presetSubtype="8" fill="hold" nodeType="afterEffect">
                                  <p:stCondLst>
                                    <p:cond delay="0"/>
                                  </p:stCondLst>
                                  <p:childTnLst>
                                    <p:set>
                                      <p:cBhvr>
                                        <p:cTn id="79" dur="1" fill="hold">
                                          <p:stCondLst>
                                            <p:cond delay="0"/>
                                          </p:stCondLst>
                                        </p:cTn>
                                        <p:tgtEl>
                                          <p:spTgt spid="608275"/>
                                        </p:tgtEl>
                                        <p:attrNameLst>
                                          <p:attrName>style.visibility</p:attrName>
                                        </p:attrNameLst>
                                      </p:cBhvr>
                                      <p:to>
                                        <p:strVal val="visible"/>
                                      </p:to>
                                    </p:set>
                                    <p:animEffect transition="in" filter="wipe(left)">
                                      <p:cBhvr>
                                        <p:cTn id="80" dur="1000"/>
                                        <p:tgtEl>
                                          <p:spTgt spid="608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8267" grpId="0"/>
      <p:bldP spid="608268" grpId="0"/>
      <p:bldP spid="608270" grpId="0"/>
      <p:bldP spid="608272" grpId="0"/>
      <p:bldP spid="60827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Rectangle 2">
            <a:extLst>
              <a:ext uri="{FF2B5EF4-FFF2-40B4-BE49-F238E27FC236}">
                <a16:creationId xmlns:a16="http://schemas.microsoft.com/office/drawing/2014/main" id="{CB74B70F-8A6F-4B8E-9E11-DA6E6382B27E}"/>
              </a:ext>
            </a:extLst>
          </p:cNvPr>
          <p:cNvSpPr>
            <a:spLocks noChangeArrowheads="1"/>
          </p:cNvSpPr>
          <p:nvPr/>
        </p:nvSpPr>
        <p:spPr bwMode="auto">
          <a:xfrm>
            <a:off x="1524001" y="-3260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zh-CN" altLang="en-US" sz="2400">
              <a:solidFill>
                <a:srgbClr val="007A77"/>
              </a:solidFill>
              <a:latin typeface="Times New Roman" panose="02020603050405020304" pitchFamily="18" charset="0"/>
              <a:ea typeface="宋体" panose="02010600030101010101" pitchFamily="2" charset="-122"/>
            </a:endParaRPr>
          </a:p>
        </p:txBody>
      </p:sp>
      <p:graphicFrame>
        <p:nvGraphicFramePr>
          <p:cNvPr id="609283" name="Object 3">
            <a:extLst>
              <a:ext uri="{FF2B5EF4-FFF2-40B4-BE49-F238E27FC236}">
                <a16:creationId xmlns:a16="http://schemas.microsoft.com/office/drawing/2014/main" id="{6F08DB7B-2015-419C-8EA7-9A86F0B727D2}"/>
              </a:ext>
            </a:extLst>
          </p:cNvPr>
          <p:cNvGraphicFramePr>
            <a:graphicFrameLocks noChangeAspect="1"/>
          </p:cNvGraphicFramePr>
          <p:nvPr/>
        </p:nvGraphicFramePr>
        <p:xfrm>
          <a:off x="1798639" y="2592388"/>
          <a:ext cx="2016125" cy="596900"/>
        </p:xfrm>
        <a:graphic>
          <a:graphicData uri="http://schemas.openxmlformats.org/presentationml/2006/ole">
            <mc:AlternateContent xmlns:mc="http://schemas.openxmlformats.org/markup-compatibility/2006">
              <mc:Choice xmlns:v="urn:schemas-microsoft-com:vml" Requires="v">
                <p:oleObj spid="_x0000_s23569" name="公式" r:id="rId3" imgW="799920" imgH="241200" progId="Equation.3">
                  <p:embed/>
                </p:oleObj>
              </mc:Choice>
              <mc:Fallback>
                <p:oleObj name="公式" r:id="rId3" imgW="799920" imgH="241200" progId="Equation.3">
                  <p:embed/>
                  <p:pic>
                    <p:nvPicPr>
                      <p:cNvPr id="609283" name="Object 3">
                        <a:extLst>
                          <a:ext uri="{FF2B5EF4-FFF2-40B4-BE49-F238E27FC236}">
                            <a16:creationId xmlns:a16="http://schemas.microsoft.com/office/drawing/2014/main" id="{6F08DB7B-2015-419C-8EA7-9A86F0B727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8639" y="2592388"/>
                        <a:ext cx="2016125" cy="596900"/>
                      </a:xfrm>
                      <a:prstGeom prst="rect">
                        <a:avLst/>
                      </a:prstGeom>
                      <a:noFill/>
                      <a:ln>
                        <a:noFill/>
                      </a:ln>
                      <a:extLst>
                        <a:ext uri="{909E8E84-426E-40DD-AFC4-6F175D3DCCD1}">
                          <a14:hiddenFill xmlns:a14="http://schemas.microsoft.com/office/drawing/2010/main">
                            <a:solidFill>
                              <a:srgbClr val="FFFF99">
                                <a:alpha val="41000"/>
                              </a:srgbClr>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609284" name="Object 4">
            <a:extLst>
              <a:ext uri="{FF2B5EF4-FFF2-40B4-BE49-F238E27FC236}">
                <a16:creationId xmlns:a16="http://schemas.microsoft.com/office/drawing/2014/main" id="{112FC6CB-BB92-4780-BBA8-25A03070C02B}"/>
              </a:ext>
            </a:extLst>
          </p:cNvPr>
          <p:cNvGraphicFramePr>
            <a:graphicFrameLocks noChangeAspect="1"/>
          </p:cNvGraphicFramePr>
          <p:nvPr/>
        </p:nvGraphicFramePr>
        <p:xfrm>
          <a:off x="3959225" y="2636838"/>
          <a:ext cx="3295650" cy="444500"/>
        </p:xfrm>
        <a:graphic>
          <a:graphicData uri="http://schemas.openxmlformats.org/presentationml/2006/ole">
            <mc:AlternateContent xmlns:mc="http://schemas.openxmlformats.org/markup-compatibility/2006">
              <mc:Choice xmlns:v="urn:schemas-microsoft-com:vml" Requires="v">
                <p:oleObj spid="_x0000_s23570" name="公式" r:id="rId5" imgW="1307880" imgH="177480" progId="Equation.3">
                  <p:embed/>
                </p:oleObj>
              </mc:Choice>
              <mc:Fallback>
                <p:oleObj name="公式" r:id="rId5" imgW="1307880" imgH="177480" progId="Equation.3">
                  <p:embed/>
                  <p:pic>
                    <p:nvPicPr>
                      <p:cNvPr id="609284" name="Object 4">
                        <a:extLst>
                          <a:ext uri="{FF2B5EF4-FFF2-40B4-BE49-F238E27FC236}">
                            <a16:creationId xmlns:a16="http://schemas.microsoft.com/office/drawing/2014/main" id="{112FC6CB-BB92-4780-BBA8-25A03070C02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9225" y="2636838"/>
                        <a:ext cx="329565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9285" name="Object 5">
            <a:extLst>
              <a:ext uri="{FF2B5EF4-FFF2-40B4-BE49-F238E27FC236}">
                <a16:creationId xmlns:a16="http://schemas.microsoft.com/office/drawing/2014/main" id="{1DBE08F7-DAE2-4D90-8630-9C35CE4A3B0A}"/>
              </a:ext>
            </a:extLst>
          </p:cNvPr>
          <p:cNvGraphicFramePr>
            <a:graphicFrameLocks noChangeAspect="1"/>
          </p:cNvGraphicFramePr>
          <p:nvPr/>
        </p:nvGraphicFramePr>
        <p:xfrm>
          <a:off x="7343776" y="2636838"/>
          <a:ext cx="1503363" cy="444500"/>
        </p:xfrm>
        <a:graphic>
          <a:graphicData uri="http://schemas.openxmlformats.org/presentationml/2006/ole">
            <mc:AlternateContent xmlns:mc="http://schemas.openxmlformats.org/markup-compatibility/2006">
              <mc:Choice xmlns:v="urn:schemas-microsoft-com:vml" Requires="v">
                <p:oleObj spid="_x0000_s23571" name="公式" r:id="rId7" imgW="596880" imgH="177480" progId="Equation.3">
                  <p:embed/>
                </p:oleObj>
              </mc:Choice>
              <mc:Fallback>
                <p:oleObj name="公式" r:id="rId7" imgW="596880" imgH="177480" progId="Equation.3">
                  <p:embed/>
                  <p:pic>
                    <p:nvPicPr>
                      <p:cNvPr id="609285" name="Object 5">
                        <a:extLst>
                          <a:ext uri="{FF2B5EF4-FFF2-40B4-BE49-F238E27FC236}">
                            <a16:creationId xmlns:a16="http://schemas.microsoft.com/office/drawing/2014/main" id="{1DBE08F7-DAE2-4D90-8630-9C35CE4A3B0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43776" y="2636838"/>
                        <a:ext cx="1503363"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9286" name="Object 6">
            <a:extLst>
              <a:ext uri="{FF2B5EF4-FFF2-40B4-BE49-F238E27FC236}">
                <a16:creationId xmlns:a16="http://schemas.microsoft.com/office/drawing/2014/main" id="{A5ED32C8-4955-4012-AE28-7B58D389B3FB}"/>
              </a:ext>
            </a:extLst>
          </p:cNvPr>
          <p:cNvGraphicFramePr>
            <a:graphicFrameLocks noChangeAspect="1"/>
          </p:cNvGraphicFramePr>
          <p:nvPr/>
        </p:nvGraphicFramePr>
        <p:xfrm>
          <a:off x="2159000" y="1700213"/>
          <a:ext cx="1570038" cy="690562"/>
        </p:xfrm>
        <a:graphic>
          <a:graphicData uri="http://schemas.openxmlformats.org/presentationml/2006/ole">
            <mc:AlternateContent xmlns:mc="http://schemas.openxmlformats.org/markup-compatibility/2006">
              <mc:Choice xmlns:v="urn:schemas-microsoft-com:vml" Requires="v">
                <p:oleObj spid="_x0000_s23572" name="公式" r:id="rId9" imgW="596880" imgH="266400" progId="Equation.3">
                  <p:embed/>
                </p:oleObj>
              </mc:Choice>
              <mc:Fallback>
                <p:oleObj name="公式" r:id="rId9" imgW="596880" imgH="266400" progId="Equation.3">
                  <p:embed/>
                  <p:pic>
                    <p:nvPicPr>
                      <p:cNvPr id="609286" name="Object 6">
                        <a:extLst>
                          <a:ext uri="{FF2B5EF4-FFF2-40B4-BE49-F238E27FC236}">
                            <a16:creationId xmlns:a16="http://schemas.microsoft.com/office/drawing/2014/main" id="{A5ED32C8-4955-4012-AE28-7B58D389B3F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59000" y="1700213"/>
                        <a:ext cx="1570038" cy="690562"/>
                      </a:xfrm>
                      <a:prstGeom prst="rect">
                        <a:avLst/>
                      </a:prstGeom>
                      <a:noFill/>
                      <a:ln>
                        <a:noFill/>
                      </a:ln>
                      <a:extLst>
                        <a:ext uri="{909E8E84-426E-40DD-AFC4-6F175D3DCCD1}">
                          <a14:hiddenFill xmlns:a14="http://schemas.microsoft.com/office/drawing/2010/main">
                            <a:solidFill>
                              <a:srgbClr val="FFFF99">
                                <a:alpha val="41000"/>
                              </a:srgbClr>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609287" name="Object 7">
            <a:extLst>
              <a:ext uri="{FF2B5EF4-FFF2-40B4-BE49-F238E27FC236}">
                <a16:creationId xmlns:a16="http://schemas.microsoft.com/office/drawing/2014/main" id="{35424136-0298-4DFD-B5BF-CBBC23044A83}"/>
              </a:ext>
            </a:extLst>
          </p:cNvPr>
          <p:cNvGraphicFramePr>
            <a:graphicFrameLocks noChangeAspect="1"/>
          </p:cNvGraphicFramePr>
          <p:nvPr/>
        </p:nvGraphicFramePr>
        <p:xfrm>
          <a:off x="3814764" y="1873251"/>
          <a:ext cx="3024187" cy="415925"/>
        </p:xfrm>
        <a:graphic>
          <a:graphicData uri="http://schemas.openxmlformats.org/presentationml/2006/ole">
            <mc:AlternateContent xmlns:mc="http://schemas.openxmlformats.org/markup-compatibility/2006">
              <mc:Choice xmlns:v="urn:schemas-microsoft-com:vml" Requires="v">
                <p:oleObj spid="_x0000_s23573" name="公式" r:id="rId11" imgW="1282680" imgH="177480" progId="Equation.3">
                  <p:embed/>
                </p:oleObj>
              </mc:Choice>
              <mc:Fallback>
                <p:oleObj name="公式" r:id="rId11" imgW="1282680" imgH="177480" progId="Equation.3">
                  <p:embed/>
                  <p:pic>
                    <p:nvPicPr>
                      <p:cNvPr id="609287" name="Object 7">
                        <a:extLst>
                          <a:ext uri="{FF2B5EF4-FFF2-40B4-BE49-F238E27FC236}">
                            <a16:creationId xmlns:a16="http://schemas.microsoft.com/office/drawing/2014/main" id="{35424136-0298-4DFD-B5BF-CBBC23044A8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4764" y="1873251"/>
                        <a:ext cx="3024187" cy="415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9288" name="Object 8">
            <a:extLst>
              <a:ext uri="{FF2B5EF4-FFF2-40B4-BE49-F238E27FC236}">
                <a16:creationId xmlns:a16="http://schemas.microsoft.com/office/drawing/2014/main" id="{BD8AF8F6-2915-4AB2-A891-F10D0F2839FC}"/>
              </a:ext>
            </a:extLst>
          </p:cNvPr>
          <p:cNvGraphicFramePr>
            <a:graphicFrameLocks noChangeAspect="1"/>
          </p:cNvGraphicFramePr>
          <p:nvPr/>
        </p:nvGraphicFramePr>
        <p:xfrm>
          <a:off x="6959600" y="1844675"/>
          <a:ext cx="1695450" cy="444500"/>
        </p:xfrm>
        <a:graphic>
          <a:graphicData uri="http://schemas.openxmlformats.org/presentationml/2006/ole">
            <mc:AlternateContent xmlns:mc="http://schemas.openxmlformats.org/markup-compatibility/2006">
              <mc:Choice xmlns:v="urn:schemas-microsoft-com:vml" Requires="v">
                <p:oleObj spid="_x0000_s23574" name="公式" r:id="rId13" imgW="672840" imgH="177480" progId="Equation.3">
                  <p:embed/>
                </p:oleObj>
              </mc:Choice>
              <mc:Fallback>
                <p:oleObj name="公式" r:id="rId13" imgW="672840" imgH="177480" progId="Equation.3">
                  <p:embed/>
                  <p:pic>
                    <p:nvPicPr>
                      <p:cNvPr id="609288" name="Object 8">
                        <a:extLst>
                          <a:ext uri="{FF2B5EF4-FFF2-40B4-BE49-F238E27FC236}">
                            <a16:creationId xmlns:a16="http://schemas.microsoft.com/office/drawing/2014/main" id="{BD8AF8F6-2915-4AB2-A891-F10D0F2839F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59600" y="1844675"/>
                        <a:ext cx="169545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9289" name="Object 9">
            <a:extLst>
              <a:ext uri="{FF2B5EF4-FFF2-40B4-BE49-F238E27FC236}">
                <a16:creationId xmlns:a16="http://schemas.microsoft.com/office/drawing/2014/main" id="{2147EBA9-16A2-42AF-BCF8-22FF19FCCDD9}"/>
              </a:ext>
            </a:extLst>
          </p:cNvPr>
          <p:cNvGraphicFramePr>
            <a:graphicFrameLocks noChangeAspect="1"/>
          </p:cNvGraphicFramePr>
          <p:nvPr/>
        </p:nvGraphicFramePr>
        <p:xfrm>
          <a:off x="2208214" y="3357564"/>
          <a:ext cx="2160587" cy="1062037"/>
        </p:xfrm>
        <a:graphic>
          <a:graphicData uri="http://schemas.openxmlformats.org/presentationml/2006/ole">
            <mc:AlternateContent xmlns:mc="http://schemas.openxmlformats.org/markup-compatibility/2006">
              <mc:Choice xmlns:v="urn:schemas-microsoft-com:vml" Requires="v">
                <p:oleObj spid="_x0000_s23575" name="公式" r:id="rId15" imgW="876240" imgH="431640" progId="Equation.3">
                  <p:embed/>
                </p:oleObj>
              </mc:Choice>
              <mc:Fallback>
                <p:oleObj name="公式" r:id="rId15" imgW="876240" imgH="431640" progId="Equation.3">
                  <p:embed/>
                  <p:pic>
                    <p:nvPicPr>
                      <p:cNvPr id="609289" name="Object 9">
                        <a:extLst>
                          <a:ext uri="{FF2B5EF4-FFF2-40B4-BE49-F238E27FC236}">
                            <a16:creationId xmlns:a16="http://schemas.microsoft.com/office/drawing/2014/main" id="{2147EBA9-16A2-42AF-BCF8-22FF19FCCDD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08214" y="3357564"/>
                        <a:ext cx="2160587" cy="1062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9290" name="Object 10">
            <a:extLst>
              <a:ext uri="{FF2B5EF4-FFF2-40B4-BE49-F238E27FC236}">
                <a16:creationId xmlns:a16="http://schemas.microsoft.com/office/drawing/2014/main" id="{97393D9F-1F67-4012-8770-268B539246BF}"/>
              </a:ext>
            </a:extLst>
          </p:cNvPr>
          <p:cNvGraphicFramePr>
            <a:graphicFrameLocks noChangeAspect="1"/>
          </p:cNvGraphicFramePr>
          <p:nvPr/>
        </p:nvGraphicFramePr>
        <p:xfrm>
          <a:off x="4318000" y="3422650"/>
          <a:ext cx="2160588" cy="973138"/>
        </p:xfrm>
        <a:graphic>
          <a:graphicData uri="http://schemas.openxmlformats.org/presentationml/2006/ole">
            <mc:AlternateContent xmlns:mc="http://schemas.openxmlformats.org/markup-compatibility/2006">
              <mc:Choice xmlns:v="urn:schemas-microsoft-com:vml" Requires="v">
                <p:oleObj spid="_x0000_s23576" name="公式" r:id="rId17" imgW="901440" imgH="406080" progId="Equation.3">
                  <p:embed/>
                </p:oleObj>
              </mc:Choice>
              <mc:Fallback>
                <p:oleObj name="公式" r:id="rId17" imgW="901440" imgH="406080" progId="Equation.3">
                  <p:embed/>
                  <p:pic>
                    <p:nvPicPr>
                      <p:cNvPr id="609290" name="Object 10">
                        <a:extLst>
                          <a:ext uri="{FF2B5EF4-FFF2-40B4-BE49-F238E27FC236}">
                            <a16:creationId xmlns:a16="http://schemas.microsoft.com/office/drawing/2014/main" id="{97393D9F-1F67-4012-8770-268B539246B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18000" y="3422650"/>
                        <a:ext cx="2160588" cy="973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9291" name="Object 11">
            <a:extLst>
              <a:ext uri="{FF2B5EF4-FFF2-40B4-BE49-F238E27FC236}">
                <a16:creationId xmlns:a16="http://schemas.microsoft.com/office/drawing/2014/main" id="{B3E4817E-9422-408E-BA95-B82B3969A8F8}"/>
              </a:ext>
            </a:extLst>
          </p:cNvPr>
          <p:cNvGraphicFramePr>
            <a:graphicFrameLocks noChangeAspect="1"/>
          </p:cNvGraphicFramePr>
          <p:nvPr/>
        </p:nvGraphicFramePr>
        <p:xfrm>
          <a:off x="6527800" y="3716338"/>
          <a:ext cx="1695450" cy="444500"/>
        </p:xfrm>
        <a:graphic>
          <a:graphicData uri="http://schemas.openxmlformats.org/presentationml/2006/ole">
            <mc:AlternateContent xmlns:mc="http://schemas.openxmlformats.org/markup-compatibility/2006">
              <mc:Choice xmlns:v="urn:schemas-microsoft-com:vml" Requires="v">
                <p:oleObj spid="_x0000_s23577" name="公式" r:id="rId19" imgW="672840" imgH="177480" progId="Equation.3">
                  <p:embed/>
                </p:oleObj>
              </mc:Choice>
              <mc:Fallback>
                <p:oleObj name="公式" r:id="rId19" imgW="672840" imgH="177480" progId="Equation.3">
                  <p:embed/>
                  <p:pic>
                    <p:nvPicPr>
                      <p:cNvPr id="609291" name="Object 11">
                        <a:extLst>
                          <a:ext uri="{FF2B5EF4-FFF2-40B4-BE49-F238E27FC236}">
                            <a16:creationId xmlns:a16="http://schemas.microsoft.com/office/drawing/2014/main" id="{B3E4817E-9422-408E-BA95-B82B3969A8F8}"/>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527800" y="3716338"/>
                        <a:ext cx="169545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9292" name="Object 12">
            <a:extLst>
              <a:ext uri="{FF2B5EF4-FFF2-40B4-BE49-F238E27FC236}">
                <a16:creationId xmlns:a16="http://schemas.microsoft.com/office/drawing/2014/main" id="{05481E5C-CF11-4920-9C93-BB91D0673CA7}"/>
              </a:ext>
            </a:extLst>
          </p:cNvPr>
          <p:cNvGraphicFramePr>
            <a:graphicFrameLocks noChangeAspect="1"/>
          </p:cNvGraphicFramePr>
          <p:nvPr/>
        </p:nvGraphicFramePr>
        <p:xfrm>
          <a:off x="1992314" y="333376"/>
          <a:ext cx="1824037" cy="493713"/>
        </p:xfrm>
        <a:graphic>
          <a:graphicData uri="http://schemas.openxmlformats.org/presentationml/2006/ole">
            <mc:AlternateContent xmlns:mc="http://schemas.openxmlformats.org/markup-compatibility/2006">
              <mc:Choice xmlns:v="urn:schemas-microsoft-com:vml" Requires="v">
                <p:oleObj spid="_x0000_s23578" name="公式" r:id="rId21" imgW="850680" imgH="228600" progId="Equation.3">
                  <p:embed/>
                </p:oleObj>
              </mc:Choice>
              <mc:Fallback>
                <p:oleObj name="公式" r:id="rId21" imgW="850680" imgH="228600" progId="Equation.3">
                  <p:embed/>
                  <p:pic>
                    <p:nvPicPr>
                      <p:cNvPr id="609292" name="Object 12">
                        <a:extLst>
                          <a:ext uri="{FF2B5EF4-FFF2-40B4-BE49-F238E27FC236}">
                            <a16:creationId xmlns:a16="http://schemas.microsoft.com/office/drawing/2014/main" id="{05481E5C-CF11-4920-9C93-BB91D0673CA7}"/>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92314" y="333376"/>
                        <a:ext cx="1824037" cy="493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9293" name="Object 13">
            <a:extLst>
              <a:ext uri="{FF2B5EF4-FFF2-40B4-BE49-F238E27FC236}">
                <a16:creationId xmlns:a16="http://schemas.microsoft.com/office/drawing/2014/main" id="{C7623E6B-BB86-4D90-8A36-D8B1A5A8CD51}"/>
              </a:ext>
            </a:extLst>
          </p:cNvPr>
          <p:cNvGraphicFramePr>
            <a:graphicFrameLocks noChangeAspect="1"/>
          </p:cNvGraphicFramePr>
          <p:nvPr/>
        </p:nvGraphicFramePr>
        <p:xfrm>
          <a:off x="3900488" y="333376"/>
          <a:ext cx="1606550" cy="493713"/>
        </p:xfrm>
        <a:graphic>
          <a:graphicData uri="http://schemas.openxmlformats.org/presentationml/2006/ole">
            <mc:AlternateContent xmlns:mc="http://schemas.openxmlformats.org/markup-compatibility/2006">
              <mc:Choice xmlns:v="urn:schemas-microsoft-com:vml" Requires="v">
                <p:oleObj spid="_x0000_s23579" name="公式" r:id="rId23" imgW="749160" imgH="228600" progId="Equation.3">
                  <p:embed/>
                </p:oleObj>
              </mc:Choice>
              <mc:Fallback>
                <p:oleObj name="公式" r:id="rId23" imgW="749160" imgH="228600" progId="Equation.3">
                  <p:embed/>
                  <p:pic>
                    <p:nvPicPr>
                      <p:cNvPr id="609293" name="Object 13">
                        <a:extLst>
                          <a:ext uri="{FF2B5EF4-FFF2-40B4-BE49-F238E27FC236}">
                            <a16:creationId xmlns:a16="http://schemas.microsoft.com/office/drawing/2014/main" id="{C7623E6B-BB86-4D90-8A36-D8B1A5A8CD51}"/>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900488" y="333376"/>
                        <a:ext cx="1606550" cy="493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9294" name="Object 14">
            <a:extLst>
              <a:ext uri="{FF2B5EF4-FFF2-40B4-BE49-F238E27FC236}">
                <a16:creationId xmlns:a16="http://schemas.microsoft.com/office/drawing/2014/main" id="{733E7779-F0F0-4D62-AFF3-9C3A7ABFFB06}"/>
              </a:ext>
            </a:extLst>
          </p:cNvPr>
          <p:cNvGraphicFramePr>
            <a:graphicFrameLocks noChangeAspect="1"/>
          </p:cNvGraphicFramePr>
          <p:nvPr/>
        </p:nvGraphicFramePr>
        <p:xfrm>
          <a:off x="5880101" y="404814"/>
          <a:ext cx="1089025" cy="384175"/>
        </p:xfrm>
        <a:graphic>
          <a:graphicData uri="http://schemas.openxmlformats.org/presentationml/2006/ole">
            <mc:AlternateContent xmlns:mc="http://schemas.openxmlformats.org/markup-compatibility/2006">
              <mc:Choice xmlns:v="urn:schemas-microsoft-com:vml" Requires="v">
                <p:oleObj spid="_x0000_s23580" name="公式" r:id="rId25" imgW="507960" imgH="177480" progId="Equation.3">
                  <p:embed/>
                </p:oleObj>
              </mc:Choice>
              <mc:Fallback>
                <p:oleObj name="公式" r:id="rId25" imgW="507960" imgH="177480" progId="Equation.3">
                  <p:embed/>
                  <p:pic>
                    <p:nvPicPr>
                      <p:cNvPr id="609294" name="Object 14">
                        <a:extLst>
                          <a:ext uri="{FF2B5EF4-FFF2-40B4-BE49-F238E27FC236}">
                            <a16:creationId xmlns:a16="http://schemas.microsoft.com/office/drawing/2014/main" id="{733E7779-F0F0-4D62-AFF3-9C3A7ABFFB06}"/>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880101" y="404814"/>
                        <a:ext cx="1089025" cy="38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9295" name="Object 15">
            <a:extLst>
              <a:ext uri="{FF2B5EF4-FFF2-40B4-BE49-F238E27FC236}">
                <a16:creationId xmlns:a16="http://schemas.microsoft.com/office/drawing/2014/main" id="{44A1DB64-CDEB-4C61-95F7-22255A7F4728}"/>
              </a:ext>
            </a:extLst>
          </p:cNvPr>
          <p:cNvGraphicFramePr>
            <a:graphicFrameLocks noChangeAspect="1"/>
          </p:cNvGraphicFramePr>
          <p:nvPr/>
        </p:nvGraphicFramePr>
        <p:xfrm>
          <a:off x="2063751" y="1052514"/>
          <a:ext cx="2341563" cy="439737"/>
        </p:xfrm>
        <a:graphic>
          <a:graphicData uri="http://schemas.openxmlformats.org/presentationml/2006/ole">
            <mc:AlternateContent xmlns:mc="http://schemas.openxmlformats.org/markup-compatibility/2006">
              <mc:Choice xmlns:v="urn:schemas-microsoft-com:vml" Requires="v">
                <p:oleObj spid="_x0000_s23581" name="公式" r:id="rId27" imgW="1091880" imgH="203040" progId="Equation.3">
                  <p:embed/>
                </p:oleObj>
              </mc:Choice>
              <mc:Fallback>
                <p:oleObj name="公式" r:id="rId27" imgW="1091880" imgH="203040" progId="Equation.3">
                  <p:embed/>
                  <p:pic>
                    <p:nvPicPr>
                      <p:cNvPr id="609295" name="Object 15">
                        <a:extLst>
                          <a:ext uri="{FF2B5EF4-FFF2-40B4-BE49-F238E27FC236}">
                            <a16:creationId xmlns:a16="http://schemas.microsoft.com/office/drawing/2014/main" id="{44A1DB64-CDEB-4C61-95F7-22255A7F4728}"/>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063751" y="1052514"/>
                        <a:ext cx="2341563" cy="439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9296" name="Object 16">
            <a:extLst>
              <a:ext uri="{FF2B5EF4-FFF2-40B4-BE49-F238E27FC236}">
                <a16:creationId xmlns:a16="http://schemas.microsoft.com/office/drawing/2014/main" id="{27EA3053-5B21-46CB-8682-8E00A9F5DF73}"/>
              </a:ext>
            </a:extLst>
          </p:cNvPr>
          <p:cNvGraphicFramePr>
            <a:graphicFrameLocks noChangeAspect="1"/>
          </p:cNvGraphicFramePr>
          <p:nvPr/>
        </p:nvGraphicFramePr>
        <p:xfrm>
          <a:off x="8328026" y="3716338"/>
          <a:ext cx="1089025" cy="385762"/>
        </p:xfrm>
        <a:graphic>
          <a:graphicData uri="http://schemas.openxmlformats.org/presentationml/2006/ole">
            <mc:AlternateContent xmlns:mc="http://schemas.openxmlformats.org/markup-compatibility/2006">
              <mc:Choice xmlns:v="urn:schemas-microsoft-com:vml" Requires="v">
                <p:oleObj spid="_x0000_s23582" name="公式" r:id="rId29" imgW="507960" imgH="177480" progId="Equation.3">
                  <p:embed/>
                </p:oleObj>
              </mc:Choice>
              <mc:Fallback>
                <p:oleObj name="公式" r:id="rId29" imgW="507960" imgH="177480" progId="Equation.3">
                  <p:embed/>
                  <p:pic>
                    <p:nvPicPr>
                      <p:cNvPr id="609296" name="Object 16">
                        <a:extLst>
                          <a:ext uri="{FF2B5EF4-FFF2-40B4-BE49-F238E27FC236}">
                            <a16:creationId xmlns:a16="http://schemas.microsoft.com/office/drawing/2014/main" id="{27EA3053-5B21-46CB-8682-8E00A9F5DF73}"/>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8328026" y="3716338"/>
                        <a:ext cx="1089025" cy="385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9297" name="Object 17">
            <a:extLst>
              <a:ext uri="{FF2B5EF4-FFF2-40B4-BE49-F238E27FC236}">
                <a16:creationId xmlns:a16="http://schemas.microsoft.com/office/drawing/2014/main" id="{A5DC5A1D-7E80-4016-AA2B-243984154A97}"/>
              </a:ext>
            </a:extLst>
          </p:cNvPr>
          <p:cNvGraphicFramePr>
            <a:graphicFrameLocks noChangeAspect="1"/>
          </p:cNvGraphicFramePr>
          <p:nvPr/>
        </p:nvGraphicFramePr>
        <p:xfrm>
          <a:off x="3216276" y="4797425"/>
          <a:ext cx="969963" cy="419100"/>
        </p:xfrm>
        <a:graphic>
          <a:graphicData uri="http://schemas.openxmlformats.org/presentationml/2006/ole">
            <mc:AlternateContent xmlns:mc="http://schemas.openxmlformats.org/markup-compatibility/2006">
              <mc:Choice xmlns:v="urn:schemas-microsoft-com:vml" Requires="v">
                <p:oleObj spid="_x0000_s23583" name="公式" r:id="rId31" imgW="469800" imgH="203040" progId="Equation.3">
                  <p:embed/>
                </p:oleObj>
              </mc:Choice>
              <mc:Fallback>
                <p:oleObj name="公式" r:id="rId31" imgW="469800" imgH="203040" progId="Equation.3">
                  <p:embed/>
                  <p:pic>
                    <p:nvPicPr>
                      <p:cNvPr id="609297" name="Object 17">
                        <a:extLst>
                          <a:ext uri="{FF2B5EF4-FFF2-40B4-BE49-F238E27FC236}">
                            <a16:creationId xmlns:a16="http://schemas.microsoft.com/office/drawing/2014/main" id="{A5DC5A1D-7E80-4016-AA2B-243984154A97}"/>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216276" y="4797425"/>
                        <a:ext cx="969963"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9298" name="Rectangle 18">
            <a:extLst>
              <a:ext uri="{FF2B5EF4-FFF2-40B4-BE49-F238E27FC236}">
                <a16:creationId xmlns:a16="http://schemas.microsoft.com/office/drawing/2014/main" id="{711BDB83-9DE4-44EA-A3C4-21711FEE51B5}"/>
              </a:ext>
            </a:extLst>
          </p:cNvPr>
          <p:cNvSpPr>
            <a:spLocks noChangeArrowheads="1"/>
          </p:cNvSpPr>
          <p:nvPr/>
        </p:nvSpPr>
        <p:spPr bwMode="auto">
          <a:xfrm>
            <a:off x="4367213" y="4724401"/>
            <a:ext cx="252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所以拒绝</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609299" name="Rectangle 19">
            <a:extLst>
              <a:ext uri="{FF2B5EF4-FFF2-40B4-BE49-F238E27FC236}">
                <a16:creationId xmlns:a16="http://schemas.microsoft.com/office/drawing/2014/main" id="{76035C0B-B1A0-4A22-92EF-55ACE00B4979}"/>
              </a:ext>
            </a:extLst>
          </p:cNvPr>
          <p:cNvSpPr>
            <a:spLocks noChangeArrowheads="1"/>
          </p:cNvSpPr>
          <p:nvPr/>
        </p:nvSpPr>
        <p:spPr bwMode="auto">
          <a:xfrm>
            <a:off x="2208214" y="4652963"/>
            <a:ext cx="1584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609300" name="Rectangle 20">
            <a:extLst>
              <a:ext uri="{FF2B5EF4-FFF2-40B4-BE49-F238E27FC236}">
                <a16:creationId xmlns:a16="http://schemas.microsoft.com/office/drawing/2014/main" id="{B22E5419-490C-4E4B-B69C-214E2840B8B7}"/>
              </a:ext>
            </a:extLst>
          </p:cNvPr>
          <p:cNvSpPr>
            <a:spLocks noChangeArrowheads="1"/>
          </p:cNvSpPr>
          <p:nvPr/>
        </p:nvSpPr>
        <p:spPr bwMode="auto">
          <a:xfrm>
            <a:off x="2711451" y="5300664"/>
            <a:ext cx="6716903"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认为 </a:t>
            </a:r>
            <a:r>
              <a:rPr kumimoji="1" lang="en-US" altLang="zh-CN" sz="2800" b="1" i="1">
                <a:solidFill>
                  <a:srgbClr val="007A77"/>
                </a:solidFill>
                <a:latin typeface="Times New Roman" panose="02020603050405020304" pitchFamily="18" charset="0"/>
                <a:ea typeface="楷体_GB2312" pitchFamily="49" charset="-122"/>
              </a:rPr>
              <a:t>y </a:t>
            </a:r>
            <a:r>
              <a:rPr kumimoji="1" lang="zh-CN" altLang="en-US" sz="2800" b="1">
                <a:solidFill>
                  <a:srgbClr val="007A77"/>
                </a:solidFill>
                <a:latin typeface="Times New Roman" panose="02020603050405020304" pitchFamily="18" charset="0"/>
                <a:ea typeface="楷体_GB2312" pitchFamily="49" charset="-122"/>
              </a:rPr>
              <a:t>与 </a:t>
            </a:r>
            <a:r>
              <a:rPr kumimoji="1" lang="en-US" altLang="zh-CN" sz="2800" b="1" i="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之间存在显著的线性相关关系</a:t>
            </a:r>
            <a:r>
              <a:rPr kumimoji="1" lang="en-US" altLang="zh-CN"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09292"/>
                                        </p:tgtEl>
                                        <p:attrNameLst>
                                          <p:attrName>style.visibility</p:attrName>
                                        </p:attrNameLst>
                                      </p:cBhvr>
                                      <p:to>
                                        <p:strVal val="visible"/>
                                      </p:to>
                                    </p:set>
                                    <p:animEffect transition="in" filter="wipe(left)">
                                      <p:cBhvr>
                                        <p:cTn id="7" dur="1000"/>
                                        <p:tgtEl>
                                          <p:spTgt spid="6092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09293"/>
                                        </p:tgtEl>
                                        <p:attrNameLst>
                                          <p:attrName>style.visibility</p:attrName>
                                        </p:attrNameLst>
                                      </p:cBhvr>
                                      <p:to>
                                        <p:strVal val="visible"/>
                                      </p:to>
                                    </p:set>
                                    <p:animEffect transition="in" filter="wipe(left)">
                                      <p:cBhvr>
                                        <p:cTn id="12" dur="1000"/>
                                        <p:tgtEl>
                                          <p:spTgt spid="6092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09294"/>
                                        </p:tgtEl>
                                        <p:attrNameLst>
                                          <p:attrName>style.visibility</p:attrName>
                                        </p:attrNameLst>
                                      </p:cBhvr>
                                      <p:to>
                                        <p:strVal val="visible"/>
                                      </p:to>
                                    </p:set>
                                    <p:animEffect transition="in" filter="wipe(left)">
                                      <p:cBhvr>
                                        <p:cTn id="17" dur="1000"/>
                                        <p:tgtEl>
                                          <p:spTgt spid="609294"/>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609295"/>
                                        </p:tgtEl>
                                        <p:attrNameLst>
                                          <p:attrName>style.visibility</p:attrName>
                                        </p:attrNameLst>
                                      </p:cBhvr>
                                      <p:to>
                                        <p:strVal val="visible"/>
                                      </p:to>
                                    </p:set>
                                    <p:animEffect transition="in" filter="wipe(left)">
                                      <p:cBhvr>
                                        <p:cTn id="21" dur="1000"/>
                                        <p:tgtEl>
                                          <p:spTgt spid="60929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609286"/>
                                        </p:tgtEl>
                                        <p:attrNameLst>
                                          <p:attrName>style.visibility</p:attrName>
                                        </p:attrNameLst>
                                      </p:cBhvr>
                                      <p:to>
                                        <p:strVal val="visible"/>
                                      </p:to>
                                    </p:set>
                                    <p:animEffect transition="in" filter="wipe(left)">
                                      <p:cBhvr>
                                        <p:cTn id="26" dur="1000"/>
                                        <p:tgtEl>
                                          <p:spTgt spid="60928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609287"/>
                                        </p:tgtEl>
                                        <p:attrNameLst>
                                          <p:attrName>style.visibility</p:attrName>
                                        </p:attrNameLst>
                                      </p:cBhvr>
                                      <p:to>
                                        <p:strVal val="visible"/>
                                      </p:to>
                                    </p:set>
                                    <p:animEffect transition="in" filter="wipe(left)">
                                      <p:cBhvr>
                                        <p:cTn id="31" dur="1000"/>
                                        <p:tgtEl>
                                          <p:spTgt spid="60928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609288"/>
                                        </p:tgtEl>
                                        <p:attrNameLst>
                                          <p:attrName>style.visibility</p:attrName>
                                        </p:attrNameLst>
                                      </p:cBhvr>
                                      <p:to>
                                        <p:strVal val="visible"/>
                                      </p:to>
                                    </p:set>
                                    <p:animEffect transition="in" filter="wipe(left)">
                                      <p:cBhvr>
                                        <p:cTn id="36" dur="1000"/>
                                        <p:tgtEl>
                                          <p:spTgt spid="60928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609283"/>
                                        </p:tgtEl>
                                        <p:attrNameLst>
                                          <p:attrName>style.visibility</p:attrName>
                                        </p:attrNameLst>
                                      </p:cBhvr>
                                      <p:to>
                                        <p:strVal val="visible"/>
                                      </p:to>
                                    </p:set>
                                    <p:animEffect transition="in" filter="wipe(left)">
                                      <p:cBhvr>
                                        <p:cTn id="41" dur="1000"/>
                                        <p:tgtEl>
                                          <p:spTgt spid="60928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609284"/>
                                        </p:tgtEl>
                                        <p:attrNameLst>
                                          <p:attrName>style.visibility</p:attrName>
                                        </p:attrNameLst>
                                      </p:cBhvr>
                                      <p:to>
                                        <p:strVal val="visible"/>
                                      </p:to>
                                    </p:set>
                                    <p:animEffect transition="in" filter="wipe(left)">
                                      <p:cBhvr>
                                        <p:cTn id="46" dur="1000"/>
                                        <p:tgtEl>
                                          <p:spTgt spid="60928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609285"/>
                                        </p:tgtEl>
                                        <p:attrNameLst>
                                          <p:attrName>style.visibility</p:attrName>
                                        </p:attrNameLst>
                                      </p:cBhvr>
                                      <p:to>
                                        <p:strVal val="visible"/>
                                      </p:to>
                                    </p:set>
                                    <p:animEffect transition="in" filter="wipe(left)">
                                      <p:cBhvr>
                                        <p:cTn id="51" dur="1000"/>
                                        <p:tgtEl>
                                          <p:spTgt spid="609285"/>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609289"/>
                                        </p:tgtEl>
                                        <p:attrNameLst>
                                          <p:attrName>style.visibility</p:attrName>
                                        </p:attrNameLst>
                                      </p:cBhvr>
                                      <p:to>
                                        <p:strVal val="visible"/>
                                      </p:to>
                                    </p:set>
                                    <p:animEffect transition="in" filter="wipe(left)">
                                      <p:cBhvr>
                                        <p:cTn id="56" dur="1000"/>
                                        <p:tgtEl>
                                          <p:spTgt spid="60928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609290"/>
                                        </p:tgtEl>
                                        <p:attrNameLst>
                                          <p:attrName>style.visibility</p:attrName>
                                        </p:attrNameLst>
                                      </p:cBhvr>
                                      <p:to>
                                        <p:strVal val="visible"/>
                                      </p:to>
                                    </p:set>
                                    <p:animEffect transition="in" filter="wipe(left)">
                                      <p:cBhvr>
                                        <p:cTn id="61" dur="1000"/>
                                        <p:tgtEl>
                                          <p:spTgt spid="609290"/>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609291"/>
                                        </p:tgtEl>
                                        <p:attrNameLst>
                                          <p:attrName>style.visibility</p:attrName>
                                        </p:attrNameLst>
                                      </p:cBhvr>
                                      <p:to>
                                        <p:strVal val="visible"/>
                                      </p:to>
                                    </p:set>
                                    <p:animEffect transition="in" filter="wipe(left)">
                                      <p:cBhvr>
                                        <p:cTn id="66" dur="1000"/>
                                        <p:tgtEl>
                                          <p:spTgt spid="609291"/>
                                        </p:tgtEl>
                                      </p:cBhvr>
                                    </p:animEffect>
                                  </p:childTnLst>
                                </p:cTn>
                              </p:par>
                            </p:childTnLst>
                          </p:cTn>
                        </p:par>
                        <p:par>
                          <p:cTn id="67" fill="hold" nodeType="afterGroup">
                            <p:stCondLst>
                              <p:cond delay="1000"/>
                            </p:stCondLst>
                            <p:childTnLst>
                              <p:par>
                                <p:cTn id="68" presetID="22" presetClass="entr" presetSubtype="8" fill="hold" nodeType="afterEffect">
                                  <p:stCondLst>
                                    <p:cond delay="0"/>
                                  </p:stCondLst>
                                  <p:childTnLst>
                                    <p:set>
                                      <p:cBhvr>
                                        <p:cTn id="69" dur="1" fill="hold">
                                          <p:stCondLst>
                                            <p:cond delay="0"/>
                                          </p:stCondLst>
                                        </p:cTn>
                                        <p:tgtEl>
                                          <p:spTgt spid="609296"/>
                                        </p:tgtEl>
                                        <p:attrNameLst>
                                          <p:attrName>style.visibility</p:attrName>
                                        </p:attrNameLst>
                                      </p:cBhvr>
                                      <p:to>
                                        <p:strVal val="visible"/>
                                      </p:to>
                                    </p:set>
                                    <p:animEffect transition="in" filter="wipe(left)">
                                      <p:cBhvr>
                                        <p:cTn id="70" dur="1000"/>
                                        <p:tgtEl>
                                          <p:spTgt spid="609296"/>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609299"/>
                                        </p:tgtEl>
                                        <p:attrNameLst>
                                          <p:attrName>style.visibility</p:attrName>
                                        </p:attrNameLst>
                                      </p:cBhvr>
                                      <p:to>
                                        <p:strVal val="visible"/>
                                      </p:to>
                                    </p:set>
                                    <p:animEffect transition="in" filter="wipe(left)">
                                      <p:cBhvr>
                                        <p:cTn id="75" dur="1000"/>
                                        <p:tgtEl>
                                          <p:spTgt spid="609299"/>
                                        </p:tgtEl>
                                      </p:cBhvr>
                                    </p:animEffect>
                                  </p:childTnLst>
                                </p:cTn>
                              </p:par>
                            </p:childTnLst>
                          </p:cTn>
                        </p:par>
                        <p:par>
                          <p:cTn id="76" fill="hold" nodeType="afterGroup">
                            <p:stCondLst>
                              <p:cond delay="1000"/>
                            </p:stCondLst>
                            <p:childTnLst>
                              <p:par>
                                <p:cTn id="77" presetID="22" presetClass="entr" presetSubtype="8" fill="hold" nodeType="afterEffect">
                                  <p:stCondLst>
                                    <p:cond delay="0"/>
                                  </p:stCondLst>
                                  <p:childTnLst>
                                    <p:set>
                                      <p:cBhvr>
                                        <p:cTn id="78" dur="1" fill="hold">
                                          <p:stCondLst>
                                            <p:cond delay="0"/>
                                          </p:stCondLst>
                                        </p:cTn>
                                        <p:tgtEl>
                                          <p:spTgt spid="609297"/>
                                        </p:tgtEl>
                                        <p:attrNameLst>
                                          <p:attrName>style.visibility</p:attrName>
                                        </p:attrNameLst>
                                      </p:cBhvr>
                                      <p:to>
                                        <p:strVal val="visible"/>
                                      </p:to>
                                    </p:set>
                                    <p:animEffect transition="in" filter="wipe(left)">
                                      <p:cBhvr>
                                        <p:cTn id="79" dur="1000"/>
                                        <p:tgtEl>
                                          <p:spTgt spid="609297"/>
                                        </p:tgtEl>
                                      </p:cBhvr>
                                    </p:animEffect>
                                  </p:childTnLst>
                                </p:cTn>
                              </p:par>
                            </p:childTnLst>
                          </p:cTn>
                        </p:par>
                        <p:par>
                          <p:cTn id="80" fill="hold" nodeType="afterGroup">
                            <p:stCondLst>
                              <p:cond delay="2000"/>
                            </p:stCondLst>
                            <p:childTnLst>
                              <p:par>
                                <p:cTn id="81" presetID="22" presetClass="entr" presetSubtype="8" fill="hold" grpId="0" nodeType="afterEffect">
                                  <p:stCondLst>
                                    <p:cond delay="0"/>
                                  </p:stCondLst>
                                  <p:childTnLst>
                                    <p:set>
                                      <p:cBhvr>
                                        <p:cTn id="82" dur="1" fill="hold">
                                          <p:stCondLst>
                                            <p:cond delay="0"/>
                                          </p:stCondLst>
                                        </p:cTn>
                                        <p:tgtEl>
                                          <p:spTgt spid="609298"/>
                                        </p:tgtEl>
                                        <p:attrNameLst>
                                          <p:attrName>style.visibility</p:attrName>
                                        </p:attrNameLst>
                                      </p:cBhvr>
                                      <p:to>
                                        <p:strVal val="visible"/>
                                      </p:to>
                                    </p:set>
                                    <p:animEffect transition="in" filter="wipe(left)">
                                      <p:cBhvr>
                                        <p:cTn id="83" dur="1000"/>
                                        <p:tgtEl>
                                          <p:spTgt spid="609298"/>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609300"/>
                                        </p:tgtEl>
                                        <p:attrNameLst>
                                          <p:attrName>style.visibility</p:attrName>
                                        </p:attrNameLst>
                                      </p:cBhvr>
                                      <p:to>
                                        <p:strVal val="visible"/>
                                      </p:to>
                                    </p:set>
                                    <p:animEffect transition="in" filter="wipe(left)">
                                      <p:cBhvr>
                                        <p:cTn id="88" dur="1000"/>
                                        <p:tgtEl>
                                          <p:spTgt spid="609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98" grpId="0"/>
      <p:bldP spid="609299" grpId="0"/>
      <p:bldP spid="609300" grpId="0"/>
    </p:bldLst>
  </p:timing>
</p:sld>
</file>

<file path=ppt/theme/theme1.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2125</Words>
  <Application>Microsoft Office PowerPoint</Application>
  <PresentationFormat>宽屏</PresentationFormat>
  <Paragraphs>226</Paragraphs>
  <Slides>52</Slides>
  <Notes>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2</vt:i4>
      </vt:variant>
      <vt:variant>
        <vt:lpstr>幻灯片标题</vt:lpstr>
      </vt:variant>
      <vt:variant>
        <vt:i4>52</vt:i4>
      </vt:variant>
    </vt:vector>
  </HeadingPairs>
  <TitlesOfParts>
    <vt:vector size="60" baseType="lpstr">
      <vt:lpstr>楷体_GB2312</vt:lpstr>
      <vt:lpstr>宋体</vt:lpstr>
      <vt:lpstr>Arial</vt:lpstr>
      <vt:lpstr>Times New Roman</vt:lpstr>
      <vt:lpstr>Wingdings</vt:lpstr>
      <vt:lpstr>诗情画意</vt:lpstr>
      <vt:lpstr>公式</vt:lpstr>
      <vt:lpstr>Microsoft 公式 3.0</vt:lpstr>
      <vt:lpstr>  回归分析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HuSt-JxL-PC</dc:creator>
  <cp:lastModifiedBy>HuSt-JxL-PC</cp:lastModifiedBy>
  <cp:revision>2</cp:revision>
  <dcterms:created xsi:type="dcterms:W3CDTF">2024-11-26T23:40:47Z</dcterms:created>
  <dcterms:modified xsi:type="dcterms:W3CDTF">2024-11-26T23:59:07Z</dcterms:modified>
</cp:coreProperties>
</file>