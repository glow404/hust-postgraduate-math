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641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7" r:id="rId29"/>
    <p:sldId id="388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04" r:id="rId45"/>
    <p:sldId id="405" r:id="rId46"/>
    <p:sldId id="406" r:id="rId47"/>
    <p:sldId id="407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  <p:sldId id="417" r:id="rId58"/>
    <p:sldId id="418" r:id="rId59"/>
    <p:sldId id="419" r:id="rId60"/>
    <p:sldId id="420" r:id="rId61"/>
    <p:sldId id="421" r:id="rId62"/>
    <p:sldId id="422" r:id="rId63"/>
    <p:sldId id="423" r:id="rId64"/>
    <p:sldId id="424" r:id="rId65"/>
    <p:sldId id="425" r:id="rId66"/>
    <p:sldId id="426" r:id="rId67"/>
    <p:sldId id="430" r:id="rId68"/>
    <p:sldId id="431" r:id="rId69"/>
    <p:sldId id="432" r:id="rId70"/>
    <p:sldId id="433" r:id="rId71"/>
    <p:sldId id="434" r:id="rId72"/>
    <p:sldId id="435" r:id="rId73"/>
    <p:sldId id="436" r:id="rId74"/>
    <p:sldId id="437" r:id="rId75"/>
    <p:sldId id="438" r:id="rId76"/>
    <p:sldId id="439" r:id="rId77"/>
    <p:sldId id="440" r:id="rId78"/>
    <p:sldId id="441" r:id="rId79"/>
    <p:sldId id="619" r:id="rId80"/>
    <p:sldId id="621" r:id="rId81"/>
    <p:sldId id="622" r:id="rId82"/>
    <p:sldId id="623" r:id="rId83"/>
    <p:sldId id="624" r:id="rId84"/>
    <p:sldId id="625" r:id="rId85"/>
    <p:sldId id="626" r:id="rId86"/>
    <p:sldId id="627" r:id="rId87"/>
    <p:sldId id="628" r:id="rId88"/>
    <p:sldId id="629" r:id="rId89"/>
    <p:sldId id="631" r:id="rId90"/>
    <p:sldId id="632" r:id="rId91"/>
    <p:sldId id="633" r:id="rId92"/>
    <p:sldId id="634" r:id="rId93"/>
    <p:sldId id="635" r:id="rId94"/>
    <p:sldId id="636" r:id="rId95"/>
    <p:sldId id="638" r:id="rId96"/>
    <p:sldId id="640" r:id="rId9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81"/>
  </p:normalViewPr>
  <p:slideViewPr>
    <p:cSldViewPr snapToGrid="0">
      <p:cViewPr varScale="1">
        <p:scale>
          <a:sx n="89" d="100"/>
          <a:sy n="89" d="100"/>
        </p:scale>
        <p:origin x="1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7.emf"/><Relationship Id="rId1" Type="http://schemas.openxmlformats.org/officeDocument/2006/relationships/image" Target="../media/image68.emf"/><Relationship Id="rId4" Type="http://schemas.openxmlformats.org/officeDocument/2006/relationships/image" Target="../media/image7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2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2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4" Type="http://schemas.openxmlformats.org/officeDocument/2006/relationships/image" Target="../media/image83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4" Type="http://schemas.openxmlformats.org/officeDocument/2006/relationships/image" Target="../media/image90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91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4" Type="http://schemas.openxmlformats.org/officeDocument/2006/relationships/image" Target="../media/image101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6" Type="http://schemas.openxmlformats.org/officeDocument/2006/relationships/image" Target="../media/image112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24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image" Target="../media/image119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4" Type="http://schemas.openxmlformats.org/officeDocument/2006/relationships/image" Target="../media/image130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image" Target="../media/image131.emf"/><Relationship Id="rId4" Type="http://schemas.openxmlformats.org/officeDocument/2006/relationships/image" Target="../media/image134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image" Target="../media/image136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4" Type="http://schemas.openxmlformats.org/officeDocument/2006/relationships/image" Target="../media/image145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Relationship Id="rId5" Type="http://schemas.openxmlformats.org/officeDocument/2006/relationships/image" Target="../media/image150.emf"/><Relationship Id="rId4" Type="http://schemas.openxmlformats.org/officeDocument/2006/relationships/image" Target="../media/image149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Relationship Id="rId4" Type="http://schemas.openxmlformats.org/officeDocument/2006/relationships/image" Target="../media/image154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Relationship Id="rId4" Type="http://schemas.openxmlformats.org/officeDocument/2006/relationships/image" Target="../media/image158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image" Target="../media/image159.emf"/><Relationship Id="rId4" Type="http://schemas.openxmlformats.org/officeDocument/2006/relationships/image" Target="../media/image162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image" Target="../media/image162.emf"/><Relationship Id="rId6" Type="http://schemas.openxmlformats.org/officeDocument/2006/relationships/image" Target="../media/image167.emf"/><Relationship Id="rId5" Type="http://schemas.openxmlformats.org/officeDocument/2006/relationships/image" Target="../media/image166.emf"/><Relationship Id="rId4" Type="http://schemas.openxmlformats.org/officeDocument/2006/relationships/image" Target="../media/image165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3" Type="http://schemas.openxmlformats.org/officeDocument/2006/relationships/image" Target="../media/image170.emf"/><Relationship Id="rId7" Type="http://schemas.openxmlformats.org/officeDocument/2006/relationships/image" Target="../media/image174.emf"/><Relationship Id="rId2" Type="http://schemas.openxmlformats.org/officeDocument/2006/relationships/image" Target="../media/image169.emf"/><Relationship Id="rId1" Type="http://schemas.openxmlformats.org/officeDocument/2006/relationships/image" Target="../media/image168.emf"/><Relationship Id="rId6" Type="http://schemas.openxmlformats.org/officeDocument/2006/relationships/image" Target="../media/image173.emf"/><Relationship Id="rId5" Type="http://schemas.openxmlformats.org/officeDocument/2006/relationships/image" Target="../media/image172.emf"/><Relationship Id="rId4" Type="http://schemas.openxmlformats.org/officeDocument/2006/relationships/image" Target="../media/image171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Relationship Id="rId4" Type="http://schemas.openxmlformats.org/officeDocument/2006/relationships/image" Target="../media/image179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2" Type="http://schemas.openxmlformats.org/officeDocument/2006/relationships/image" Target="../media/image181.emf"/><Relationship Id="rId1" Type="http://schemas.openxmlformats.org/officeDocument/2006/relationships/image" Target="../media/image180.emf"/><Relationship Id="rId6" Type="http://schemas.openxmlformats.org/officeDocument/2006/relationships/image" Target="../media/image185.emf"/><Relationship Id="rId5" Type="http://schemas.openxmlformats.org/officeDocument/2006/relationships/image" Target="../media/image184.emf"/><Relationship Id="rId4" Type="http://schemas.openxmlformats.org/officeDocument/2006/relationships/image" Target="../media/image183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image" Target="../media/image186.emf"/><Relationship Id="rId6" Type="http://schemas.openxmlformats.org/officeDocument/2006/relationships/image" Target="../media/image191.emf"/><Relationship Id="rId5" Type="http://schemas.openxmlformats.org/officeDocument/2006/relationships/image" Target="../media/image190.emf"/><Relationship Id="rId4" Type="http://schemas.openxmlformats.org/officeDocument/2006/relationships/image" Target="../media/image189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Relationship Id="rId6" Type="http://schemas.openxmlformats.org/officeDocument/2006/relationships/image" Target="../media/image197.emf"/><Relationship Id="rId5" Type="http://schemas.openxmlformats.org/officeDocument/2006/relationships/image" Target="../media/image196.emf"/><Relationship Id="rId4" Type="http://schemas.openxmlformats.org/officeDocument/2006/relationships/image" Target="../media/image195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image" Target="../media/image200.emf"/><Relationship Id="rId7" Type="http://schemas.openxmlformats.org/officeDocument/2006/relationships/image" Target="../media/image204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image" Target="../media/image207.emf"/><Relationship Id="rId1" Type="http://schemas.openxmlformats.org/officeDocument/2006/relationships/image" Target="../media/image206.emf"/><Relationship Id="rId6" Type="http://schemas.openxmlformats.org/officeDocument/2006/relationships/image" Target="../media/image211.emf"/><Relationship Id="rId5" Type="http://schemas.openxmlformats.org/officeDocument/2006/relationships/image" Target="../media/image210.emf"/><Relationship Id="rId4" Type="http://schemas.openxmlformats.org/officeDocument/2006/relationships/image" Target="../media/image209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emf"/><Relationship Id="rId1" Type="http://schemas.openxmlformats.org/officeDocument/2006/relationships/image" Target="../media/image212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image" Target="../media/image215.emf"/><Relationship Id="rId1" Type="http://schemas.openxmlformats.org/officeDocument/2006/relationships/image" Target="../media/image214.emf"/><Relationship Id="rId5" Type="http://schemas.openxmlformats.org/officeDocument/2006/relationships/image" Target="../media/image218.emf"/><Relationship Id="rId4" Type="http://schemas.openxmlformats.org/officeDocument/2006/relationships/image" Target="../media/image217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emf"/><Relationship Id="rId2" Type="http://schemas.openxmlformats.org/officeDocument/2006/relationships/image" Target="../media/image220.emf"/><Relationship Id="rId1" Type="http://schemas.openxmlformats.org/officeDocument/2006/relationships/image" Target="../media/image219.emf"/><Relationship Id="rId5" Type="http://schemas.openxmlformats.org/officeDocument/2006/relationships/image" Target="../media/image223.emf"/><Relationship Id="rId4" Type="http://schemas.openxmlformats.org/officeDocument/2006/relationships/image" Target="../media/image222.e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emf"/><Relationship Id="rId3" Type="http://schemas.openxmlformats.org/officeDocument/2006/relationships/image" Target="../media/image226.emf"/><Relationship Id="rId7" Type="http://schemas.openxmlformats.org/officeDocument/2006/relationships/image" Target="../media/image230.emf"/><Relationship Id="rId2" Type="http://schemas.openxmlformats.org/officeDocument/2006/relationships/image" Target="../media/image225.emf"/><Relationship Id="rId1" Type="http://schemas.openxmlformats.org/officeDocument/2006/relationships/image" Target="../media/image224.emf"/><Relationship Id="rId6" Type="http://schemas.openxmlformats.org/officeDocument/2006/relationships/image" Target="../media/image229.emf"/><Relationship Id="rId5" Type="http://schemas.openxmlformats.org/officeDocument/2006/relationships/image" Target="../media/image228.emf"/><Relationship Id="rId4" Type="http://schemas.openxmlformats.org/officeDocument/2006/relationships/image" Target="../media/image227.e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emf"/><Relationship Id="rId3" Type="http://schemas.openxmlformats.org/officeDocument/2006/relationships/image" Target="../media/image234.emf"/><Relationship Id="rId7" Type="http://schemas.openxmlformats.org/officeDocument/2006/relationships/image" Target="../media/image238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Relationship Id="rId6" Type="http://schemas.openxmlformats.org/officeDocument/2006/relationships/image" Target="../media/image237.emf"/><Relationship Id="rId5" Type="http://schemas.openxmlformats.org/officeDocument/2006/relationships/image" Target="../media/image236.emf"/><Relationship Id="rId4" Type="http://schemas.openxmlformats.org/officeDocument/2006/relationships/image" Target="../media/image235.emf"/><Relationship Id="rId9" Type="http://schemas.openxmlformats.org/officeDocument/2006/relationships/image" Target="../media/image240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Relationship Id="rId6" Type="http://schemas.openxmlformats.org/officeDocument/2006/relationships/image" Target="../media/image246.emf"/><Relationship Id="rId5" Type="http://schemas.openxmlformats.org/officeDocument/2006/relationships/image" Target="../media/image245.emf"/><Relationship Id="rId4" Type="http://schemas.openxmlformats.org/officeDocument/2006/relationships/image" Target="../media/image244.e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2" Type="http://schemas.openxmlformats.org/officeDocument/2006/relationships/image" Target="../media/image248.emf"/><Relationship Id="rId1" Type="http://schemas.openxmlformats.org/officeDocument/2006/relationships/image" Target="../media/image247.emf"/><Relationship Id="rId6" Type="http://schemas.openxmlformats.org/officeDocument/2006/relationships/image" Target="../media/image252.emf"/><Relationship Id="rId5" Type="http://schemas.openxmlformats.org/officeDocument/2006/relationships/image" Target="../media/image251.emf"/><Relationship Id="rId4" Type="http://schemas.openxmlformats.org/officeDocument/2006/relationships/image" Target="../media/image250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emf"/><Relationship Id="rId7" Type="http://schemas.openxmlformats.org/officeDocument/2006/relationships/image" Target="../media/image259.emf"/><Relationship Id="rId2" Type="http://schemas.openxmlformats.org/officeDocument/2006/relationships/image" Target="../media/image254.emf"/><Relationship Id="rId1" Type="http://schemas.openxmlformats.org/officeDocument/2006/relationships/image" Target="../media/image253.emf"/><Relationship Id="rId6" Type="http://schemas.openxmlformats.org/officeDocument/2006/relationships/image" Target="../media/image258.emf"/><Relationship Id="rId5" Type="http://schemas.openxmlformats.org/officeDocument/2006/relationships/image" Target="../media/image257.emf"/><Relationship Id="rId4" Type="http://schemas.openxmlformats.org/officeDocument/2006/relationships/image" Target="../media/image256.e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Relationship Id="rId6" Type="http://schemas.openxmlformats.org/officeDocument/2006/relationships/image" Target="../media/image265.emf"/><Relationship Id="rId5" Type="http://schemas.openxmlformats.org/officeDocument/2006/relationships/image" Target="../media/image264.emf"/><Relationship Id="rId4" Type="http://schemas.openxmlformats.org/officeDocument/2006/relationships/image" Target="../media/image263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emf"/><Relationship Id="rId2" Type="http://schemas.openxmlformats.org/officeDocument/2006/relationships/image" Target="../media/image267.emf"/><Relationship Id="rId1" Type="http://schemas.openxmlformats.org/officeDocument/2006/relationships/image" Target="../media/image266.emf"/><Relationship Id="rId5" Type="http://schemas.openxmlformats.org/officeDocument/2006/relationships/image" Target="../media/image270.emf"/><Relationship Id="rId4" Type="http://schemas.openxmlformats.org/officeDocument/2006/relationships/image" Target="../media/image269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emf"/><Relationship Id="rId2" Type="http://schemas.openxmlformats.org/officeDocument/2006/relationships/image" Target="../media/image272.emf"/><Relationship Id="rId1" Type="http://schemas.openxmlformats.org/officeDocument/2006/relationships/image" Target="../media/image271.emf"/><Relationship Id="rId4" Type="http://schemas.openxmlformats.org/officeDocument/2006/relationships/image" Target="../media/image274.e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3" Type="http://schemas.openxmlformats.org/officeDocument/2006/relationships/image" Target="../media/image277.emf"/><Relationship Id="rId7" Type="http://schemas.openxmlformats.org/officeDocument/2006/relationships/image" Target="../media/image281.emf"/><Relationship Id="rId2" Type="http://schemas.openxmlformats.org/officeDocument/2006/relationships/image" Target="../media/image276.emf"/><Relationship Id="rId1" Type="http://schemas.openxmlformats.org/officeDocument/2006/relationships/image" Target="../media/image275.emf"/><Relationship Id="rId6" Type="http://schemas.openxmlformats.org/officeDocument/2006/relationships/image" Target="../media/image280.emf"/><Relationship Id="rId5" Type="http://schemas.openxmlformats.org/officeDocument/2006/relationships/image" Target="../media/image279.emf"/><Relationship Id="rId4" Type="http://schemas.openxmlformats.org/officeDocument/2006/relationships/image" Target="../media/image278.emf"/><Relationship Id="rId9" Type="http://schemas.openxmlformats.org/officeDocument/2006/relationships/image" Target="../media/image283.e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emf"/><Relationship Id="rId3" Type="http://schemas.openxmlformats.org/officeDocument/2006/relationships/image" Target="../media/image286.emf"/><Relationship Id="rId7" Type="http://schemas.openxmlformats.org/officeDocument/2006/relationships/image" Target="../media/image290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Relationship Id="rId6" Type="http://schemas.openxmlformats.org/officeDocument/2006/relationships/image" Target="../media/image289.emf"/><Relationship Id="rId5" Type="http://schemas.openxmlformats.org/officeDocument/2006/relationships/image" Target="../media/image288.emf"/><Relationship Id="rId4" Type="http://schemas.openxmlformats.org/officeDocument/2006/relationships/image" Target="../media/image287.emf"/><Relationship Id="rId9" Type="http://schemas.openxmlformats.org/officeDocument/2006/relationships/image" Target="../media/image292.e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emf"/><Relationship Id="rId3" Type="http://schemas.openxmlformats.org/officeDocument/2006/relationships/image" Target="../media/image294.emf"/><Relationship Id="rId7" Type="http://schemas.openxmlformats.org/officeDocument/2006/relationships/image" Target="../media/image298.emf"/><Relationship Id="rId2" Type="http://schemas.openxmlformats.org/officeDocument/2006/relationships/image" Target="../media/image277.emf"/><Relationship Id="rId1" Type="http://schemas.openxmlformats.org/officeDocument/2006/relationships/image" Target="../media/image293.emf"/><Relationship Id="rId6" Type="http://schemas.openxmlformats.org/officeDocument/2006/relationships/image" Target="../media/image297.emf"/><Relationship Id="rId5" Type="http://schemas.openxmlformats.org/officeDocument/2006/relationships/image" Target="../media/image296.emf"/><Relationship Id="rId4" Type="http://schemas.openxmlformats.org/officeDocument/2006/relationships/image" Target="../media/image295.emf"/><Relationship Id="rId9" Type="http://schemas.openxmlformats.org/officeDocument/2006/relationships/image" Target="../media/image276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emf"/><Relationship Id="rId2" Type="http://schemas.openxmlformats.org/officeDocument/2006/relationships/image" Target="../media/image301.emf"/><Relationship Id="rId1" Type="http://schemas.openxmlformats.org/officeDocument/2006/relationships/image" Target="../media/image300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3.emf"/></Relationships>
</file>

<file path=ppt/drawings/_rels/vmlDrawing6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emf"/><Relationship Id="rId1" Type="http://schemas.openxmlformats.org/officeDocument/2006/relationships/image" Target="../media/image304.e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emf"/><Relationship Id="rId1" Type="http://schemas.openxmlformats.org/officeDocument/2006/relationships/image" Target="../media/image307.e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emf"/><Relationship Id="rId3" Type="http://schemas.openxmlformats.org/officeDocument/2006/relationships/image" Target="../media/image311.emf"/><Relationship Id="rId7" Type="http://schemas.openxmlformats.org/officeDocument/2006/relationships/image" Target="../media/image315.emf"/><Relationship Id="rId2" Type="http://schemas.openxmlformats.org/officeDocument/2006/relationships/image" Target="../media/image310.emf"/><Relationship Id="rId1" Type="http://schemas.openxmlformats.org/officeDocument/2006/relationships/image" Target="../media/image309.emf"/><Relationship Id="rId6" Type="http://schemas.openxmlformats.org/officeDocument/2006/relationships/image" Target="../media/image314.emf"/><Relationship Id="rId5" Type="http://schemas.openxmlformats.org/officeDocument/2006/relationships/image" Target="../media/image313.emf"/><Relationship Id="rId4" Type="http://schemas.openxmlformats.org/officeDocument/2006/relationships/image" Target="../media/image312.emf"/><Relationship Id="rId9" Type="http://schemas.openxmlformats.org/officeDocument/2006/relationships/image" Target="../media/image317.e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emf"/><Relationship Id="rId3" Type="http://schemas.openxmlformats.org/officeDocument/2006/relationships/image" Target="../media/image321.emf"/><Relationship Id="rId7" Type="http://schemas.openxmlformats.org/officeDocument/2006/relationships/image" Target="../media/image325.emf"/><Relationship Id="rId2" Type="http://schemas.openxmlformats.org/officeDocument/2006/relationships/image" Target="../media/image320.emf"/><Relationship Id="rId1" Type="http://schemas.openxmlformats.org/officeDocument/2006/relationships/image" Target="../media/image319.emf"/><Relationship Id="rId6" Type="http://schemas.openxmlformats.org/officeDocument/2006/relationships/image" Target="../media/image324.emf"/><Relationship Id="rId5" Type="http://schemas.openxmlformats.org/officeDocument/2006/relationships/image" Target="../media/image323.emf"/><Relationship Id="rId10" Type="http://schemas.openxmlformats.org/officeDocument/2006/relationships/image" Target="../media/image328.emf"/><Relationship Id="rId4" Type="http://schemas.openxmlformats.org/officeDocument/2006/relationships/image" Target="../media/image322.emf"/><Relationship Id="rId9" Type="http://schemas.openxmlformats.org/officeDocument/2006/relationships/image" Target="../media/image327.e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emf"/><Relationship Id="rId3" Type="http://schemas.openxmlformats.org/officeDocument/2006/relationships/image" Target="../media/image331.emf"/><Relationship Id="rId7" Type="http://schemas.openxmlformats.org/officeDocument/2006/relationships/image" Target="../media/image335.emf"/><Relationship Id="rId2" Type="http://schemas.openxmlformats.org/officeDocument/2006/relationships/image" Target="../media/image330.emf"/><Relationship Id="rId1" Type="http://schemas.openxmlformats.org/officeDocument/2006/relationships/image" Target="../media/image329.emf"/><Relationship Id="rId6" Type="http://schemas.openxmlformats.org/officeDocument/2006/relationships/image" Target="../media/image334.emf"/><Relationship Id="rId11" Type="http://schemas.openxmlformats.org/officeDocument/2006/relationships/image" Target="../media/image339.emf"/><Relationship Id="rId5" Type="http://schemas.openxmlformats.org/officeDocument/2006/relationships/image" Target="../media/image333.emf"/><Relationship Id="rId10" Type="http://schemas.openxmlformats.org/officeDocument/2006/relationships/image" Target="../media/image338.emf"/><Relationship Id="rId4" Type="http://schemas.openxmlformats.org/officeDocument/2006/relationships/image" Target="../media/image332.emf"/><Relationship Id="rId9" Type="http://schemas.openxmlformats.org/officeDocument/2006/relationships/image" Target="../media/image337.e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emf"/><Relationship Id="rId2" Type="http://schemas.openxmlformats.org/officeDocument/2006/relationships/image" Target="../media/image342.emf"/><Relationship Id="rId1" Type="http://schemas.openxmlformats.org/officeDocument/2006/relationships/image" Target="../media/image341.emf"/><Relationship Id="rId6" Type="http://schemas.openxmlformats.org/officeDocument/2006/relationships/image" Target="../media/image346.emf"/><Relationship Id="rId5" Type="http://schemas.openxmlformats.org/officeDocument/2006/relationships/image" Target="../media/image345.emf"/><Relationship Id="rId4" Type="http://schemas.openxmlformats.org/officeDocument/2006/relationships/image" Target="../media/image344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emf"/><Relationship Id="rId7" Type="http://schemas.openxmlformats.org/officeDocument/2006/relationships/image" Target="../media/image354.emf"/><Relationship Id="rId2" Type="http://schemas.openxmlformats.org/officeDocument/2006/relationships/image" Target="../media/image349.emf"/><Relationship Id="rId1" Type="http://schemas.openxmlformats.org/officeDocument/2006/relationships/image" Target="../media/image348.emf"/><Relationship Id="rId6" Type="http://schemas.openxmlformats.org/officeDocument/2006/relationships/image" Target="../media/image353.emf"/><Relationship Id="rId5" Type="http://schemas.openxmlformats.org/officeDocument/2006/relationships/image" Target="../media/image352.emf"/><Relationship Id="rId4" Type="http://schemas.openxmlformats.org/officeDocument/2006/relationships/image" Target="../media/image351.e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emf"/><Relationship Id="rId2" Type="http://schemas.openxmlformats.org/officeDocument/2006/relationships/image" Target="../media/image356.emf"/><Relationship Id="rId1" Type="http://schemas.openxmlformats.org/officeDocument/2006/relationships/image" Target="../media/image355.emf"/><Relationship Id="rId4" Type="http://schemas.openxmlformats.org/officeDocument/2006/relationships/image" Target="../media/image358.e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emf"/><Relationship Id="rId7" Type="http://schemas.openxmlformats.org/officeDocument/2006/relationships/image" Target="../media/image365.emf"/><Relationship Id="rId2" Type="http://schemas.openxmlformats.org/officeDocument/2006/relationships/image" Target="../media/image360.emf"/><Relationship Id="rId1" Type="http://schemas.openxmlformats.org/officeDocument/2006/relationships/image" Target="../media/image359.emf"/><Relationship Id="rId6" Type="http://schemas.openxmlformats.org/officeDocument/2006/relationships/image" Target="../media/image364.emf"/><Relationship Id="rId5" Type="http://schemas.openxmlformats.org/officeDocument/2006/relationships/image" Target="../media/image363.emf"/><Relationship Id="rId4" Type="http://schemas.openxmlformats.org/officeDocument/2006/relationships/image" Target="../media/image362.e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emf"/><Relationship Id="rId3" Type="http://schemas.openxmlformats.org/officeDocument/2006/relationships/image" Target="../media/image368.emf"/><Relationship Id="rId7" Type="http://schemas.openxmlformats.org/officeDocument/2006/relationships/image" Target="../media/image372.emf"/><Relationship Id="rId2" Type="http://schemas.openxmlformats.org/officeDocument/2006/relationships/image" Target="../media/image367.emf"/><Relationship Id="rId1" Type="http://schemas.openxmlformats.org/officeDocument/2006/relationships/image" Target="../media/image366.emf"/><Relationship Id="rId6" Type="http://schemas.openxmlformats.org/officeDocument/2006/relationships/image" Target="../media/image371.emf"/><Relationship Id="rId5" Type="http://schemas.openxmlformats.org/officeDocument/2006/relationships/image" Target="../media/image370.emf"/><Relationship Id="rId4" Type="http://schemas.openxmlformats.org/officeDocument/2006/relationships/image" Target="../media/image369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emf"/><Relationship Id="rId7" Type="http://schemas.openxmlformats.org/officeDocument/2006/relationships/image" Target="../media/image380.emf"/><Relationship Id="rId2" Type="http://schemas.openxmlformats.org/officeDocument/2006/relationships/image" Target="../media/image375.emf"/><Relationship Id="rId1" Type="http://schemas.openxmlformats.org/officeDocument/2006/relationships/image" Target="../media/image374.emf"/><Relationship Id="rId6" Type="http://schemas.openxmlformats.org/officeDocument/2006/relationships/image" Target="../media/image379.emf"/><Relationship Id="rId5" Type="http://schemas.openxmlformats.org/officeDocument/2006/relationships/image" Target="../media/image378.emf"/><Relationship Id="rId4" Type="http://schemas.openxmlformats.org/officeDocument/2006/relationships/image" Target="../media/image377.e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emf"/><Relationship Id="rId2" Type="http://schemas.openxmlformats.org/officeDocument/2006/relationships/image" Target="../media/image382.emf"/><Relationship Id="rId1" Type="http://schemas.openxmlformats.org/officeDocument/2006/relationships/image" Target="../media/image381.emf"/><Relationship Id="rId4" Type="http://schemas.openxmlformats.org/officeDocument/2006/relationships/image" Target="../media/image384.e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emf"/><Relationship Id="rId2" Type="http://schemas.openxmlformats.org/officeDocument/2006/relationships/image" Target="../media/image386.emf"/><Relationship Id="rId1" Type="http://schemas.openxmlformats.org/officeDocument/2006/relationships/image" Target="../media/image385.emf"/><Relationship Id="rId6" Type="http://schemas.openxmlformats.org/officeDocument/2006/relationships/image" Target="../media/image390.emf"/><Relationship Id="rId5" Type="http://schemas.openxmlformats.org/officeDocument/2006/relationships/image" Target="../media/image389.emf"/><Relationship Id="rId4" Type="http://schemas.openxmlformats.org/officeDocument/2006/relationships/image" Target="../media/image388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1.e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emf"/><Relationship Id="rId3" Type="http://schemas.openxmlformats.org/officeDocument/2006/relationships/image" Target="../media/image394.emf"/><Relationship Id="rId7" Type="http://schemas.openxmlformats.org/officeDocument/2006/relationships/image" Target="../media/image398.emf"/><Relationship Id="rId2" Type="http://schemas.openxmlformats.org/officeDocument/2006/relationships/image" Target="../media/image393.emf"/><Relationship Id="rId1" Type="http://schemas.openxmlformats.org/officeDocument/2006/relationships/image" Target="../media/image392.emf"/><Relationship Id="rId6" Type="http://schemas.openxmlformats.org/officeDocument/2006/relationships/image" Target="../media/image397.emf"/><Relationship Id="rId5" Type="http://schemas.openxmlformats.org/officeDocument/2006/relationships/image" Target="../media/image396.emf"/><Relationship Id="rId4" Type="http://schemas.openxmlformats.org/officeDocument/2006/relationships/image" Target="../media/image395.emf"/><Relationship Id="rId9" Type="http://schemas.openxmlformats.org/officeDocument/2006/relationships/image" Target="../media/image400.e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3.emf"/><Relationship Id="rId2" Type="http://schemas.openxmlformats.org/officeDocument/2006/relationships/image" Target="../media/image402.emf"/><Relationship Id="rId1" Type="http://schemas.openxmlformats.org/officeDocument/2006/relationships/image" Target="../media/image401.emf"/><Relationship Id="rId5" Type="http://schemas.openxmlformats.org/officeDocument/2006/relationships/image" Target="../media/image405.emf"/><Relationship Id="rId4" Type="http://schemas.openxmlformats.org/officeDocument/2006/relationships/image" Target="../media/image404.emf"/></Relationships>
</file>

<file path=ppt/drawings/_rels/vmlDrawing8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emf"/><Relationship Id="rId13" Type="http://schemas.openxmlformats.org/officeDocument/2006/relationships/image" Target="../media/image419.emf"/><Relationship Id="rId18" Type="http://schemas.openxmlformats.org/officeDocument/2006/relationships/image" Target="../media/image424.emf"/><Relationship Id="rId26" Type="http://schemas.openxmlformats.org/officeDocument/2006/relationships/image" Target="../media/image432.emf"/><Relationship Id="rId3" Type="http://schemas.openxmlformats.org/officeDocument/2006/relationships/image" Target="../media/image409.emf"/><Relationship Id="rId21" Type="http://schemas.openxmlformats.org/officeDocument/2006/relationships/image" Target="../media/image427.emf"/><Relationship Id="rId7" Type="http://schemas.openxmlformats.org/officeDocument/2006/relationships/image" Target="../media/image413.emf"/><Relationship Id="rId12" Type="http://schemas.openxmlformats.org/officeDocument/2006/relationships/image" Target="../media/image418.emf"/><Relationship Id="rId17" Type="http://schemas.openxmlformats.org/officeDocument/2006/relationships/image" Target="../media/image423.emf"/><Relationship Id="rId25" Type="http://schemas.openxmlformats.org/officeDocument/2006/relationships/image" Target="../media/image431.emf"/><Relationship Id="rId2" Type="http://schemas.openxmlformats.org/officeDocument/2006/relationships/image" Target="../media/image408.emf"/><Relationship Id="rId16" Type="http://schemas.openxmlformats.org/officeDocument/2006/relationships/image" Target="../media/image422.emf"/><Relationship Id="rId20" Type="http://schemas.openxmlformats.org/officeDocument/2006/relationships/image" Target="../media/image426.emf"/><Relationship Id="rId29" Type="http://schemas.openxmlformats.org/officeDocument/2006/relationships/image" Target="../media/image435.emf"/><Relationship Id="rId1" Type="http://schemas.openxmlformats.org/officeDocument/2006/relationships/image" Target="../media/image407.emf"/><Relationship Id="rId6" Type="http://schemas.openxmlformats.org/officeDocument/2006/relationships/image" Target="../media/image412.emf"/><Relationship Id="rId11" Type="http://schemas.openxmlformats.org/officeDocument/2006/relationships/image" Target="../media/image417.emf"/><Relationship Id="rId24" Type="http://schemas.openxmlformats.org/officeDocument/2006/relationships/image" Target="../media/image430.emf"/><Relationship Id="rId5" Type="http://schemas.openxmlformats.org/officeDocument/2006/relationships/image" Target="../media/image411.emf"/><Relationship Id="rId15" Type="http://schemas.openxmlformats.org/officeDocument/2006/relationships/image" Target="../media/image421.emf"/><Relationship Id="rId23" Type="http://schemas.openxmlformats.org/officeDocument/2006/relationships/image" Target="../media/image429.emf"/><Relationship Id="rId28" Type="http://schemas.openxmlformats.org/officeDocument/2006/relationships/image" Target="../media/image434.emf"/><Relationship Id="rId10" Type="http://schemas.openxmlformats.org/officeDocument/2006/relationships/image" Target="../media/image416.emf"/><Relationship Id="rId19" Type="http://schemas.openxmlformats.org/officeDocument/2006/relationships/image" Target="../media/image425.emf"/><Relationship Id="rId31" Type="http://schemas.openxmlformats.org/officeDocument/2006/relationships/image" Target="../media/image437.emf"/><Relationship Id="rId4" Type="http://schemas.openxmlformats.org/officeDocument/2006/relationships/image" Target="../media/image410.emf"/><Relationship Id="rId9" Type="http://schemas.openxmlformats.org/officeDocument/2006/relationships/image" Target="../media/image415.emf"/><Relationship Id="rId14" Type="http://schemas.openxmlformats.org/officeDocument/2006/relationships/image" Target="../media/image420.emf"/><Relationship Id="rId22" Type="http://schemas.openxmlformats.org/officeDocument/2006/relationships/image" Target="../media/image428.emf"/><Relationship Id="rId27" Type="http://schemas.openxmlformats.org/officeDocument/2006/relationships/image" Target="../media/image433.emf"/><Relationship Id="rId30" Type="http://schemas.openxmlformats.org/officeDocument/2006/relationships/image" Target="../media/image43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Freeform 2">
            <a:extLst>
              <a:ext uri="{FF2B5EF4-FFF2-40B4-BE49-F238E27FC236}">
                <a16:creationId xmlns:a16="http://schemas.microsoft.com/office/drawing/2014/main" id="{5ED6CC41-B315-6FA9-8148-062BB7278219}"/>
              </a:ext>
            </a:extLst>
          </p:cNvPr>
          <p:cNvSpPr>
            <a:spLocks/>
          </p:cNvSpPr>
          <p:nvPr/>
        </p:nvSpPr>
        <p:spPr bwMode="auto">
          <a:xfrm>
            <a:off x="6347884" y="20638"/>
            <a:ext cx="591820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N" sz="1800"/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11B8EB-B3DB-CA9B-1D19-4FB519028E9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575"/>
            <a:ext cx="6341533" cy="4338638"/>
            <a:chOff x="2918" y="18"/>
            <a:chExt cx="2958" cy="2699"/>
          </a:xfrm>
        </p:grpSpPr>
        <p:sp>
          <p:nvSpPr>
            <p:cNvPr id="717828" name="Freeform 4">
              <a:extLst>
                <a:ext uri="{FF2B5EF4-FFF2-40B4-BE49-F238E27FC236}">
                  <a16:creationId xmlns:a16="http://schemas.microsoft.com/office/drawing/2014/main" id="{610C9C72-880E-EB46-36EA-35F711CE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29" name="Freeform 5">
              <a:extLst>
                <a:ext uri="{FF2B5EF4-FFF2-40B4-BE49-F238E27FC236}">
                  <a16:creationId xmlns:a16="http://schemas.microsoft.com/office/drawing/2014/main" id="{0F3295C3-DF39-6A85-AD61-26B4E700E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0" name="Freeform 6">
              <a:extLst>
                <a:ext uri="{FF2B5EF4-FFF2-40B4-BE49-F238E27FC236}">
                  <a16:creationId xmlns:a16="http://schemas.microsoft.com/office/drawing/2014/main" id="{25C38ABE-8C15-5FE4-9537-0F82FB506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1" name="Freeform 7">
              <a:extLst>
                <a:ext uri="{FF2B5EF4-FFF2-40B4-BE49-F238E27FC236}">
                  <a16:creationId xmlns:a16="http://schemas.microsoft.com/office/drawing/2014/main" id="{0B7141BF-28AF-8D9D-3820-335581E5D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2" name="Freeform 8">
              <a:extLst>
                <a:ext uri="{FF2B5EF4-FFF2-40B4-BE49-F238E27FC236}">
                  <a16:creationId xmlns:a16="http://schemas.microsoft.com/office/drawing/2014/main" id="{50FF917C-B8CA-38D2-F020-216DE024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3" name="Freeform 9">
              <a:extLst>
                <a:ext uri="{FF2B5EF4-FFF2-40B4-BE49-F238E27FC236}">
                  <a16:creationId xmlns:a16="http://schemas.microsoft.com/office/drawing/2014/main" id="{CEF875A5-BB0E-61E1-2A0C-1B740D0F0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4" name="Freeform 10">
              <a:extLst>
                <a:ext uri="{FF2B5EF4-FFF2-40B4-BE49-F238E27FC236}">
                  <a16:creationId xmlns:a16="http://schemas.microsoft.com/office/drawing/2014/main" id="{ADBF8430-3B25-8104-8EB1-14F4E4999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5" name="Freeform 11">
              <a:extLst>
                <a:ext uri="{FF2B5EF4-FFF2-40B4-BE49-F238E27FC236}">
                  <a16:creationId xmlns:a16="http://schemas.microsoft.com/office/drawing/2014/main" id="{7FA8BDFA-FFB2-54F0-7E75-E8E1F156A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6" name="Freeform 12">
              <a:extLst>
                <a:ext uri="{FF2B5EF4-FFF2-40B4-BE49-F238E27FC236}">
                  <a16:creationId xmlns:a16="http://schemas.microsoft.com/office/drawing/2014/main" id="{B2045C88-B2F2-30C2-2167-E7FD2380B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7" name="Freeform 13">
              <a:extLst>
                <a:ext uri="{FF2B5EF4-FFF2-40B4-BE49-F238E27FC236}">
                  <a16:creationId xmlns:a16="http://schemas.microsoft.com/office/drawing/2014/main" id="{FB6F24BE-D2B8-38B8-C443-9772B8FB6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8" name="Freeform 14">
              <a:extLst>
                <a:ext uri="{FF2B5EF4-FFF2-40B4-BE49-F238E27FC236}">
                  <a16:creationId xmlns:a16="http://schemas.microsoft.com/office/drawing/2014/main" id="{878AE21F-E3D7-2FBA-8F4C-2BF864E1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9" name="Freeform 15">
              <a:extLst>
                <a:ext uri="{FF2B5EF4-FFF2-40B4-BE49-F238E27FC236}">
                  <a16:creationId xmlns:a16="http://schemas.microsoft.com/office/drawing/2014/main" id="{60063830-3DD4-78D1-4B46-B4E6C72E2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0" name="Freeform 16">
              <a:extLst>
                <a:ext uri="{FF2B5EF4-FFF2-40B4-BE49-F238E27FC236}">
                  <a16:creationId xmlns:a16="http://schemas.microsoft.com/office/drawing/2014/main" id="{70637A07-B56D-5004-50FC-E7CD9FC5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841" name="Group 17">
            <a:extLst>
              <a:ext uri="{FF2B5EF4-FFF2-40B4-BE49-F238E27FC236}">
                <a16:creationId xmlns:a16="http://schemas.microsoft.com/office/drawing/2014/main" id="{735042FA-9390-4BE4-2BCE-0DDE948E4D99}"/>
              </a:ext>
            </a:extLst>
          </p:cNvPr>
          <p:cNvGrpSpPr>
            <a:grpSpLocks/>
          </p:cNvGrpSpPr>
          <p:nvPr/>
        </p:nvGrpSpPr>
        <p:grpSpPr bwMode="auto">
          <a:xfrm>
            <a:off x="738718" y="36513"/>
            <a:ext cx="10521949" cy="6821487"/>
            <a:chOff x="349" y="23"/>
            <a:chExt cx="4971" cy="4297"/>
          </a:xfrm>
        </p:grpSpPr>
        <p:sp>
          <p:nvSpPr>
            <p:cNvPr id="717842" name="Rectangle 18">
              <a:extLst>
                <a:ext uri="{FF2B5EF4-FFF2-40B4-BE49-F238E27FC236}">
                  <a16:creationId xmlns:a16="http://schemas.microsoft.com/office/drawing/2014/main" id="{1DF3AC91-44B6-3DBD-F01B-F487EDB9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3" name="Freeform 19">
              <a:extLst>
                <a:ext uri="{FF2B5EF4-FFF2-40B4-BE49-F238E27FC236}">
                  <a16:creationId xmlns:a16="http://schemas.microsoft.com/office/drawing/2014/main" id="{8EB2B823-B1A1-38B7-E303-F994448CD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4" name="Freeform 20">
              <a:extLst>
                <a:ext uri="{FF2B5EF4-FFF2-40B4-BE49-F238E27FC236}">
                  <a16:creationId xmlns:a16="http://schemas.microsoft.com/office/drawing/2014/main" id="{F308B134-0BDE-EC36-D61B-021C9D507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5" name="Freeform 21">
              <a:extLst>
                <a:ext uri="{FF2B5EF4-FFF2-40B4-BE49-F238E27FC236}">
                  <a16:creationId xmlns:a16="http://schemas.microsoft.com/office/drawing/2014/main" id="{14FA880A-4DC6-7BD7-E9F5-325FE06C1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6" name="Freeform 22">
              <a:extLst>
                <a:ext uri="{FF2B5EF4-FFF2-40B4-BE49-F238E27FC236}">
                  <a16:creationId xmlns:a16="http://schemas.microsoft.com/office/drawing/2014/main" id="{53E5B39D-43DB-FE9E-860D-48581B711E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7" name="Freeform 23">
              <a:extLst>
                <a:ext uri="{FF2B5EF4-FFF2-40B4-BE49-F238E27FC236}">
                  <a16:creationId xmlns:a16="http://schemas.microsoft.com/office/drawing/2014/main" id="{5DD63AD4-5462-3580-0AD5-5868A3128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8" name="Freeform 24">
              <a:extLst>
                <a:ext uri="{FF2B5EF4-FFF2-40B4-BE49-F238E27FC236}">
                  <a16:creationId xmlns:a16="http://schemas.microsoft.com/office/drawing/2014/main" id="{07512456-1DD7-7342-41C0-B367E41ACF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9" name="Freeform 25">
              <a:extLst>
                <a:ext uri="{FF2B5EF4-FFF2-40B4-BE49-F238E27FC236}">
                  <a16:creationId xmlns:a16="http://schemas.microsoft.com/office/drawing/2014/main" id="{2C52981A-04C5-44D9-5430-F065312AF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0" name="Freeform 26">
              <a:extLst>
                <a:ext uri="{FF2B5EF4-FFF2-40B4-BE49-F238E27FC236}">
                  <a16:creationId xmlns:a16="http://schemas.microsoft.com/office/drawing/2014/main" id="{45B4FA9A-C52C-1C75-ADC3-EEFEF9BA5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1" name="Freeform 27">
              <a:extLst>
                <a:ext uri="{FF2B5EF4-FFF2-40B4-BE49-F238E27FC236}">
                  <a16:creationId xmlns:a16="http://schemas.microsoft.com/office/drawing/2014/main" id="{FC82E210-DFE6-8875-879D-F5A38B39D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2" name="Freeform 28">
              <a:extLst>
                <a:ext uri="{FF2B5EF4-FFF2-40B4-BE49-F238E27FC236}">
                  <a16:creationId xmlns:a16="http://schemas.microsoft.com/office/drawing/2014/main" id="{BE77DCE3-19D8-CEDD-DD5D-829D543AF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3" name="Rectangle 29">
              <a:extLst>
                <a:ext uri="{FF2B5EF4-FFF2-40B4-BE49-F238E27FC236}">
                  <a16:creationId xmlns:a16="http://schemas.microsoft.com/office/drawing/2014/main" id="{65EB7FFB-B3E7-E6AC-F0D1-03F16A9E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4" name="Rectangle 30">
              <a:extLst>
                <a:ext uri="{FF2B5EF4-FFF2-40B4-BE49-F238E27FC236}">
                  <a16:creationId xmlns:a16="http://schemas.microsoft.com/office/drawing/2014/main" id="{499A381F-FAA8-9B22-3690-574B1E7AA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5" name="Freeform 31">
              <a:extLst>
                <a:ext uri="{FF2B5EF4-FFF2-40B4-BE49-F238E27FC236}">
                  <a16:creationId xmlns:a16="http://schemas.microsoft.com/office/drawing/2014/main" id="{B1914493-D549-8B2C-797A-13F332AC3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6" name="Freeform 32">
              <a:extLst>
                <a:ext uri="{FF2B5EF4-FFF2-40B4-BE49-F238E27FC236}">
                  <a16:creationId xmlns:a16="http://schemas.microsoft.com/office/drawing/2014/main" id="{ECB24CFC-04DF-1819-AB6A-5A4D7AEC1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7" name="Freeform 33">
              <a:extLst>
                <a:ext uri="{FF2B5EF4-FFF2-40B4-BE49-F238E27FC236}">
                  <a16:creationId xmlns:a16="http://schemas.microsoft.com/office/drawing/2014/main" id="{51AB47B4-BA26-E5C9-8A61-FE435E383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8" name="Freeform 34">
              <a:extLst>
                <a:ext uri="{FF2B5EF4-FFF2-40B4-BE49-F238E27FC236}">
                  <a16:creationId xmlns:a16="http://schemas.microsoft.com/office/drawing/2014/main" id="{7EA567ED-18FB-71B3-0795-B9A59F2D55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9" name="Freeform 35">
              <a:extLst>
                <a:ext uri="{FF2B5EF4-FFF2-40B4-BE49-F238E27FC236}">
                  <a16:creationId xmlns:a16="http://schemas.microsoft.com/office/drawing/2014/main" id="{1426CA09-E801-B86B-3C00-152073330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0" name="Freeform 36">
              <a:extLst>
                <a:ext uri="{FF2B5EF4-FFF2-40B4-BE49-F238E27FC236}">
                  <a16:creationId xmlns:a16="http://schemas.microsoft.com/office/drawing/2014/main" id="{3D7DBF11-CFD2-C37A-E97B-C716D5381B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1" name="Freeform 37">
              <a:extLst>
                <a:ext uri="{FF2B5EF4-FFF2-40B4-BE49-F238E27FC236}">
                  <a16:creationId xmlns:a16="http://schemas.microsoft.com/office/drawing/2014/main" id="{4F3AF0A1-1EBF-C7B1-C14E-006CA3115C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2" name="Freeform 38">
              <a:extLst>
                <a:ext uri="{FF2B5EF4-FFF2-40B4-BE49-F238E27FC236}">
                  <a16:creationId xmlns:a16="http://schemas.microsoft.com/office/drawing/2014/main" id="{7836828D-2E28-63B8-926B-A828B84A6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3" name="Freeform 39">
              <a:extLst>
                <a:ext uri="{FF2B5EF4-FFF2-40B4-BE49-F238E27FC236}">
                  <a16:creationId xmlns:a16="http://schemas.microsoft.com/office/drawing/2014/main" id="{A830E421-677F-61D2-5A08-2A2D2970C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4" name="Freeform 40">
              <a:extLst>
                <a:ext uri="{FF2B5EF4-FFF2-40B4-BE49-F238E27FC236}">
                  <a16:creationId xmlns:a16="http://schemas.microsoft.com/office/drawing/2014/main" id="{E1B4CAE2-8082-09EF-57B8-8C1493A496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5" name="Rectangle 41">
              <a:extLst>
                <a:ext uri="{FF2B5EF4-FFF2-40B4-BE49-F238E27FC236}">
                  <a16:creationId xmlns:a16="http://schemas.microsoft.com/office/drawing/2014/main" id="{9FF7EA2F-BB5F-FA27-EE3B-57DCF191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6" name="Rectangle 42">
              <a:extLst>
                <a:ext uri="{FF2B5EF4-FFF2-40B4-BE49-F238E27FC236}">
                  <a16:creationId xmlns:a16="http://schemas.microsoft.com/office/drawing/2014/main" id="{76A98F45-638E-4BD0-12C9-0F77C7EA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7" name="Freeform 43">
              <a:extLst>
                <a:ext uri="{FF2B5EF4-FFF2-40B4-BE49-F238E27FC236}">
                  <a16:creationId xmlns:a16="http://schemas.microsoft.com/office/drawing/2014/main" id="{6528BD45-ED2E-771F-A14F-99A35AA07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8" name="Freeform 44">
              <a:extLst>
                <a:ext uri="{FF2B5EF4-FFF2-40B4-BE49-F238E27FC236}">
                  <a16:creationId xmlns:a16="http://schemas.microsoft.com/office/drawing/2014/main" id="{EED50610-88CE-AEAE-3D2A-68CF312A4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9" name="Freeform 45">
              <a:extLst>
                <a:ext uri="{FF2B5EF4-FFF2-40B4-BE49-F238E27FC236}">
                  <a16:creationId xmlns:a16="http://schemas.microsoft.com/office/drawing/2014/main" id="{BBA8DF3C-45E7-64CB-12BF-75A0D08C7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0" name="Freeform 46">
              <a:extLst>
                <a:ext uri="{FF2B5EF4-FFF2-40B4-BE49-F238E27FC236}">
                  <a16:creationId xmlns:a16="http://schemas.microsoft.com/office/drawing/2014/main" id="{809AD7D6-BC8A-E6D0-A306-AAF0D6FCC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1" name="Freeform 47">
              <a:extLst>
                <a:ext uri="{FF2B5EF4-FFF2-40B4-BE49-F238E27FC236}">
                  <a16:creationId xmlns:a16="http://schemas.microsoft.com/office/drawing/2014/main" id="{31759359-2882-C7C3-E57B-31C6B28AF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2" name="Freeform 48">
              <a:extLst>
                <a:ext uri="{FF2B5EF4-FFF2-40B4-BE49-F238E27FC236}">
                  <a16:creationId xmlns:a16="http://schemas.microsoft.com/office/drawing/2014/main" id="{9EC946B3-F995-1F31-D8F5-9C52479B8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3" name="Freeform 49">
              <a:extLst>
                <a:ext uri="{FF2B5EF4-FFF2-40B4-BE49-F238E27FC236}">
                  <a16:creationId xmlns:a16="http://schemas.microsoft.com/office/drawing/2014/main" id="{D7BD8B2D-2C4D-ABDC-456A-9716E4B17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4" name="Freeform 50">
              <a:extLst>
                <a:ext uri="{FF2B5EF4-FFF2-40B4-BE49-F238E27FC236}">
                  <a16:creationId xmlns:a16="http://schemas.microsoft.com/office/drawing/2014/main" id="{64EC5555-7A07-BEB5-C4FC-670C16F61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5" name="Freeform 51">
              <a:extLst>
                <a:ext uri="{FF2B5EF4-FFF2-40B4-BE49-F238E27FC236}">
                  <a16:creationId xmlns:a16="http://schemas.microsoft.com/office/drawing/2014/main" id="{D1F329BD-D5B2-DBE3-9C96-5BAB8B78B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6" name="Freeform 52">
              <a:extLst>
                <a:ext uri="{FF2B5EF4-FFF2-40B4-BE49-F238E27FC236}">
                  <a16:creationId xmlns:a16="http://schemas.microsoft.com/office/drawing/2014/main" id="{17AA189A-B8AA-6AAA-5031-6B1E8233E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7" name="Rectangle 53">
              <a:extLst>
                <a:ext uri="{FF2B5EF4-FFF2-40B4-BE49-F238E27FC236}">
                  <a16:creationId xmlns:a16="http://schemas.microsoft.com/office/drawing/2014/main" id="{720DC57D-2C84-2DEC-1C9C-DC9B17ED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8" name="Rectangle 54">
              <a:extLst>
                <a:ext uri="{FF2B5EF4-FFF2-40B4-BE49-F238E27FC236}">
                  <a16:creationId xmlns:a16="http://schemas.microsoft.com/office/drawing/2014/main" id="{FC12E68C-FC29-6ABE-7BD5-AFDC08205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9" name="Freeform 55">
              <a:extLst>
                <a:ext uri="{FF2B5EF4-FFF2-40B4-BE49-F238E27FC236}">
                  <a16:creationId xmlns:a16="http://schemas.microsoft.com/office/drawing/2014/main" id="{78550B44-46C8-8613-906A-8D44312D4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0" name="Freeform 56">
              <a:extLst>
                <a:ext uri="{FF2B5EF4-FFF2-40B4-BE49-F238E27FC236}">
                  <a16:creationId xmlns:a16="http://schemas.microsoft.com/office/drawing/2014/main" id="{CC55AD09-CCBC-A42C-7C68-4B1734F79F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1" name="Freeform 57">
              <a:extLst>
                <a:ext uri="{FF2B5EF4-FFF2-40B4-BE49-F238E27FC236}">
                  <a16:creationId xmlns:a16="http://schemas.microsoft.com/office/drawing/2014/main" id="{22FA0920-C7FA-E7B1-CAD6-6B48D6403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2" name="Freeform 58">
              <a:extLst>
                <a:ext uri="{FF2B5EF4-FFF2-40B4-BE49-F238E27FC236}">
                  <a16:creationId xmlns:a16="http://schemas.microsoft.com/office/drawing/2014/main" id="{4714F3AE-A83F-D3A1-E68C-563FAFC8B4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3" name="Freeform 59">
              <a:extLst>
                <a:ext uri="{FF2B5EF4-FFF2-40B4-BE49-F238E27FC236}">
                  <a16:creationId xmlns:a16="http://schemas.microsoft.com/office/drawing/2014/main" id="{E67EF838-A6C1-8E82-1E5C-B62C2639B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4" name="Freeform 60">
              <a:extLst>
                <a:ext uri="{FF2B5EF4-FFF2-40B4-BE49-F238E27FC236}">
                  <a16:creationId xmlns:a16="http://schemas.microsoft.com/office/drawing/2014/main" id="{70B676D4-8E2A-FC05-C339-A785679CA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5" name="Freeform 61">
              <a:extLst>
                <a:ext uri="{FF2B5EF4-FFF2-40B4-BE49-F238E27FC236}">
                  <a16:creationId xmlns:a16="http://schemas.microsoft.com/office/drawing/2014/main" id="{1B6B3467-E5E0-24EA-56FB-7EB6E9C413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6" name="Freeform 62">
              <a:extLst>
                <a:ext uri="{FF2B5EF4-FFF2-40B4-BE49-F238E27FC236}">
                  <a16:creationId xmlns:a16="http://schemas.microsoft.com/office/drawing/2014/main" id="{2242730B-F3BE-3E14-3A81-9F1AFD7F5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7" name="Freeform 63">
              <a:extLst>
                <a:ext uri="{FF2B5EF4-FFF2-40B4-BE49-F238E27FC236}">
                  <a16:creationId xmlns:a16="http://schemas.microsoft.com/office/drawing/2014/main" id="{DB83CAFD-01EC-39C5-2395-847E404F5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8" name="Freeform 64">
              <a:extLst>
                <a:ext uri="{FF2B5EF4-FFF2-40B4-BE49-F238E27FC236}">
                  <a16:creationId xmlns:a16="http://schemas.microsoft.com/office/drawing/2014/main" id="{4D1278F2-0F0D-8C30-D1A0-EC2489DCC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9" name="Rectangle 65">
              <a:extLst>
                <a:ext uri="{FF2B5EF4-FFF2-40B4-BE49-F238E27FC236}">
                  <a16:creationId xmlns:a16="http://schemas.microsoft.com/office/drawing/2014/main" id="{D75685E5-F504-6C23-6B3F-B0C1D0E6B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0" name="Rectangle 66">
              <a:extLst>
                <a:ext uri="{FF2B5EF4-FFF2-40B4-BE49-F238E27FC236}">
                  <a16:creationId xmlns:a16="http://schemas.microsoft.com/office/drawing/2014/main" id="{264BC1E5-CFDB-DFD0-4C7A-3E165317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1" name="Freeform 67">
              <a:extLst>
                <a:ext uri="{FF2B5EF4-FFF2-40B4-BE49-F238E27FC236}">
                  <a16:creationId xmlns:a16="http://schemas.microsoft.com/office/drawing/2014/main" id="{09B9D49D-A3E3-87E8-FFA5-AC23BA27F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2" name="Freeform 68">
              <a:extLst>
                <a:ext uri="{FF2B5EF4-FFF2-40B4-BE49-F238E27FC236}">
                  <a16:creationId xmlns:a16="http://schemas.microsoft.com/office/drawing/2014/main" id="{6EBBF30F-E47C-CD8D-A5A8-9E7EC4BB7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3" name="Freeform 69">
              <a:extLst>
                <a:ext uri="{FF2B5EF4-FFF2-40B4-BE49-F238E27FC236}">
                  <a16:creationId xmlns:a16="http://schemas.microsoft.com/office/drawing/2014/main" id="{652F43DA-EDC2-2946-0CB3-0D00195A7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4" name="Freeform 70">
              <a:extLst>
                <a:ext uri="{FF2B5EF4-FFF2-40B4-BE49-F238E27FC236}">
                  <a16:creationId xmlns:a16="http://schemas.microsoft.com/office/drawing/2014/main" id="{44E2E0A2-F5F1-DBEE-22FD-00E6BBFB3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5" name="Freeform 71">
              <a:extLst>
                <a:ext uri="{FF2B5EF4-FFF2-40B4-BE49-F238E27FC236}">
                  <a16:creationId xmlns:a16="http://schemas.microsoft.com/office/drawing/2014/main" id="{C4093AE4-A50A-14B6-DE4A-DE06B1799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6" name="Freeform 72">
              <a:extLst>
                <a:ext uri="{FF2B5EF4-FFF2-40B4-BE49-F238E27FC236}">
                  <a16:creationId xmlns:a16="http://schemas.microsoft.com/office/drawing/2014/main" id="{0EF0DBBD-9E53-6551-7561-5A4FCB1876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7" name="Freeform 73">
              <a:extLst>
                <a:ext uri="{FF2B5EF4-FFF2-40B4-BE49-F238E27FC236}">
                  <a16:creationId xmlns:a16="http://schemas.microsoft.com/office/drawing/2014/main" id="{88310277-1635-6CF9-A915-1F9118241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8" name="Freeform 74">
              <a:extLst>
                <a:ext uri="{FF2B5EF4-FFF2-40B4-BE49-F238E27FC236}">
                  <a16:creationId xmlns:a16="http://schemas.microsoft.com/office/drawing/2014/main" id="{D774FDDE-577D-25B1-1BAB-6CF299CD71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9" name="Freeform 75">
              <a:extLst>
                <a:ext uri="{FF2B5EF4-FFF2-40B4-BE49-F238E27FC236}">
                  <a16:creationId xmlns:a16="http://schemas.microsoft.com/office/drawing/2014/main" id="{35BE14AE-3445-7215-C551-C36E58EF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0" name="Freeform 76">
              <a:extLst>
                <a:ext uri="{FF2B5EF4-FFF2-40B4-BE49-F238E27FC236}">
                  <a16:creationId xmlns:a16="http://schemas.microsoft.com/office/drawing/2014/main" id="{4EDB98D6-972C-B75D-4DA9-EB8B9C111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1" name="Rectangle 77">
              <a:extLst>
                <a:ext uri="{FF2B5EF4-FFF2-40B4-BE49-F238E27FC236}">
                  <a16:creationId xmlns:a16="http://schemas.microsoft.com/office/drawing/2014/main" id="{19173702-13DC-3DEF-738A-E2D8789EE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2" name="Rectangle 78">
              <a:extLst>
                <a:ext uri="{FF2B5EF4-FFF2-40B4-BE49-F238E27FC236}">
                  <a16:creationId xmlns:a16="http://schemas.microsoft.com/office/drawing/2014/main" id="{59BE4697-D300-A03A-BDC9-446E400E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3" name="Freeform 79">
              <a:extLst>
                <a:ext uri="{FF2B5EF4-FFF2-40B4-BE49-F238E27FC236}">
                  <a16:creationId xmlns:a16="http://schemas.microsoft.com/office/drawing/2014/main" id="{C9AC7A5D-7432-3B26-53FD-04275CE2D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4" name="Freeform 80">
              <a:extLst>
                <a:ext uri="{FF2B5EF4-FFF2-40B4-BE49-F238E27FC236}">
                  <a16:creationId xmlns:a16="http://schemas.microsoft.com/office/drawing/2014/main" id="{3B229321-94F2-2268-95A4-494BAF4745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5" name="Freeform 81">
              <a:extLst>
                <a:ext uri="{FF2B5EF4-FFF2-40B4-BE49-F238E27FC236}">
                  <a16:creationId xmlns:a16="http://schemas.microsoft.com/office/drawing/2014/main" id="{B415B353-BC76-44A5-7EE3-34D84C7D2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6" name="Freeform 82">
              <a:extLst>
                <a:ext uri="{FF2B5EF4-FFF2-40B4-BE49-F238E27FC236}">
                  <a16:creationId xmlns:a16="http://schemas.microsoft.com/office/drawing/2014/main" id="{92AC922B-730D-7594-904A-42ADB196C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7" name="Freeform 83">
              <a:extLst>
                <a:ext uri="{FF2B5EF4-FFF2-40B4-BE49-F238E27FC236}">
                  <a16:creationId xmlns:a16="http://schemas.microsoft.com/office/drawing/2014/main" id="{3E2CCD18-D43C-990E-422B-6B87E5DA5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8" name="Freeform 84">
              <a:extLst>
                <a:ext uri="{FF2B5EF4-FFF2-40B4-BE49-F238E27FC236}">
                  <a16:creationId xmlns:a16="http://schemas.microsoft.com/office/drawing/2014/main" id="{C35D5C7B-DAA2-082E-ED36-8BE7E3F7A0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9" name="Freeform 85">
              <a:extLst>
                <a:ext uri="{FF2B5EF4-FFF2-40B4-BE49-F238E27FC236}">
                  <a16:creationId xmlns:a16="http://schemas.microsoft.com/office/drawing/2014/main" id="{461F2BFF-9A58-D516-164D-E0B88B7E2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0" name="Freeform 86">
              <a:extLst>
                <a:ext uri="{FF2B5EF4-FFF2-40B4-BE49-F238E27FC236}">
                  <a16:creationId xmlns:a16="http://schemas.microsoft.com/office/drawing/2014/main" id="{D6E081D5-3994-843F-8765-EFC0D81F9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1" name="Freeform 87">
              <a:extLst>
                <a:ext uri="{FF2B5EF4-FFF2-40B4-BE49-F238E27FC236}">
                  <a16:creationId xmlns:a16="http://schemas.microsoft.com/office/drawing/2014/main" id="{147E3E70-15F8-0D45-1869-CACA28A06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2" name="Freeform 88">
              <a:extLst>
                <a:ext uri="{FF2B5EF4-FFF2-40B4-BE49-F238E27FC236}">
                  <a16:creationId xmlns:a16="http://schemas.microsoft.com/office/drawing/2014/main" id="{EDD9CA6E-0415-882D-CB08-FF6588E1F9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3" name="Rectangle 89">
              <a:extLst>
                <a:ext uri="{FF2B5EF4-FFF2-40B4-BE49-F238E27FC236}">
                  <a16:creationId xmlns:a16="http://schemas.microsoft.com/office/drawing/2014/main" id="{A3088D0A-842D-4C49-58D1-E22D5E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4" name="Rectangle 90">
              <a:extLst>
                <a:ext uri="{FF2B5EF4-FFF2-40B4-BE49-F238E27FC236}">
                  <a16:creationId xmlns:a16="http://schemas.microsoft.com/office/drawing/2014/main" id="{D6BD83E6-B2B0-A883-37CC-330CEA99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5" name="Freeform 91">
              <a:extLst>
                <a:ext uri="{FF2B5EF4-FFF2-40B4-BE49-F238E27FC236}">
                  <a16:creationId xmlns:a16="http://schemas.microsoft.com/office/drawing/2014/main" id="{164A120D-3F33-E520-2E9B-A3AB23EE3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6" name="Freeform 92">
              <a:extLst>
                <a:ext uri="{FF2B5EF4-FFF2-40B4-BE49-F238E27FC236}">
                  <a16:creationId xmlns:a16="http://schemas.microsoft.com/office/drawing/2014/main" id="{74DFBC55-5A0F-34C1-FFE9-9194F446D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7" name="Freeform 93">
              <a:extLst>
                <a:ext uri="{FF2B5EF4-FFF2-40B4-BE49-F238E27FC236}">
                  <a16:creationId xmlns:a16="http://schemas.microsoft.com/office/drawing/2014/main" id="{A585E7EB-8123-2708-B0DD-C44F4F5AD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8" name="Freeform 94">
              <a:extLst>
                <a:ext uri="{FF2B5EF4-FFF2-40B4-BE49-F238E27FC236}">
                  <a16:creationId xmlns:a16="http://schemas.microsoft.com/office/drawing/2014/main" id="{D1865297-5A3F-7F12-9FE6-B6082D13C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9" name="Freeform 95">
              <a:extLst>
                <a:ext uri="{FF2B5EF4-FFF2-40B4-BE49-F238E27FC236}">
                  <a16:creationId xmlns:a16="http://schemas.microsoft.com/office/drawing/2014/main" id="{B039BF4D-8001-DB68-C66D-E8BF0BBB4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0" name="Freeform 96">
              <a:extLst>
                <a:ext uri="{FF2B5EF4-FFF2-40B4-BE49-F238E27FC236}">
                  <a16:creationId xmlns:a16="http://schemas.microsoft.com/office/drawing/2014/main" id="{72D85AAA-277E-1E55-4AFA-C0C993F9E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1" name="Freeform 97">
              <a:extLst>
                <a:ext uri="{FF2B5EF4-FFF2-40B4-BE49-F238E27FC236}">
                  <a16:creationId xmlns:a16="http://schemas.microsoft.com/office/drawing/2014/main" id="{B333D067-7A5D-4857-4211-6E6312204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2" name="Freeform 98">
              <a:extLst>
                <a:ext uri="{FF2B5EF4-FFF2-40B4-BE49-F238E27FC236}">
                  <a16:creationId xmlns:a16="http://schemas.microsoft.com/office/drawing/2014/main" id="{6FB69043-EEFD-98CF-7D70-966295868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3" name="Freeform 99">
              <a:extLst>
                <a:ext uri="{FF2B5EF4-FFF2-40B4-BE49-F238E27FC236}">
                  <a16:creationId xmlns:a16="http://schemas.microsoft.com/office/drawing/2014/main" id="{7F7024FD-E80B-348E-E6F2-C0B03F6A21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4" name="Freeform 100">
              <a:extLst>
                <a:ext uri="{FF2B5EF4-FFF2-40B4-BE49-F238E27FC236}">
                  <a16:creationId xmlns:a16="http://schemas.microsoft.com/office/drawing/2014/main" id="{2897A736-E790-B7C5-E68A-FD3F90B2B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5" name="Rectangle 101">
              <a:extLst>
                <a:ext uri="{FF2B5EF4-FFF2-40B4-BE49-F238E27FC236}">
                  <a16:creationId xmlns:a16="http://schemas.microsoft.com/office/drawing/2014/main" id="{1ED006EB-916A-DAE2-B74E-5E8C8AE0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6" name="Rectangle 102">
              <a:extLst>
                <a:ext uri="{FF2B5EF4-FFF2-40B4-BE49-F238E27FC236}">
                  <a16:creationId xmlns:a16="http://schemas.microsoft.com/office/drawing/2014/main" id="{E396BEED-B8FE-994F-64A3-446B2630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7" name="Freeform 103">
              <a:extLst>
                <a:ext uri="{FF2B5EF4-FFF2-40B4-BE49-F238E27FC236}">
                  <a16:creationId xmlns:a16="http://schemas.microsoft.com/office/drawing/2014/main" id="{6EB24B3C-216E-457C-562A-CE413F3D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8" name="Freeform 104">
              <a:extLst>
                <a:ext uri="{FF2B5EF4-FFF2-40B4-BE49-F238E27FC236}">
                  <a16:creationId xmlns:a16="http://schemas.microsoft.com/office/drawing/2014/main" id="{F920B5A2-BAA7-66BB-1943-E4A972DA65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9" name="Freeform 105">
              <a:extLst>
                <a:ext uri="{FF2B5EF4-FFF2-40B4-BE49-F238E27FC236}">
                  <a16:creationId xmlns:a16="http://schemas.microsoft.com/office/drawing/2014/main" id="{E30A979C-2F39-6E58-5542-BB851D8AB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0" name="Freeform 106">
              <a:extLst>
                <a:ext uri="{FF2B5EF4-FFF2-40B4-BE49-F238E27FC236}">
                  <a16:creationId xmlns:a16="http://schemas.microsoft.com/office/drawing/2014/main" id="{2FCC436F-42EB-E8FA-7C17-09C90D75B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1" name="Freeform 107">
              <a:extLst>
                <a:ext uri="{FF2B5EF4-FFF2-40B4-BE49-F238E27FC236}">
                  <a16:creationId xmlns:a16="http://schemas.microsoft.com/office/drawing/2014/main" id="{7F3C153E-1EF9-56C8-6088-B7FFE290F5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2" name="Freeform 108">
              <a:extLst>
                <a:ext uri="{FF2B5EF4-FFF2-40B4-BE49-F238E27FC236}">
                  <a16:creationId xmlns:a16="http://schemas.microsoft.com/office/drawing/2014/main" id="{BEE96D33-7920-882D-15DC-3BA17DDC53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3" name="Freeform 109">
              <a:extLst>
                <a:ext uri="{FF2B5EF4-FFF2-40B4-BE49-F238E27FC236}">
                  <a16:creationId xmlns:a16="http://schemas.microsoft.com/office/drawing/2014/main" id="{911654D2-446A-3E2F-E157-5CB3E83D10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4" name="Freeform 110">
              <a:extLst>
                <a:ext uri="{FF2B5EF4-FFF2-40B4-BE49-F238E27FC236}">
                  <a16:creationId xmlns:a16="http://schemas.microsoft.com/office/drawing/2014/main" id="{136B831E-2B2F-E378-F20B-C748D5D367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5" name="Freeform 111">
              <a:extLst>
                <a:ext uri="{FF2B5EF4-FFF2-40B4-BE49-F238E27FC236}">
                  <a16:creationId xmlns:a16="http://schemas.microsoft.com/office/drawing/2014/main" id="{44050D59-DAEB-41E5-3B7D-E6CEF0FA4C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6" name="Freeform 112">
              <a:extLst>
                <a:ext uri="{FF2B5EF4-FFF2-40B4-BE49-F238E27FC236}">
                  <a16:creationId xmlns:a16="http://schemas.microsoft.com/office/drawing/2014/main" id="{E927816E-FDD6-1321-5BC6-124EAED871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7" name="Rectangle 113">
              <a:extLst>
                <a:ext uri="{FF2B5EF4-FFF2-40B4-BE49-F238E27FC236}">
                  <a16:creationId xmlns:a16="http://schemas.microsoft.com/office/drawing/2014/main" id="{06246F91-DF49-8721-2494-E21424FEF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8" name="Rectangle 114">
              <a:extLst>
                <a:ext uri="{FF2B5EF4-FFF2-40B4-BE49-F238E27FC236}">
                  <a16:creationId xmlns:a16="http://schemas.microsoft.com/office/drawing/2014/main" id="{980CAAD4-06F2-F846-2CF6-6626FBB0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9" name="Freeform 115">
              <a:extLst>
                <a:ext uri="{FF2B5EF4-FFF2-40B4-BE49-F238E27FC236}">
                  <a16:creationId xmlns:a16="http://schemas.microsoft.com/office/drawing/2014/main" id="{E15D5128-B034-229D-EDF9-C23A904BB1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0" name="Freeform 116">
              <a:extLst>
                <a:ext uri="{FF2B5EF4-FFF2-40B4-BE49-F238E27FC236}">
                  <a16:creationId xmlns:a16="http://schemas.microsoft.com/office/drawing/2014/main" id="{A11B655E-1A05-0B69-5AD1-E414F8095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1" name="Freeform 117">
              <a:extLst>
                <a:ext uri="{FF2B5EF4-FFF2-40B4-BE49-F238E27FC236}">
                  <a16:creationId xmlns:a16="http://schemas.microsoft.com/office/drawing/2014/main" id="{59B73717-6710-9EFD-96BE-86CE931C2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2" name="Freeform 118">
              <a:extLst>
                <a:ext uri="{FF2B5EF4-FFF2-40B4-BE49-F238E27FC236}">
                  <a16:creationId xmlns:a16="http://schemas.microsoft.com/office/drawing/2014/main" id="{826F6BB6-AC61-AB96-F768-B08E339FC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3" name="Freeform 119">
              <a:extLst>
                <a:ext uri="{FF2B5EF4-FFF2-40B4-BE49-F238E27FC236}">
                  <a16:creationId xmlns:a16="http://schemas.microsoft.com/office/drawing/2014/main" id="{2A4802CD-D396-4E32-7F34-16668597D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4" name="Freeform 120">
              <a:extLst>
                <a:ext uri="{FF2B5EF4-FFF2-40B4-BE49-F238E27FC236}">
                  <a16:creationId xmlns:a16="http://schemas.microsoft.com/office/drawing/2014/main" id="{63E21FCE-D481-6795-C617-41DD5DFD0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5" name="Freeform 121">
              <a:extLst>
                <a:ext uri="{FF2B5EF4-FFF2-40B4-BE49-F238E27FC236}">
                  <a16:creationId xmlns:a16="http://schemas.microsoft.com/office/drawing/2014/main" id="{D79B3433-80EC-8464-A6E2-5F13C6852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6" name="Freeform 122">
              <a:extLst>
                <a:ext uri="{FF2B5EF4-FFF2-40B4-BE49-F238E27FC236}">
                  <a16:creationId xmlns:a16="http://schemas.microsoft.com/office/drawing/2014/main" id="{0EA69490-120C-1A79-7188-E3BBBF129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7" name="Freeform 123">
              <a:extLst>
                <a:ext uri="{FF2B5EF4-FFF2-40B4-BE49-F238E27FC236}">
                  <a16:creationId xmlns:a16="http://schemas.microsoft.com/office/drawing/2014/main" id="{9DC7AFA3-5418-E6F9-C8D3-B97C549825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8" name="Freeform 124">
              <a:extLst>
                <a:ext uri="{FF2B5EF4-FFF2-40B4-BE49-F238E27FC236}">
                  <a16:creationId xmlns:a16="http://schemas.microsoft.com/office/drawing/2014/main" id="{2680EEFD-01F2-196D-5FBA-239C1D777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9" name="Rectangle 125">
              <a:extLst>
                <a:ext uri="{FF2B5EF4-FFF2-40B4-BE49-F238E27FC236}">
                  <a16:creationId xmlns:a16="http://schemas.microsoft.com/office/drawing/2014/main" id="{2341FF38-0880-954E-E3FF-323CAC71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0" name="Rectangle 126">
              <a:extLst>
                <a:ext uri="{FF2B5EF4-FFF2-40B4-BE49-F238E27FC236}">
                  <a16:creationId xmlns:a16="http://schemas.microsoft.com/office/drawing/2014/main" id="{6C66F36E-94DE-ECF8-FD98-B5D7D569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1" name="Freeform 127">
              <a:extLst>
                <a:ext uri="{FF2B5EF4-FFF2-40B4-BE49-F238E27FC236}">
                  <a16:creationId xmlns:a16="http://schemas.microsoft.com/office/drawing/2014/main" id="{0A2AE3AE-6079-F283-DF26-4601CF3F7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2" name="Freeform 128">
              <a:extLst>
                <a:ext uri="{FF2B5EF4-FFF2-40B4-BE49-F238E27FC236}">
                  <a16:creationId xmlns:a16="http://schemas.microsoft.com/office/drawing/2014/main" id="{F2B617C4-3A30-7993-29A0-4C3C6DEC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3" name="Freeform 129">
              <a:extLst>
                <a:ext uri="{FF2B5EF4-FFF2-40B4-BE49-F238E27FC236}">
                  <a16:creationId xmlns:a16="http://schemas.microsoft.com/office/drawing/2014/main" id="{B91CDC26-42E4-6E28-4CA2-A3E5EC5F8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4" name="Freeform 130">
              <a:extLst>
                <a:ext uri="{FF2B5EF4-FFF2-40B4-BE49-F238E27FC236}">
                  <a16:creationId xmlns:a16="http://schemas.microsoft.com/office/drawing/2014/main" id="{6B962B32-2800-8F0B-4333-CBC27327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5" name="Freeform 131">
              <a:extLst>
                <a:ext uri="{FF2B5EF4-FFF2-40B4-BE49-F238E27FC236}">
                  <a16:creationId xmlns:a16="http://schemas.microsoft.com/office/drawing/2014/main" id="{44ED411F-7713-46DE-2178-C8FBC8DE5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6" name="Freeform 132">
              <a:extLst>
                <a:ext uri="{FF2B5EF4-FFF2-40B4-BE49-F238E27FC236}">
                  <a16:creationId xmlns:a16="http://schemas.microsoft.com/office/drawing/2014/main" id="{1D5C77AC-DA59-B547-6892-F9F01360F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7" name="Freeform 133">
              <a:extLst>
                <a:ext uri="{FF2B5EF4-FFF2-40B4-BE49-F238E27FC236}">
                  <a16:creationId xmlns:a16="http://schemas.microsoft.com/office/drawing/2014/main" id="{233FEB06-4627-9F40-BA0B-8B5480C77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8" name="Freeform 134">
              <a:extLst>
                <a:ext uri="{FF2B5EF4-FFF2-40B4-BE49-F238E27FC236}">
                  <a16:creationId xmlns:a16="http://schemas.microsoft.com/office/drawing/2014/main" id="{5C6859B9-40A5-4BDE-10E1-9FF30E5D7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9" name="Freeform 135">
              <a:extLst>
                <a:ext uri="{FF2B5EF4-FFF2-40B4-BE49-F238E27FC236}">
                  <a16:creationId xmlns:a16="http://schemas.microsoft.com/office/drawing/2014/main" id="{223B384C-FD18-A792-ED8E-F93683AB91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0" name="Freeform 136">
              <a:extLst>
                <a:ext uri="{FF2B5EF4-FFF2-40B4-BE49-F238E27FC236}">
                  <a16:creationId xmlns:a16="http://schemas.microsoft.com/office/drawing/2014/main" id="{77DD1DD3-4857-97E0-B9F2-966279B84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1" name="Rectangle 137">
              <a:extLst>
                <a:ext uri="{FF2B5EF4-FFF2-40B4-BE49-F238E27FC236}">
                  <a16:creationId xmlns:a16="http://schemas.microsoft.com/office/drawing/2014/main" id="{3242ED9F-3B4E-BD42-25AA-28B6C3B8A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2" name="Rectangle 138">
              <a:extLst>
                <a:ext uri="{FF2B5EF4-FFF2-40B4-BE49-F238E27FC236}">
                  <a16:creationId xmlns:a16="http://schemas.microsoft.com/office/drawing/2014/main" id="{B7823975-9541-4988-304E-EA559DD5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3" name="Freeform 139">
              <a:extLst>
                <a:ext uri="{FF2B5EF4-FFF2-40B4-BE49-F238E27FC236}">
                  <a16:creationId xmlns:a16="http://schemas.microsoft.com/office/drawing/2014/main" id="{95D87DAB-23B8-DC9C-DE6C-A8933F2DD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4" name="Freeform 140">
              <a:extLst>
                <a:ext uri="{FF2B5EF4-FFF2-40B4-BE49-F238E27FC236}">
                  <a16:creationId xmlns:a16="http://schemas.microsoft.com/office/drawing/2014/main" id="{1A088A13-FBFB-377B-9B59-09861C193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5" name="Freeform 141">
              <a:extLst>
                <a:ext uri="{FF2B5EF4-FFF2-40B4-BE49-F238E27FC236}">
                  <a16:creationId xmlns:a16="http://schemas.microsoft.com/office/drawing/2014/main" id="{5735585D-EF37-2D3F-2DDA-F4903FEB0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6" name="Freeform 142">
              <a:extLst>
                <a:ext uri="{FF2B5EF4-FFF2-40B4-BE49-F238E27FC236}">
                  <a16:creationId xmlns:a16="http://schemas.microsoft.com/office/drawing/2014/main" id="{A0F646A2-EF98-6805-446F-ED6FADE8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7" name="Freeform 143">
              <a:extLst>
                <a:ext uri="{FF2B5EF4-FFF2-40B4-BE49-F238E27FC236}">
                  <a16:creationId xmlns:a16="http://schemas.microsoft.com/office/drawing/2014/main" id="{DA179380-8CC1-D171-74BD-03BCE3D77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8" name="Freeform 144">
              <a:extLst>
                <a:ext uri="{FF2B5EF4-FFF2-40B4-BE49-F238E27FC236}">
                  <a16:creationId xmlns:a16="http://schemas.microsoft.com/office/drawing/2014/main" id="{CCB2E01B-4C08-F2F2-42DB-4182BE78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9" name="Freeform 145">
              <a:extLst>
                <a:ext uri="{FF2B5EF4-FFF2-40B4-BE49-F238E27FC236}">
                  <a16:creationId xmlns:a16="http://schemas.microsoft.com/office/drawing/2014/main" id="{02C521CF-155E-7982-E4D3-31142452D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0" name="Freeform 146">
              <a:extLst>
                <a:ext uri="{FF2B5EF4-FFF2-40B4-BE49-F238E27FC236}">
                  <a16:creationId xmlns:a16="http://schemas.microsoft.com/office/drawing/2014/main" id="{163B77E9-3101-2320-2D74-4B73E2ACF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1" name="Freeform 147">
              <a:extLst>
                <a:ext uri="{FF2B5EF4-FFF2-40B4-BE49-F238E27FC236}">
                  <a16:creationId xmlns:a16="http://schemas.microsoft.com/office/drawing/2014/main" id="{0105A9B9-E4BC-611E-3227-85F1383FB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2" name="Freeform 148">
              <a:extLst>
                <a:ext uri="{FF2B5EF4-FFF2-40B4-BE49-F238E27FC236}">
                  <a16:creationId xmlns:a16="http://schemas.microsoft.com/office/drawing/2014/main" id="{4C9D13FB-1250-F98D-F6B7-709D2FEA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3" name="Rectangle 149">
              <a:extLst>
                <a:ext uri="{FF2B5EF4-FFF2-40B4-BE49-F238E27FC236}">
                  <a16:creationId xmlns:a16="http://schemas.microsoft.com/office/drawing/2014/main" id="{40215551-F06A-4A16-1C3C-E4C8FE00F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4" name="Rectangle 150">
              <a:extLst>
                <a:ext uri="{FF2B5EF4-FFF2-40B4-BE49-F238E27FC236}">
                  <a16:creationId xmlns:a16="http://schemas.microsoft.com/office/drawing/2014/main" id="{23006C02-9D81-9008-CABF-A79CBD88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5" name="Freeform 151">
              <a:extLst>
                <a:ext uri="{FF2B5EF4-FFF2-40B4-BE49-F238E27FC236}">
                  <a16:creationId xmlns:a16="http://schemas.microsoft.com/office/drawing/2014/main" id="{EDD63D7A-3059-5F77-B435-2CE7ED34C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6" name="Freeform 152">
              <a:extLst>
                <a:ext uri="{FF2B5EF4-FFF2-40B4-BE49-F238E27FC236}">
                  <a16:creationId xmlns:a16="http://schemas.microsoft.com/office/drawing/2014/main" id="{90B8A15B-9DCA-46C1-4C83-0B4B19BF0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7" name="Freeform 153">
              <a:extLst>
                <a:ext uri="{FF2B5EF4-FFF2-40B4-BE49-F238E27FC236}">
                  <a16:creationId xmlns:a16="http://schemas.microsoft.com/office/drawing/2014/main" id="{B61B1DAC-0679-4656-8DD5-1BD64987F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8" name="Freeform 154">
              <a:extLst>
                <a:ext uri="{FF2B5EF4-FFF2-40B4-BE49-F238E27FC236}">
                  <a16:creationId xmlns:a16="http://schemas.microsoft.com/office/drawing/2014/main" id="{1EB0157A-A1F0-DCEB-FAC0-5E1F6E88F2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9" name="Freeform 155">
              <a:extLst>
                <a:ext uri="{FF2B5EF4-FFF2-40B4-BE49-F238E27FC236}">
                  <a16:creationId xmlns:a16="http://schemas.microsoft.com/office/drawing/2014/main" id="{34BA9FDC-E3ED-B254-AD2A-0985512F1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0" name="Freeform 156">
              <a:extLst>
                <a:ext uri="{FF2B5EF4-FFF2-40B4-BE49-F238E27FC236}">
                  <a16:creationId xmlns:a16="http://schemas.microsoft.com/office/drawing/2014/main" id="{D3B0E013-BC65-7B11-2F07-720CAB15D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1" name="Freeform 157">
              <a:extLst>
                <a:ext uri="{FF2B5EF4-FFF2-40B4-BE49-F238E27FC236}">
                  <a16:creationId xmlns:a16="http://schemas.microsoft.com/office/drawing/2014/main" id="{7466A9B5-7874-37D9-CDB8-6BF6E30F0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2" name="Freeform 158">
              <a:extLst>
                <a:ext uri="{FF2B5EF4-FFF2-40B4-BE49-F238E27FC236}">
                  <a16:creationId xmlns:a16="http://schemas.microsoft.com/office/drawing/2014/main" id="{0DB3361E-0480-E312-9D29-A3EF29A90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3" name="Freeform 159">
              <a:extLst>
                <a:ext uri="{FF2B5EF4-FFF2-40B4-BE49-F238E27FC236}">
                  <a16:creationId xmlns:a16="http://schemas.microsoft.com/office/drawing/2014/main" id="{FF7969F2-25BA-BC91-F8B1-513DF4EBB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4" name="Freeform 160">
              <a:extLst>
                <a:ext uri="{FF2B5EF4-FFF2-40B4-BE49-F238E27FC236}">
                  <a16:creationId xmlns:a16="http://schemas.microsoft.com/office/drawing/2014/main" id="{A77B9E37-D21B-BA7A-DD2F-B0EDBBCDB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5" name="Rectangle 161">
              <a:extLst>
                <a:ext uri="{FF2B5EF4-FFF2-40B4-BE49-F238E27FC236}">
                  <a16:creationId xmlns:a16="http://schemas.microsoft.com/office/drawing/2014/main" id="{BCB477F2-960B-75E8-05D3-5AD787D07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6" name="Freeform 162">
              <a:extLst>
                <a:ext uri="{FF2B5EF4-FFF2-40B4-BE49-F238E27FC236}">
                  <a16:creationId xmlns:a16="http://schemas.microsoft.com/office/drawing/2014/main" id="{32324E83-E60A-6367-AE11-9FE18FE4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sp>
        <p:nvSpPr>
          <p:cNvPr id="717987" name="Rectangle 163">
            <a:extLst>
              <a:ext uri="{FF2B5EF4-FFF2-40B4-BE49-F238E27FC236}">
                <a16:creationId xmlns:a16="http://schemas.microsoft.com/office/drawing/2014/main" id="{DB140B29-1C99-D675-C8B8-A81FD170BC3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057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988" name="Rectangle 164">
            <a:extLst>
              <a:ext uri="{FF2B5EF4-FFF2-40B4-BE49-F238E27FC236}">
                <a16:creationId xmlns:a16="http://schemas.microsoft.com/office/drawing/2014/main" id="{4D7EEC8A-2D51-E0BF-5D8A-C12C76A0E3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02167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89" name="Rectangle 165">
            <a:extLst>
              <a:ext uri="{FF2B5EF4-FFF2-40B4-BE49-F238E27FC236}">
                <a16:creationId xmlns:a16="http://schemas.microsoft.com/office/drawing/2014/main" id="{FF4DE785-CD44-7018-0917-1477D7F83E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90" name="Rectangle 166">
            <a:extLst>
              <a:ext uri="{FF2B5EF4-FFF2-40B4-BE49-F238E27FC236}">
                <a16:creationId xmlns:a16="http://schemas.microsoft.com/office/drawing/2014/main" id="{BC574B08-7C5B-C907-6FD2-F5A9B63375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1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85F8DBF7-2913-E24A-AF87-4836B974E6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17991" name="Rectangle 167">
            <a:extLst>
              <a:ext uri="{FF2B5EF4-FFF2-40B4-BE49-F238E27FC236}">
                <a16:creationId xmlns:a16="http://schemas.microsoft.com/office/drawing/2014/main" id="{4D951F1A-9A81-79DE-E7F2-5E16B175D189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505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717992" name="Group 168">
            <a:extLst>
              <a:ext uri="{FF2B5EF4-FFF2-40B4-BE49-F238E27FC236}">
                <a16:creationId xmlns:a16="http://schemas.microsoft.com/office/drawing/2014/main" id="{9875E097-5CA4-100F-9C59-076FDEC27E7C}"/>
              </a:ext>
            </a:extLst>
          </p:cNvPr>
          <p:cNvGrpSpPr>
            <a:grpSpLocks/>
          </p:cNvGrpSpPr>
          <p:nvPr/>
        </p:nvGrpSpPr>
        <p:grpSpPr bwMode="auto">
          <a:xfrm>
            <a:off x="203201" y="4724400"/>
            <a:ext cx="2247900" cy="1557338"/>
            <a:chOff x="96" y="2784"/>
            <a:chExt cx="1062" cy="981"/>
          </a:xfrm>
        </p:grpSpPr>
        <p:sp>
          <p:nvSpPr>
            <p:cNvPr id="717993" name="Freeform 169">
              <a:extLst>
                <a:ext uri="{FF2B5EF4-FFF2-40B4-BE49-F238E27FC236}">
                  <a16:creationId xmlns:a16="http://schemas.microsoft.com/office/drawing/2014/main" id="{66605F08-6135-60BF-5CF7-5C49E130F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4" name="Freeform 170">
              <a:extLst>
                <a:ext uri="{FF2B5EF4-FFF2-40B4-BE49-F238E27FC236}">
                  <a16:creationId xmlns:a16="http://schemas.microsoft.com/office/drawing/2014/main" id="{65436C7A-B405-2C0A-4DCA-CF2E39F97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5" name="Freeform 171">
              <a:extLst>
                <a:ext uri="{FF2B5EF4-FFF2-40B4-BE49-F238E27FC236}">
                  <a16:creationId xmlns:a16="http://schemas.microsoft.com/office/drawing/2014/main" id="{4F6AD85F-21D9-CC83-DFDD-562433DB9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6" name="Freeform 172">
              <a:extLst>
                <a:ext uri="{FF2B5EF4-FFF2-40B4-BE49-F238E27FC236}">
                  <a16:creationId xmlns:a16="http://schemas.microsoft.com/office/drawing/2014/main" id="{5CCEA6D5-5A46-7E23-9498-391476823B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7" name="Freeform 173">
              <a:extLst>
                <a:ext uri="{FF2B5EF4-FFF2-40B4-BE49-F238E27FC236}">
                  <a16:creationId xmlns:a16="http://schemas.microsoft.com/office/drawing/2014/main" id="{4D602FCC-82D9-773E-AB84-83CEFE545C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8" name="Freeform 174">
              <a:extLst>
                <a:ext uri="{FF2B5EF4-FFF2-40B4-BE49-F238E27FC236}">
                  <a16:creationId xmlns:a16="http://schemas.microsoft.com/office/drawing/2014/main" id="{CF4488C7-FCB7-57F6-4F8F-DE109B4959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9" name="Freeform 175">
              <a:extLst>
                <a:ext uri="{FF2B5EF4-FFF2-40B4-BE49-F238E27FC236}">
                  <a16:creationId xmlns:a16="http://schemas.microsoft.com/office/drawing/2014/main" id="{05F73827-B12C-EEC5-DFA2-C4E0E5437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0" name="Freeform 176">
              <a:extLst>
                <a:ext uri="{FF2B5EF4-FFF2-40B4-BE49-F238E27FC236}">
                  <a16:creationId xmlns:a16="http://schemas.microsoft.com/office/drawing/2014/main" id="{2FD7E403-9050-1B5E-D2A1-A0203EEE0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1" name="Freeform 177">
              <a:extLst>
                <a:ext uri="{FF2B5EF4-FFF2-40B4-BE49-F238E27FC236}">
                  <a16:creationId xmlns:a16="http://schemas.microsoft.com/office/drawing/2014/main" id="{A1FDE5B2-205B-F385-113B-8663C04B7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2" name="Freeform 178">
              <a:extLst>
                <a:ext uri="{FF2B5EF4-FFF2-40B4-BE49-F238E27FC236}">
                  <a16:creationId xmlns:a16="http://schemas.microsoft.com/office/drawing/2014/main" id="{C9638C3E-4262-24FD-1CD1-88D789344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3" name="Freeform 179">
              <a:extLst>
                <a:ext uri="{FF2B5EF4-FFF2-40B4-BE49-F238E27FC236}">
                  <a16:creationId xmlns:a16="http://schemas.microsoft.com/office/drawing/2014/main" id="{6D4166C2-4459-8D05-17B9-3769A506A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4" name="Freeform 180">
              <a:extLst>
                <a:ext uri="{FF2B5EF4-FFF2-40B4-BE49-F238E27FC236}">
                  <a16:creationId xmlns:a16="http://schemas.microsoft.com/office/drawing/2014/main" id="{32D06B5B-915B-614F-A004-DDC3D7DDC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5" name="Freeform 181">
              <a:extLst>
                <a:ext uri="{FF2B5EF4-FFF2-40B4-BE49-F238E27FC236}">
                  <a16:creationId xmlns:a16="http://schemas.microsoft.com/office/drawing/2014/main" id="{E922738C-70F2-D2D5-E483-F3150921C5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</p:spTree>
    <p:extLst>
      <p:ext uri="{BB962C8B-B14F-4D97-AF65-F5344CB8AC3E}">
        <p14:creationId xmlns:p14="http://schemas.microsoft.com/office/powerpoint/2010/main" val="26756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B87E-AA1D-FA73-F88B-0DF8BD42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5EC2-AF23-0F5B-41DB-1312863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C2A2-2193-B05D-E49A-6EDB5AA8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ACB9C-0FB2-F372-FCC3-2ABC42D3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0E510-2A51-C550-212F-3D8D8AEA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F2EF5-AC1C-4449-BB65-65BBA51446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56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4B2E-EBC3-F1E6-6DBE-7455F266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6DD39-0EA9-043D-7A19-078B4CFA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D77C-1C70-C584-6936-21964E1A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2126-D9B6-1147-8B34-401CDBB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D2D9-2AE3-1479-2C67-FB4EE6C7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D7E25-051D-4D4E-AFA0-5347260ABF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09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424-073E-F0BB-3C56-7DBA820B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73F2-D56D-D4B7-1613-E846A13DC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549E8-0A55-60C3-61CB-4A4BC22D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93BBD-0E32-64E0-A03A-1257A328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F357-5ACA-69B6-A255-092C7EE6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B047F-958D-990D-F298-1B5B3300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F4894-0BB2-AA44-86D0-D06D65118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07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9AE7-58B3-2D5D-0426-F57E9C6B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C2040-1760-61FE-2B76-E3252AE4C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C143-64E0-AACC-BE73-B99B64424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859EF-849F-0426-7DBE-51E483188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FD4B7-E6EF-A816-CD33-449FAFE91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60BB8-63EA-16A8-A7EC-ADAB265E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BD1D5-51D3-CB88-BE10-41EA4C3F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F502D-C19D-B65A-C98E-61B541E2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7A757-7D90-6F43-8154-A09E73F77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51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6910-7464-A3AB-FA2F-498FE3F0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A985A-3DEC-6E67-36E9-30C1786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DFE4-E48A-321C-7784-4379FD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FF6A2-279F-54BE-D7AC-A089455E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07E32-255A-7F46-8C01-18E2596FD8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41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BDD8F-DC41-ECFC-478F-876C25DB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DF32-16B6-8366-1053-291EA0F3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0BA77-347A-2824-BB93-3EAFAB22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8D522-C27F-6443-AD15-7A8B4A87D7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807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288-76C0-1ABD-7284-8131DC99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5841-BFA2-3D9C-0E1F-9F5A9627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567CF-1522-611D-5233-1BBE81AEF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0EE05-2660-3406-05BF-C661730D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5FD1-E958-D43E-C5A8-1EE02039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7858-3363-EC1F-2209-B97D049A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F168F-7DF9-9640-B9EA-983A826958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01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7099-4786-3218-05F8-5104C3B9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D92CA-6E12-992E-7886-14B6B4931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6A09-B2FD-26D7-1CA8-E77CE23C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3A1E5-BC5A-896B-BFE7-C69CA936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E15E1-517F-51C4-A46A-B5DDCFA5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D49E-2BBB-4C20-7DE2-57724A33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4AFDA-2072-0F4A-943A-E5FF23783E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927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D4E-E9B3-068C-1E45-905B36FB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E435-EEBF-72DF-C2D8-6B784F96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E355-DED8-E06C-1E62-03EBB950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A3FD-6263-F1D5-EBBB-BE285C42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3A41F-ED8C-5E34-25A0-C62F668D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5D42D-1C36-C74F-AB4D-E287D402DF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55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20811-AC5E-5995-7396-B0228261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38685" y="228601"/>
            <a:ext cx="2846916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42B8-A83A-6661-CF2D-FDE5D65AF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7934" y="228601"/>
            <a:ext cx="8337551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E28A-897F-86F3-5242-2A60EB7B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9460E-DF10-3113-FFBD-42F4DE8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CF7C-61FC-A58A-7C3B-0F13C544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F6806-2704-DF48-8412-09F4B237F0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909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186C7F7A-3672-C157-450A-A4FA03E177A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F59E6FF-D488-A0FA-92C8-AEDF1D4CFD6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1204" name="Rectangle 4">
            <a:extLst>
              <a:ext uri="{FF2B5EF4-FFF2-40B4-BE49-F238E27FC236}">
                <a16:creationId xmlns:a16="http://schemas.microsoft.com/office/drawing/2014/main" id="{2347976A-A113-AE74-3A44-48F4DA446B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5" name="Rectangle 5">
            <a:extLst>
              <a:ext uri="{FF2B5EF4-FFF2-40B4-BE49-F238E27FC236}">
                <a16:creationId xmlns:a16="http://schemas.microsoft.com/office/drawing/2014/main" id="{D3728A0B-9A0E-1DA4-B261-481BF33CDC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6" name="Rectangle 6">
            <a:extLst>
              <a:ext uri="{FF2B5EF4-FFF2-40B4-BE49-F238E27FC236}">
                <a16:creationId xmlns:a16="http://schemas.microsoft.com/office/drawing/2014/main" id="{1ED8DAD7-4151-8D7A-B02B-D815C1543A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3AD4068-E341-B64E-B28D-2D0A69F4B5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142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6A89-E29B-72F6-FBEF-49A8C7DD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94DB-79F6-8FBC-56B5-6DEDBD46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2C45-A272-A7ED-0827-4E899F6B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92FD-423B-7E0E-A209-F1F7AEEB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654C-43F1-97A0-A528-8EEE0BCA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05CB3-9320-1243-827C-B11A43FF0C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766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1A3F-C3F2-403B-644F-74F113D8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5B85-4E68-1170-C66D-7DD8A3849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F974-F63F-FEF1-23C4-2DB4BBFE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A657-0900-6D30-B907-EF6C936A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398D0-DCA1-CC10-0010-2956828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0CA5E-E6C0-664E-A408-3F855FB05C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67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D5EA-C1E6-5702-BDF0-C06EDC5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5A70-D7E3-945F-F5D1-C87765C6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D8DF6-F6AF-96F4-A764-AE754E04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D6E1-4888-DAED-C120-341F53F4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69A36-4159-C838-4E90-4ADD2ABC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7C9B-AABD-6EF2-E18E-34C4CB3A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46929-A45E-3C47-8E28-3E96E5215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340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621E-6F3D-A240-A7EE-33CCA5F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A7B7E-F3E7-1DAC-6A60-F091A15B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BABF5-E648-96F4-F682-A1929713B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29371-66B4-EFE0-019A-80533CC3E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B1A89-8908-16C2-1E27-CA131FC53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74F1-8A64-104E-00E3-7B93BF02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2BB17-5872-B03D-8913-A35E111C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E6FC4-53BE-2155-6582-073DF31E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5024C-D708-B14A-8517-88F5421420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748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B619-7637-94B5-9C7B-6EAA7ED8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3B473-72D3-62E7-5B24-997DD3DF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6DEBB-5CAE-DF5F-58F4-7DCA4F4E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62B67-ABE2-9752-AC32-E3E114D6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3EFFC-141E-6747-A4E0-E31B43D7E3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714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B13B7-FDD1-1A86-C2CA-34C76CC6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32793-D30E-D3C2-A32C-CB61AFC1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9A4D-5086-7A54-ECA8-4DB27A06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027F7-2A7F-6E43-98D8-279AA91E0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0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A41A-2F36-FE49-003F-92C76BEA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13F2-C526-0569-80BF-7B5FC3B6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B3DB9-3B97-F557-52D6-1BC25A5C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0E9C-79F9-C9D0-6A24-B9F8B47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66B4-A6EF-22EC-BFFB-8DF7AC5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40B79-2CE8-9575-1BF3-D3B747FF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75A2-63E3-FD47-87A6-D30C70A6B3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734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43EC-5C66-7E04-D74E-69C7A29F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B6BA-ECB1-5652-D1D4-2BB92FA92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F5EB3-5F7D-B808-E91D-205D13EB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45F0B-BDD4-D2D4-A283-ADF02FA4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0278-BC76-5465-0911-B6D7AEED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9FDE3-B304-7B80-4EBF-F2D364D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BFC06-049B-D543-A017-216BDE13A9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1264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0FC4-B15E-1DFC-25E0-5F3F97C9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1703E-4C23-9CAA-55B4-45E0FA4A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078C-7827-97A8-5336-B0593E23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1C64-2EE0-FCFE-6C9B-C77EFA53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F072-1D94-544C-0BAF-208FD927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E19B0-6EFE-F74B-AADA-B07AFA8BC4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531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6325D-1471-165B-426D-06289DD3C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2918" y="609601"/>
            <a:ext cx="2846916" cy="5489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B3852-6EE6-4B27-83B6-A5C88A89F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2167" y="609601"/>
            <a:ext cx="8337551" cy="5489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E3F2-7B43-AE0E-E140-A0444E3F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5581-BD12-2083-9A77-4B6DE046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481A-4782-1169-3908-CC99226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0D1F0-4DEB-A945-8B45-34AD03AAA9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70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897D-0F90-0659-3780-5C5ECEC2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5285-6F65-DEF7-6D8F-9E0B25C43F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B0926-3FC5-23BB-7896-C6C13BC48F4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918245-9BCA-388F-68E1-2AF8BD4704B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31CBD-1F56-1BFA-7F57-997B66ED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11C413-4B9C-CBEC-693C-114856A7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A51177-8BCC-8876-B86D-CED12971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0FD93ACA-2F3A-F943-A960-3772800BE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299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4AD019-6E9E-8A71-BFF2-29EC4FEDB0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2167" y="609601"/>
            <a:ext cx="11387667" cy="548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90BD-83C9-2A00-59EA-EBB3C4A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A281-A1FF-9A08-37E3-EFBD8354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AE28A-7C5B-265B-768C-8CC33E3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F5DEA3FC-76CA-C14D-8DAA-C8576370D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458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AAF4-F4BA-D42E-FB20-F74D99A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30CB3-EBBD-B44F-A8D6-C1BF0725F4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EFFA-54F6-0010-24E4-21C7C963F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595E-18C4-AEAF-C09F-ABC83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3733-6AF4-BA38-7E71-0B6ED4D5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C35C-2267-A76F-A852-9CDD9E05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B3A132B0-7B24-744A-AEA0-5E11439EB4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8977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5D1D-B071-1DA7-BAD6-683EA2C0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2193215-6461-6D63-B6DC-3B860CBEEDD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02167" y="1905001"/>
            <a:ext cx="11387667" cy="4194175"/>
          </a:xfrm>
        </p:spPr>
        <p:txBody>
          <a:bodyPr/>
          <a:lstStyle/>
          <a:p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81E4-CF86-1A15-A217-017DA98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4487-BB9E-FDD3-7735-63737F51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BEE-5E3C-3692-1813-93CDFE1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CDAF3AAD-DBEC-484D-B20C-A257783D41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24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02" name="Group 2">
            <a:extLst>
              <a:ext uri="{FF2B5EF4-FFF2-40B4-BE49-F238E27FC236}">
                <a16:creationId xmlns:a16="http://schemas.microsoft.com/office/drawing/2014/main" id="{C68D60FD-586E-C2C1-CB1A-44D5EA40E256}"/>
              </a:ext>
            </a:extLst>
          </p:cNvPr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349" y="23"/>
            <a:chExt cx="4971" cy="4297"/>
          </a:xfrm>
        </p:grpSpPr>
        <p:sp>
          <p:nvSpPr>
            <p:cNvPr id="716803" name="Rectangle 3">
              <a:extLst>
                <a:ext uri="{FF2B5EF4-FFF2-40B4-BE49-F238E27FC236}">
                  <a16:creationId xmlns:a16="http://schemas.microsoft.com/office/drawing/2014/main" id="{DA9366E5-86A0-2345-0D58-A6C11F777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4" name="Freeform 4">
              <a:extLst>
                <a:ext uri="{FF2B5EF4-FFF2-40B4-BE49-F238E27FC236}">
                  <a16:creationId xmlns:a16="http://schemas.microsoft.com/office/drawing/2014/main" id="{A07C4E15-89CF-F361-0F82-77A7AC8AC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5" name="Freeform 5">
              <a:extLst>
                <a:ext uri="{FF2B5EF4-FFF2-40B4-BE49-F238E27FC236}">
                  <a16:creationId xmlns:a16="http://schemas.microsoft.com/office/drawing/2014/main" id="{EF54B494-29EB-048B-3EFC-BD122CA68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6" name="Freeform 6">
              <a:extLst>
                <a:ext uri="{FF2B5EF4-FFF2-40B4-BE49-F238E27FC236}">
                  <a16:creationId xmlns:a16="http://schemas.microsoft.com/office/drawing/2014/main" id="{90B7024B-4011-469D-93F1-6E90442B0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7" name="Freeform 7">
              <a:extLst>
                <a:ext uri="{FF2B5EF4-FFF2-40B4-BE49-F238E27FC236}">
                  <a16:creationId xmlns:a16="http://schemas.microsoft.com/office/drawing/2014/main" id="{51123891-A44B-0427-E25D-C81762F70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8" name="Freeform 8">
              <a:extLst>
                <a:ext uri="{FF2B5EF4-FFF2-40B4-BE49-F238E27FC236}">
                  <a16:creationId xmlns:a16="http://schemas.microsoft.com/office/drawing/2014/main" id="{B5D167FC-3CB7-E5A1-5D46-798936BAF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9" name="Freeform 9">
              <a:extLst>
                <a:ext uri="{FF2B5EF4-FFF2-40B4-BE49-F238E27FC236}">
                  <a16:creationId xmlns:a16="http://schemas.microsoft.com/office/drawing/2014/main" id="{6E7B44DD-8375-BDBF-FCA0-085DE00AE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0" name="Freeform 10">
              <a:extLst>
                <a:ext uri="{FF2B5EF4-FFF2-40B4-BE49-F238E27FC236}">
                  <a16:creationId xmlns:a16="http://schemas.microsoft.com/office/drawing/2014/main" id="{633C53D5-D3E0-99BB-8E1C-DB4E0B4C3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1" name="Freeform 11">
              <a:extLst>
                <a:ext uri="{FF2B5EF4-FFF2-40B4-BE49-F238E27FC236}">
                  <a16:creationId xmlns:a16="http://schemas.microsoft.com/office/drawing/2014/main" id="{5674B5A8-B1F2-7E69-6B71-4AC89C406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2" name="Freeform 12">
              <a:extLst>
                <a:ext uri="{FF2B5EF4-FFF2-40B4-BE49-F238E27FC236}">
                  <a16:creationId xmlns:a16="http://schemas.microsoft.com/office/drawing/2014/main" id="{42515EB3-2034-9712-048A-27B36067D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3" name="Freeform 13">
              <a:extLst>
                <a:ext uri="{FF2B5EF4-FFF2-40B4-BE49-F238E27FC236}">
                  <a16:creationId xmlns:a16="http://schemas.microsoft.com/office/drawing/2014/main" id="{E78819EC-3580-37C6-AE43-0FCA459CA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4" name="Rectangle 14">
              <a:extLst>
                <a:ext uri="{FF2B5EF4-FFF2-40B4-BE49-F238E27FC236}">
                  <a16:creationId xmlns:a16="http://schemas.microsoft.com/office/drawing/2014/main" id="{9DB952B3-B387-B2A6-9C88-11BB4C63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5" name="Rectangle 15">
              <a:extLst>
                <a:ext uri="{FF2B5EF4-FFF2-40B4-BE49-F238E27FC236}">
                  <a16:creationId xmlns:a16="http://schemas.microsoft.com/office/drawing/2014/main" id="{A015EA66-E02A-A8B0-E447-32ED121A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6" name="Freeform 16">
              <a:extLst>
                <a:ext uri="{FF2B5EF4-FFF2-40B4-BE49-F238E27FC236}">
                  <a16:creationId xmlns:a16="http://schemas.microsoft.com/office/drawing/2014/main" id="{D1E4E197-DD66-7525-7E17-83C847AFC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7" name="Freeform 17">
              <a:extLst>
                <a:ext uri="{FF2B5EF4-FFF2-40B4-BE49-F238E27FC236}">
                  <a16:creationId xmlns:a16="http://schemas.microsoft.com/office/drawing/2014/main" id="{8C32310A-2E9B-B501-9906-C477125C3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8" name="Freeform 18">
              <a:extLst>
                <a:ext uri="{FF2B5EF4-FFF2-40B4-BE49-F238E27FC236}">
                  <a16:creationId xmlns:a16="http://schemas.microsoft.com/office/drawing/2014/main" id="{13A5D2A3-C872-6D55-13B7-86EBFAB1C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9" name="Freeform 19">
              <a:extLst>
                <a:ext uri="{FF2B5EF4-FFF2-40B4-BE49-F238E27FC236}">
                  <a16:creationId xmlns:a16="http://schemas.microsoft.com/office/drawing/2014/main" id="{DAC83C30-07C5-F4D4-9A11-D052B41DA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0" name="Freeform 20">
              <a:extLst>
                <a:ext uri="{FF2B5EF4-FFF2-40B4-BE49-F238E27FC236}">
                  <a16:creationId xmlns:a16="http://schemas.microsoft.com/office/drawing/2014/main" id="{F66623C8-E671-31C0-D863-C61DDB283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1" name="Freeform 21">
              <a:extLst>
                <a:ext uri="{FF2B5EF4-FFF2-40B4-BE49-F238E27FC236}">
                  <a16:creationId xmlns:a16="http://schemas.microsoft.com/office/drawing/2014/main" id="{1538BA6C-A715-8276-A1ED-058F81A9DB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2" name="Freeform 22">
              <a:extLst>
                <a:ext uri="{FF2B5EF4-FFF2-40B4-BE49-F238E27FC236}">
                  <a16:creationId xmlns:a16="http://schemas.microsoft.com/office/drawing/2014/main" id="{AD89777A-AC13-DA68-A20E-059B646F6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3" name="Freeform 23">
              <a:extLst>
                <a:ext uri="{FF2B5EF4-FFF2-40B4-BE49-F238E27FC236}">
                  <a16:creationId xmlns:a16="http://schemas.microsoft.com/office/drawing/2014/main" id="{76F4714A-75D4-1952-5392-B87EBFA8B8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4" name="Freeform 24">
              <a:extLst>
                <a:ext uri="{FF2B5EF4-FFF2-40B4-BE49-F238E27FC236}">
                  <a16:creationId xmlns:a16="http://schemas.microsoft.com/office/drawing/2014/main" id="{65B584F1-8210-11D8-FEFA-23FC8DA43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5" name="Freeform 25">
              <a:extLst>
                <a:ext uri="{FF2B5EF4-FFF2-40B4-BE49-F238E27FC236}">
                  <a16:creationId xmlns:a16="http://schemas.microsoft.com/office/drawing/2014/main" id="{DBA75E5C-7B14-4681-7676-D2068BE5B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6" name="Rectangle 26">
              <a:extLst>
                <a:ext uri="{FF2B5EF4-FFF2-40B4-BE49-F238E27FC236}">
                  <a16:creationId xmlns:a16="http://schemas.microsoft.com/office/drawing/2014/main" id="{CADFBE1D-2E6E-F1F1-EB1B-CE3E94030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7" name="Rectangle 27">
              <a:extLst>
                <a:ext uri="{FF2B5EF4-FFF2-40B4-BE49-F238E27FC236}">
                  <a16:creationId xmlns:a16="http://schemas.microsoft.com/office/drawing/2014/main" id="{3D046381-6830-3758-ED86-779C4C15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8" name="Freeform 28">
              <a:extLst>
                <a:ext uri="{FF2B5EF4-FFF2-40B4-BE49-F238E27FC236}">
                  <a16:creationId xmlns:a16="http://schemas.microsoft.com/office/drawing/2014/main" id="{425571C9-94B4-1770-9511-D7A3CDA4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9" name="Freeform 29">
              <a:extLst>
                <a:ext uri="{FF2B5EF4-FFF2-40B4-BE49-F238E27FC236}">
                  <a16:creationId xmlns:a16="http://schemas.microsoft.com/office/drawing/2014/main" id="{2FD1BE25-44E9-4825-AD4A-9540859C8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0" name="Freeform 30">
              <a:extLst>
                <a:ext uri="{FF2B5EF4-FFF2-40B4-BE49-F238E27FC236}">
                  <a16:creationId xmlns:a16="http://schemas.microsoft.com/office/drawing/2014/main" id="{15A4B0F5-510B-5445-3485-BF55910EF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1" name="Freeform 31">
              <a:extLst>
                <a:ext uri="{FF2B5EF4-FFF2-40B4-BE49-F238E27FC236}">
                  <a16:creationId xmlns:a16="http://schemas.microsoft.com/office/drawing/2014/main" id="{08029C72-1C1A-E953-FDC3-A6845E185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2" name="Freeform 32">
              <a:extLst>
                <a:ext uri="{FF2B5EF4-FFF2-40B4-BE49-F238E27FC236}">
                  <a16:creationId xmlns:a16="http://schemas.microsoft.com/office/drawing/2014/main" id="{E1B370B3-1613-46B3-92FE-E21A91CC5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3" name="Freeform 33">
              <a:extLst>
                <a:ext uri="{FF2B5EF4-FFF2-40B4-BE49-F238E27FC236}">
                  <a16:creationId xmlns:a16="http://schemas.microsoft.com/office/drawing/2014/main" id="{9528ACAA-4F60-B914-A311-281DD13402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4" name="Freeform 34">
              <a:extLst>
                <a:ext uri="{FF2B5EF4-FFF2-40B4-BE49-F238E27FC236}">
                  <a16:creationId xmlns:a16="http://schemas.microsoft.com/office/drawing/2014/main" id="{1F1327E4-1E8C-7066-726D-F9AD17ED6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5" name="Freeform 35">
              <a:extLst>
                <a:ext uri="{FF2B5EF4-FFF2-40B4-BE49-F238E27FC236}">
                  <a16:creationId xmlns:a16="http://schemas.microsoft.com/office/drawing/2014/main" id="{E44A11C1-BB13-7C38-9B4B-8B15152B3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6" name="Freeform 36">
              <a:extLst>
                <a:ext uri="{FF2B5EF4-FFF2-40B4-BE49-F238E27FC236}">
                  <a16:creationId xmlns:a16="http://schemas.microsoft.com/office/drawing/2014/main" id="{44E06806-3D72-77BD-C9CC-DBA3362AF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7" name="Freeform 37">
              <a:extLst>
                <a:ext uri="{FF2B5EF4-FFF2-40B4-BE49-F238E27FC236}">
                  <a16:creationId xmlns:a16="http://schemas.microsoft.com/office/drawing/2014/main" id="{8EEA96C4-FE4B-303E-C94E-EAF9083E5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8" name="Rectangle 38">
              <a:extLst>
                <a:ext uri="{FF2B5EF4-FFF2-40B4-BE49-F238E27FC236}">
                  <a16:creationId xmlns:a16="http://schemas.microsoft.com/office/drawing/2014/main" id="{49984946-F2E0-B14A-CF24-D451C895D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9" name="Rectangle 39">
              <a:extLst>
                <a:ext uri="{FF2B5EF4-FFF2-40B4-BE49-F238E27FC236}">
                  <a16:creationId xmlns:a16="http://schemas.microsoft.com/office/drawing/2014/main" id="{8CE5EEC9-2184-9338-BA3E-0EC9F6082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0" name="Freeform 40">
              <a:extLst>
                <a:ext uri="{FF2B5EF4-FFF2-40B4-BE49-F238E27FC236}">
                  <a16:creationId xmlns:a16="http://schemas.microsoft.com/office/drawing/2014/main" id="{C3E87298-78C1-8FFE-356E-DB30E996B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1" name="Freeform 41">
              <a:extLst>
                <a:ext uri="{FF2B5EF4-FFF2-40B4-BE49-F238E27FC236}">
                  <a16:creationId xmlns:a16="http://schemas.microsoft.com/office/drawing/2014/main" id="{FC835347-D235-3CCC-CAB2-EFCBEF31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2" name="Freeform 42">
              <a:extLst>
                <a:ext uri="{FF2B5EF4-FFF2-40B4-BE49-F238E27FC236}">
                  <a16:creationId xmlns:a16="http://schemas.microsoft.com/office/drawing/2014/main" id="{33F4DA74-5C8B-04F7-6F08-529C61B92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3" name="Freeform 43">
              <a:extLst>
                <a:ext uri="{FF2B5EF4-FFF2-40B4-BE49-F238E27FC236}">
                  <a16:creationId xmlns:a16="http://schemas.microsoft.com/office/drawing/2014/main" id="{BF0C5109-A7F7-8B4E-CA3C-4CA0323E0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4" name="Freeform 44">
              <a:extLst>
                <a:ext uri="{FF2B5EF4-FFF2-40B4-BE49-F238E27FC236}">
                  <a16:creationId xmlns:a16="http://schemas.microsoft.com/office/drawing/2014/main" id="{076B5568-348E-814C-BE8B-4EC8C0AC9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5" name="Freeform 45">
              <a:extLst>
                <a:ext uri="{FF2B5EF4-FFF2-40B4-BE49-F238E27FC236}">
                  <a16:creationId xmlns:a16="http://schemas.microsoft.com/office/drawing/2014/main" id="{7286DF58-BAED-9137-A506-8CF52FA4F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6" name="Freeform 46">
              <a:extLst>
                <a:ext uri="{FF2B5EF4-FFF2-40B4-BE49-F238E27FC236}">
                  <a16:creationId xmlns:a16="http://schemas.microsoft.com/office/drawing/2014/main" id="{A0AAE037-1305-D7AD-46E6-8A76E869E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7" name="Freeform 47">
              <a:extLst>
                <a:ext uri="{FF2B5EF4-FFF2-40B4-BE49-F238E27FC236}">
                  <a16:creationId xmlns:a16="http://schemas.microsoft.com/office/drawing/2014/main" id="{F3B42FA7-9722-DE94-0FD3-05C367E41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8" name="Freeform 48">
              <a:extLst>
                <a:ext uri="{FF2B5EF4-FFF2-40B4-BE49-F238E27FC236}">
                  <a16:creationId xmlns:a16="http://schemas.microsoft.com/office/drawing/2014/main" id="{FF2833A6-BEF9-132D-7431-BC4DFBF33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9" name="Freeform 49">
              <a:extLst>
                <a:ext uri="{FF2B5EF4-FFF2-40B4-BE49-F238E27FC236}">
                  <a16:creationId xmlns:a16="http://schemas.microsoft.com/office/drawing/2014/main" id="{EB72BB3D-604C-2C5B-5850-312DF42F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0" name="Rectangle 50">
              <a:extLst>
                <a:ext uri="{FF2B5EF4-FFF2-40B4-BE49-F238E27FC236}">
                  <a16:creationId xmlns:a16="http://schemas.microsoft.com/office/drawing/2014/main" id="{6DFA3506-BB4F-2427-2A56-CE0B93992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1" name="Rectangle 51">
              <a:extLst>
                <a:ext uri="{FF2B5EF4-FFF2-40B4-BE49-F238E27FC236}">
                  <a16:creationId xmlns:a16="http://schemas.microsoft.com/office/drawing/2014/main" id="{FF61890D-B8C4-9A21-03C2-39BB243E3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2" name="Freeform 52">
              <a:extLst>
                <a:ext uri="{FF2B5EF4-FFF2-40B4-BE49-F238E27FC236}">
                  <a16:creationId xmlns:a16="http://schemas.microsoft.com/office/drawing/2014/main" id="{BD324485-C8DD-13D7-D091-25250F2944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3" name="Freeform 53">
              <a:extLst>
                <a:ext uri="{FF2B5EF4-FFF2-40B4-BE49-F238E27FC236}">
                  <a16:creationId xmlns:a16="http://schemas.microsoft.com/office/drawing/2014/main" id="{916E4DBB-A12A-00A7-DD82-B07F844FBD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4" name="Freeform 54">
              <a:extLst>
                <a:ext uri="{FF2B5EF4-FFF2-40B4-BE49-F238E27FC236}">
                  <a16:creationId xmlns:a16="http://schemas.microsoft.com/office/drawing/2014/main" id="{69ACBBFA-D4BD-1216-54EC-522787EE1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5" name="Freeform 55">
              <a:extLst>
                <a:ext uri="{FF2B5EF4-FFF2-40B4-BE49-F238E27FC236}">
                  <a16:creationId xmlns:a16="http://schemas.microsoft.com/office/drawing/2014/main" id="{003042DD-BCD9-BF6B-4FA8-D4A7302C8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6" name="Freeform 56">
              <a:extLst>
                <a:ext uri="{FF2B5EF4-FFF2-40B4-BE49-F238E27FC236}">
                  <a16:creationId xmlns:a16="http://schemas.microsoft.com/office/drawing/2014/main" id="{DD401D69-DC66-C993-C049-38FDD4C945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7" name="Freeform 57">
              <a:extLst>
                <a:ext uri="{FF2B5EF4-FFF2-40B4-BE49-F238E27FC236}">
                  <a16:creationId xmlns:a16="http://schemas.microsoft.com/office/drawing/2014/main" id="{BEECC1B5-9CD9-E01B-E5C9-DAF157EBE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8" name="Freeform 58">
              <a:extLst>
                <a:ext uri="{FF2B5EF4-FFF2-40B4-BE49-F238E27FC236}">
                  <a16:creationId xmlns:a16="http://schemas.microsoft.com/office/drawing/2014/main" id="{06ABD003-691A-9F95-45A1-21389FAF20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9" name="Freeform 59">
              <a:extLst>
                <a:ext uri="{FF2B5EF4-FFF2-40B4-BE49-F238E27FC236}">
                  <a16:creationId xmlns:a16="http://schemas.microsoft.com/office/drawing/2014/main" id="{A220DEE4-3977-F7E8-71FE-AB8966253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0" name="Freeform 60">
              <a:extLst>
                <a:ext uri="{FF2B5EF4-FFF2-40B4-BE49-F238E27FC236}">
                  <a16:creationId xmlns:a16="http://schemas.microsoft.com/office/drawing/2014/main" id="{E79A6327-7ECF-4B96-ADC4-EA6DDBF37B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1" name="Freeform 61">
              <a:extLst>
                <a:ext uri="{FF2B5EF4-FFF2-40B4-BE49-F238E27FC236}">
                  <a16:creationId xmlns:a16="http://schemas.microsoft.com/office/drawing/2014/main" id="{20D59FED-29AE-6A76-D8D8-F346FA511C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2" name="Rectangle 62">
              <a:extLst>
                <a:ext uri="{FF2B5EF4-FFF2-40B4-BE49-F238E27FC236}">
                  <a16:creationId xmlns:a16="http://schemas.microsoft.com/office/drawing/2014/main" id="{D58B2B5A-47A9-34BF-7696-E3360CA95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3" name="Rectangle 63">
              <a:extLst>
                <a:ext uri="{FF2B5EF4-FFF2-40B4-BE49-F238E27FC236}">
                  <a16:creationId xmlns:a16="http://schemas.microsoft.com/office/drawing/2014/main" id="{E8DD3CFC-1236-4B84-D82C-217DC3A9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4" name="Freeform 64">
              <a:extLst>
                <a:ext uri="{FF2B5EF4-FFF2-40B4-BE49-F238E27FC236}">
                  <a16:creationId xmlns:a16="http://schemas.microsoft.com/office/drawing/2014/main" id="{91C4D251-AA6E-377E-C349-63A26E437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5" name="Freeform 65">
              <a:extLst>
                <a:ext uri="{FF2B5EF4-FFF2-40B4-BE49-F238E27FC236}">
                  <a16:creationId xmlns:a16="http://schemas.microsoft.com/office/drawing/2014/main" id="{F82A333C-81D4-BB6D-C184-77A54A9FF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6" name="Freeform 66">
              <a:extLst>
                <a:ext uri="{FF2B5EF4-FFF2-40B4-BE49-F238E27FC236}">
                  <a16:creationId xmlns:a16="http://schemas.microsoft.com/office/drawing/2014/main" id="{B9D57395-E0EB-6027-C1E5-14D54315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7" name="Freeform 67">
              <a:extLst>
                <a:ext uri="{FF2B5EF4-FFF2-40B4-BE49-F238E27FC236}">
                  <a16:creationId xmlns:a16="http://schemas.microsoft.com/office/drawing/2014/main" id="{DE00F9B1-25DD-57D1-B19E-D903CA4CB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8" name="Freeform 68">
              <a:extLst>
                <a:ext uri="{FF2B5EF4-FFF2-40B4-BE49-F238E27FC236}">
                  <a16:creationId xmlns:a16="http://schemas.microsoft.com/office/drawing/2014/main" id="{CE2D6C38-C5F9-4489-B7E1-9794552A5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9" name="Freeform 69">
              <a:extLst>
                <a:ext uri="{FF2B5EF4-FFF2-40B4-BE49-F238E27FC236}">
                  <a16:creationId xmlns:a16="http://schemas.microsoft.com/office/drawing/2014/main" id="{88B283A2-3B1E-D9C4-A05F-F8ECC60577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0" name="Freeform 70">
              <a:extLst>
                <a:ext uri="{FF2B5EF4-FFF2-40B4-BE49-F238E27FC236}">
                  <a16:creationId xmlns:a16="http://schemas.microsoft.com/office/drawing/2014/main" id="{FE89FE78-5F02-E05C-AC19-057E721FE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1" name="Freeform 71">
              <a:extLst>
                <a:ext uri="{FF2B5EF4-FFF2-40B4-BE49-F238E27FC236}">
                  <a16:creationId xmlns:a16="http://schemas.microsoft.com/office/drawing/2014/main" id="{32396D97-1D88-7462-1837-FC49D959E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2" name="Freeform 72">
              <a:extLst>
                <a:ext uri="{FF2B5EF4-FFF2-40B4-BE49-F238E27FC236}">
                  <a16:creationId xmlns:a16="http://schemas.microsoft.com/office/drawing/2014/main" id="{584CEB98-9D51-C088-0877-B94FA347B4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3" name="Freeform 73">
              <a:extLst>
                <a:ext uri="{FF2B5EF4-FFF2-40B4-BE49-F238E27FC236}">
                  <a16:creationId xmlns:a16="http://schemas.microsoft.com/office/drawing/2014/main" id="{BEB0FAF5-43A1-24F1-BD5C-2F8BEC89F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4" name="Rectangle 74">
              <a:extLst>
                <a:ext uri="{FF2B5EF4-FFF2-40B4-BE49-F238E27FC236}">
                  <a16:creationId xmlns:a16="http://schemas.microsoft.com/office/drawing/2014/main" id="{075138D6-569C-7C73-A190-8335D9AD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5" name="Rectangle 75">
              <a:extLst>
                <a:ext uri="{FF2B5EF4-FFF2-40B4-BE49-F238E27FC236}">
                  <a16:creationId xmlns:a16="http://schemas.microsoft.com/office/drawing/2014/main" id="{9FBCFE5E-6EA0-9504-BAC9-A8920A8D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6" name="Freeform 76">
              <a:extLst>
                <a:ext uri="{FF2B5EF4-FFF2-40B4-BE49-F238E27FC236}">
                  <a16:creationId xmlns:a16="http://schemas.microsoft.com/office/drawing/2014/main" id="{BC9ABE9E-B9D9-72D7-61D7-0B0DAB24F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7" name="Freeform 77">
              <a:extLst>
                <a:ext uri="{FF2B5EF4-FFF2-40B4-BE49-F238E27FC236}">
                  <a16:creationId xmlns:a16="http://schemas.microsoft.com/office/drawing/2014/main" id="{C577E2FD-1E27-8C9B-003B-7515D3E1DD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8" name="Freeform 78">
              <a:extLst>
                <a:ext uri="{FF2B5EF4-FFF2-40B4-BE49-F238E27FC236}">
                  <a16:creationId xmlns:a16="http://schemas.microsoft.com/office/drawing/2014/main" id="{8D4C21AE-556F-9901-CB2F-E16032B4C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9" name="Freeform 79">
              <a:extLst>
                <a:ext uri="{FF2B5EF4-FFF2-40B4-BE49-F238E27FC236}">
                  <a16:creationId xmlns:a16="http://schemas.microsoft.com/office/drawing/2014/main" id="{D699101B-5BA9-D5C4-6F0C-13DB4D38B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0" name="Freeform 80">
              <a:extLst>
                <a:ext uri="{FF2B5EF4-FFF2-40B4-BE49-F238E27FC236}">
                  <a16:creationId xmlns:a16="http://schemas.microsoft.com/office/drawing/2014/main" id="{503ED808-41E3-8B23-CBBA-161B75766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1" name="Freeform 81">
              <a:extLst>
                <a:ext uri="{FF2B5EF4-FFF2-40B4-BE49-F238E27FC236}">
                  <a16:creationId xmlns:a16="http://schemas.microsoft.com/office/drawing/2014/main" id="{FCC7E448-83C9-E355-A477-647D852E2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2" name="Freeform 82">
              <a:extLst>
                <a:ext uri="{FF2B5EF4-FFF2-40B4-BE49-F238E27FC236}">
                  <a16:creationId xmlns:a16="http://schemas.microsoft.com/office/drawing/2014/main" id="{C64DC8E6-1AB7-B9FD-2741-0F72491D40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3" name="Freeform 83">
              <a:extLst>
                <a:ext uri="{FF2B5EF4-FFF2-40B4-BE49-F238E27FC236}">
                  <a16:creationId xmlns:a16="http://schemas.microsoft.com/office/drawing/2014/main" id="{56017B0A-56A0-A19F-BBBD-DDD677A61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4" name="Freeform 84">
              <a:extLst>
                <a:ext uri="{FF2B5EF4-FFF2-40B4-BE49-F238E27FC236}">
                  <a16:creationId xmlns:a16="http://schemas.microsoft.com/office/drawing/2014/main" id="{B4F35806-21A6-8827-F55E-5066E55D4F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5" name="Freeform 85">
              <a:extLst>
                <a:ext uri="{FF2B5EF4-FFF2-40B4-BE49-F238E27FC236}">
                  <a16:creationId xmlns:a16="http://schemas.microsoft.com/office/drawing/2014/main" id="{ABDF1253-7084-E3D9-6BC6-163BCE256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6" name="Rectangle 86">
              <a:extLst>
                <a:ext uri="{FF2B5EF4-FFF2-40B4-BE49-F238E27FC236}">
                  <a16:creationId xmlns:a16="http://schemas.microsoft.com/office/drawing/2014/main" id="{049ECA03-E7D7-4A59-C4EF-EF11D6D98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7" name="Rectangle 87">
              <a:extLst>
                <a:ext uri="{FF2B5EF4-FFF2-40B4-BE49-F238E27FC236}">
                  <a16:creationId xmlns:a16="http://schemas.microsoft.com/office/drawing/2014/main" id="{DEC35FFE-7B00-F85D-770C-208E0804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8" name="Freeform 88">
              <a:extLst>
                <a:ext uri="{FF2B5EF4-FFF2-40B4-BE49-F238E27FC236}">
                  <a16:creationId xmlns:a16="http://schemas.microsoft.com/office/drawing/2014/main" id="{0CCF6077-3166-ED4D-413D-101FA6558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9" name="Freeform 89">
              <a:extLst>
                <a:ext uri="{FF2B5EF4-FFF2-40B4-BE49-F238E27FC236}">
                  <a16:creationId xmlns:a16="http://schemas.microsoft.com/office/drawing/2014/main" id="{ADF71CAD-18C9-67B2-DE1A-2C07ABF3B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0" name="Freeform 90">
              <a:extLst>
                <a:ext uri="{FF2B5EF4-FFF2-40B4-BE49-F238E27FC236}">
                  <a16:creationId xmlns:a16="http://schemas.microsoft.com/office/drawing/2014/main" id="{A904EAB8-4308-1FA1-484A-B3401B4F7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1" name="Freeform 91">
              <a:extLst>
                <a:ext uri="{FF2B5EF4-FFF2-40B4-BE49-F238E27FC236}">
                  <a16:creationId xmlns:a16="http://schemas.microsoft.com/office/drawing/2014/main" id="{A886E91D-7B29-2CC4-F6D5-319DAA26AC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2" name="Freeform 92">
              <a:extLst>
                <a:ext uri="{FF2B5EF4-FFF2-40B4-BE49-F238E27FC236}">
                  <a16:creationId xmlns:a16="http://schemas.microsoft.com/office/drawing/2014/main" id="{52BF93ED-4387-103D-18BB-74E270BE0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3" name="Freeform 93">
              <a:extLst>
                <a:ext uri="{FF2B5EF4-FFF2-40B4-BE49-F238E27FC236}">
                  <a16:creationId xmlns:a16="http://schemas.microsoft.com/office/drawing/2014/main" id="{4E9B4862-7C9E-155A-0A08-9E2EA0ADA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4" name="Freeform 94">
              <a:extLst>
                <a:ext uri="{FF2B5EF4-FFF2-40B4-BE49-F238E27FC236}">
                  <a16:creationId xmlns:a16="http://schemas.microsoft.com/office/drawing/2014/main" id="{8D0C8837-7B08-A72D-A28F-DA9D3A6091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5" name="Freeform 95">
              <a:extLst>
                <a:ext uri="{FF2B5EF4-FFF2-40B4-BE49-F238E27FC236}">
                  <a16:creationId xmlns:a16="http://schemas.microsoft.com/office/drawing/2014/main" id="{0FC22BF3-8152-0EA5-42C3-6AF7C5BE9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6" name="Freeform 96">
              <a:extLst>
                <a:ext uri="{FF2B5EF4-FFF2-40B4-BE49-F238E27FC236}">
                  <a16:creationId xmlns:a16="http://schemas.microsoft.com/office/drawing/2014/main" id="{959274B9-6356-B379-F092-BD507F19B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7" name="Freeform 97">
              <a:extLst>
                <a:ext uri="{FF2B5EF4-FFF2-40B4-BE49-F238E27FC236}">
                  <a16:creationId xmlns:a16="http://schemas.microsoft.com/office/drawing/2014/main" id="{7B7902C4-E3E1-2EE9-2EE9-9CD0BE8C1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8" name="Rectangle 98">
              <a:extLst>
                <a:ext uri="{FF2B5EF4-FFF2-40B4-BE49-F238E27FC236}">
                  <a16:creationId xmlns:a16="http://schemas.microsoft.com/office/drawing/2014/main" id="{161B0A7E-4ED8-3322-9BCE-EE712F20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9" name="Rectangle 99">
              <a:extLst>
                <a:ext uri="{FF2B5EF4-FFF2-40B4-BE49-F238E27FC236}">
                  <a16:creationId xmlns:a16="http://schemas.microsoft.com/office/drawing/2014/main" id="{76CC6FC8-27EA-DDBC-227B-8DF3C01B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0" name="Freeform 100">
              <a:extLst>
                <a:ext uri="{FF2B5EF4-FFF2-40B4-BE49-F238E27FC236}">
                  <a16:creationId xmlns:a16="http://schemas.microsoft.com/office/drawing/2014/main" id="{33F94EF4-D344-8812-5702-148A3ABD0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1" name="Freeform 101">
              <a:extLst>
                <a:ext uri="{FF2B5EF4-FFF2-40B4-BE49-F238E27FC236}">
                  <a16:creationId xmlns:a16="http://schemas.microsoft.com/office/drawing/2014/main" id="{B1AF4B48-A1FB-898E-2301-C8BE72987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2" name="Freeform 102">
              <a:extLst>
                <a:ext uri="{FF2B5EF4-FFF2-40B4-BE49-F238E27FC236}">
                  <a16:creationId xmlns:a16="http://schemas.microsoft.com/office/drawing/2014/main" id="{5622641C-70CD-3F0A-5294-F9BE922CE8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3" name="Freeform 103">
              <a:extLst>
                <a:ext uri="{FF2B5EF4-FFF2-40B4-BE49-F238E27FC236}">
                  <a16:creationId xmlns:a16="http://schemas.microsoft.com/office/drawing/2014/main" id="{D29392C0-B671-21BB-B433-873A7188AC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4" name="Freeform 104">
              <a:extLst>
                <a:ext uri="{FF2B5EF4-FFF2-40B4-BE49-F238E27FC236}">
                  <a16:creationId xmlns:a16="http://schemas.microsoft.com/office/drawing/2014/main" id="{BD7E1CEC-F775-95A9-5995-D7724C729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5" name="Freeform 105">
              <a:extLst>
                <a:ext uri="{FF2B5EF4-FFF2-40B4-BE49-F238E27FC236}">
                  <a16:creationId xmlns:a16="http://schemas.microsoft.com/office/drawing/2014/main" id="{8ED13AB7-0934-50FE-EB5C-288035CBE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6" name="Freeform 106">
              <a:extLst>
                <a:ext uri="{FF2B5EF4-FFF2-40B4-BE49-F238E27FC236}">
                  <a16:creationId xmlns:a16="http://schemas.microsoft.com/office/drawing/2014/main" id="{C02F8083-0ED6-D02D-5E80-866A8E2854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7" name="Freeform 107">
              <a:extLst>
                <a:ext uri="{FF2B5EF4-FFF2-40B4-BE49-F238E27FC236}">
                  <a16:creationId xmlns:a16="http://schemas.microsoft.com/office/drawing/2014/main" id="{B89395C1-3AA2-DE0B-21BB-80A8717E47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8" name="Freeform 108">
              <a:extLst>
                <a:ext uri="{FF2B5EF4-FFF2-40B4-BE49-F238E27FC236}">
                  <a16:creationId xmlns:a16="http://schemas.microsoft.com/office/drawing/2014/main" id="{D0E9A747-1350-AF42-F505-4733F8B4A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9" name="Freeform 109">
              <a:extLst>
                <a:ext uri="{FF2B5EF4-FFF2-40B4-BE49-F238E27FC236}">
                  <a16:creationId xmlns:a16="http://schemas.microsoft.com/office/drawing/2014/main" id="{39C8E09E-3908-D8D9-3E34-A52289E87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0" name="Rectangle 110">
              <a:extLst>
                <a:ext uri="{FF2B5EF4-FFF2-40B4-BE49-F238E27FC236}">
                  <a16:creationId xmlns:a16="http://schemas.microsoft.com/office/drawing/2014/main" id="{0878AD3B-4B24-7C30-6BA3-30476CDA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1" name="Rectangle 111">
              <a:extLst>
                <a:ext uri="{FF2B5EF4-FFF2-40B4-BE49-F238E27FC236}">
                  <a16:creationId xmlns:a16="http://schemas.microsoft.com/office/drawing/2014/main" id="{58625217-14C0-B03E-8965-077C1E29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2" name="Freeform 112">
              <a:extLst>
                <a:ext uri="{FF2B5EF4-FFF2-40B4-BE49-F238E27FC236}">
                  <a16:creationId xmlns:a16="http://schemas.microsoft.com/office/drawing/2014/main" id="{7A8595C1-297F-3A97-EB08-AEE1C8C248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3" name="Freeform 113">
              <a:extLst>
                <a:ext uri="{FF2B5EF4-FFF2-40B4-BE49-F238E27FC236}">
                  <a16:creationId xmlns:a16="http://schemas.microsoft.com/office/drawing/2014/main" id="{81393644-7719-81C0-CE0E-3BBDA69D2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4" name="Freeform 114">
              <a:extLst>
                <a:ext uri="{FF2B5EF4-FFF2-40B4-BE49-F238E27FC236}">
                  <a16:creationId xmlns:a16="http://schemas.microsoft.com/office/drawing/2014/main" id="{D72EB0E0-A5AA-988F-583B-5A71936DA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5" name="Freeform 115">
              <a:extLst>
                <a:ext uri="{FF2B5EF4-FFF2-40B4-BE49-F238E27FC236}">
                  <a16:creationId xmlns:a16="http://schemas.microsoft.com/office/drawing/2014/main" id="{51A6034C-708B-3F24-FC7E-42953A8F7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6" name="Freeform 116">
              <a:extLst>
                <a:ext uri="{FF2B5EF4-FFF2-40B4-BE49-F238E27FC236}">
                  <a16:creationId xmlns:a16="http://schemas.microsoft.com/office/drawing/2014/main" id="{18751C6E-C155-88F2-5383-1679EE125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7" name="Freeform 117">
              <a:extLst>
                <a:ext uri="{FF2B5EF4-FFF2-40B4-BE49-F238E27FC236}">
                  <a16:creationId xmlns:a16="http://schemas.microsoft.com/office/drawing/2014/main" id="{29DD3A45-AF81-F66F-633D-2A46B5879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8" name="Freeform 118">
              <a:extLst>
                <a:ext uri="{FF2B5EF4-FFF2-40B4-BE49-F238E27FC236}">
                  <a16:creationId xmlns:a16="http://schemas.microsoft.com/office/drawing/2014/main" id="{BDB55668-4A0D-8703-C9E6-1E72CFB81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9" name="Freeform 119">
              <a:extLst>
                <a:ext uri="{FF2B5EF4-FFF2-40B4-BE49-F238E27FC236}">
                  <a16:creationId xmlns:a16="http://schemas.microsoft.com/office/drawing/2014/main" id="{C534C6E1-CCA8-8101-0B7F-679315AD2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0" name="Freeform 120">
              <a:extLst>
                <a:ext uri="{FF2B5EF4-FFF2-40B4-BE49-F238E27FC236}">
                  <a16:creationId xmlns:a16="http://schemas.microsoft.com/office/drawing/2014/main" id="{1A645737-51AB-CD5A-B6F5-7973A2F133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1" name="Freeform 121">
              <a:extLst>
                <a:ext uri="{FF2B5EF4-FFF2-40B4-BE49-F238E27FC236}">
                  <a16:creationId xmlns:a16="http://schemas.microsoft.com/office/drawing/2014/main" id="{349B40C7-E16E-9132-0C01-FCD8F8C6C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2" name="Rectangle 122">
              <a:extLst>
                <a:ext uri="{FF2B5EF4-FFF2-40B4-BE49-F238E27FC236}">
                  <a16:creationId xmlns:a16="http://schemas.microsoft.com/office/drawing/2014/main" id="{5F9ACF18-9409-4D3C-B734-9B6BE310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3" name="Rectangle 123">
              <a:extLst>
                <a:ext uri="{FF2B5EF4-FFF2-40B4-BE49-F238E27FC236}">
                  <a16:creationId xmlns:a16="http://schemas.microsoft.com/office/drawing/2014/main" id="{3093B496-889F-6D18-0DB9-7ECD11A54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4" name="Freeform 124">
              <a:extLst>
                <a:ext uri="{FF2B5EF4-FFF2-40B4-BE49-F238E27FC236}">
                  <a16:creationId xmlns:a16="http://schemas.microsoft.com/office/drawing/2014/main" id="{29377341-389B-9A2F-A33D-AE52B0858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5" name="Freeform 125">
              <a:extLst>
                <a:ext uri="{FF2B5EF4-FFF2-40B4-BE49-F238E27FC236}">
                  <a16:creationId xmlns:a16="http://schemas.microsoft.com/office/drawing/2014/main" id="{12D6683D-3A4D-C9C4-F9BD-B0FA24348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6" name="Freeform 126">
              <a:extLst>
                <a:ext uri="{FF2B5EF4-FFF2-40B4-BE49-F238E27FC236}">
                  <a16:creationId xmlns:a16="http://schemas.microsoft.com/office/drawing/2014/main" id="{D5AD56ED-CE67-5986-D93B-9B96132F5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7" name="Freeform 127">
              <a:extLst>
                <a:ext uri="{FF2B5EF4-FFF2-40B4-BE49-F238E27FC236}">
                  <a16:creationId xmlns:a16="http://schemas.microsoft.com/office/drawing/2014/main" id="{92C2F421-AD45-898E-FCAB-733E55FB9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8" name="Freeform 128">
              <a:extLst>
                <a:ext uri="{FF2B5EF4-FFF2-40B4-BE49-F238E27FC236}">
                  <a16:creationId xmlns:a16="http://schemas.microsoft.com/office/drawing/2014/main" id="{D333DE5C-059E-666C-4483-7091524A7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9" name="Freeform 129">
              <a:extLst>
                <a:ext uri="{FF2B5EF4-FFF2-40B4-BE49-F238E27FC236}">
                  <a16:creationId xmlns:a16="http://schemas.microsoft.com/office/drawing/2014/main" id="{493692F3-53A2-E432-C80D-7E05343B2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0" name="Freeform 130">
              <a:extLst>
                <a:ext uri="{FF2B5EF4-FFF2-40B4-BE49-F238E27FC236}">
                  <a16:creationId xmlns:a16="http://schemas.microsoft.com/office/drawing/2014/main" id="{AE349B7E-D241-20DC-9B21-92B3D7588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1" name="Freeform 131">
              <a:extLst>
                <a:ext uri="{FF2B5EF4-FFF2-40B4-BE49-F238E27FC236}">
                  <a16:creationId xmlns:a16="http://schemas.microsoft.com/office/drawing/2014/main" id="{2F0188CA-1C56-FE04-A0F4-B096D4296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2" name="Freeform 132">
              <a:extLst>
                <a:ext uri="{FF2B5EF4-FFF2-40B4-BE49-F238E27FC236}">
                  <a16:creationId xmlns:a16="http://schemas.microsoft.com/office/drawing/2014/main" id="{DFCA9CDF-0EBA-B694-134C-E0B344745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3" name="Freeform 133">
              <a:extLst>
                <a:ext uri="{FF2B5EF4-FFF2-40B4-BE49-F238E27FC236}">
                  <a16:creationId xmlns:a16="http://schemas.microsoft.com/office/drawing/2014/main" id="{82C7A6B8-D11B-A1FF-44CB-886F6AA2A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4" name="Rectangle 134">
              <a:extLst>
                <a:ext uri="{FF2B5EF4-FFF2-40B4-BE49-F238E27FC236}">
                  <a16:creationId xmlns:a16="http://schemas.microsoft.com/office/drawing/2014/main" id="{9EA165C4-F40E-B7AD-3497-4051016AB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5" name="Rectangle 135">
              <a:extLst>
                <a:ext uri="{FF2B5EF4-FFF2-40B4-BE49-F238E27FC236}">
                  <a16:creationId xmlns:a16="http://schemas.microsoft.com/office/drawing/2014/main" id="{1C899584-1C26-06BE-EC9A-88F027BC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6" name="Freeform 136">
              <a:extLst>
                <a:ext uri="{FF2B5EF4-FFF2-40B4-BE49-F238E27FC236}">
                  <a16:creationId xmlns:a16="http://schemas.microsoft.com/office/drawing/2014/main" id="{3DAD5590-FD6B-3770-D49A-3844E4C8FB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7" name="Freeform 137">
              <a:extLst>
                <a:ext uri="{FF2B5EF4-FFF2-40B4-BE49-F238E27FC236}">
                  <a16:creationId xmlns:a16="http://schemas.microsoft.com/office/drawing/2014/main" id="{4883C36B-0D16-A470-967F-C34A3083D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8" name="Freeform 138">
              <a:extLst>
                <a:ext uri="{FF2B5EF4-FFF2-40B4-BE49-F238E27FC236}">
                  <a16:creationId xmlns:a16="http://schemas.microsoft.com/office/drawing/2014/main" id="{CF63E24B-5AB0-0E38-01B5-2B201896F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9" name="Freeform 139">
              <a:extLst>
                <a:ext uri="{FF2B5EF4-FFF2-40B4-BE49-F238E27FC236}">
                  <a16:creationId xmlns:a16="http://schemas.microsoft.com/office/drawing/2014/main" id="{DABD2F6D-CAF3-0E4D-90FD-37D630ECB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0" name="Freeform 140">
              <a:extLst>
                <a:ext uri="{FF2B5EF4-FFF2-40B4-BE49-F238E27FC236}">
                  <a16:creationId xmlns:a16="http://schemas.microsoft.com/office/drawing/2014/main" id="{51DBD52B-AC6C-6806-83B9-1DAD15A63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1" name="Freeform 141">
              <a:extLst>
                <a:ext uri="{FF2B5EF4-FFF2-40B4-BE49-F238E27FC236}">
                  <a16:creationId xmlns:a16="http://schemas.microsoft.com/office/drawing/2014/main" id="{8D011852-C79A-E811-2C79-1BE73027D2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2" name="Freeform 142">
              <a:extLst>
                <a:ext uri="{FF2B5EF4-FFF2-40B4-BE49-F238E27FC236}">
                  <a16:creationId xmlns:a16="http://schemas.microsoft.com/office/drawing/2014/main" id="{D4ACEB08-E619-B7AE-411B-07A5F1F7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3" name="Freeform 143">
              <a:extLst>
                <a:ext uri="{FF2B5EF4-FFF2-40B4-BE49-F238E27FC236}">
                  <a16:creationId xmlns:a16="http://schemas.microsoft.com/office/drawing/2014/main" id="{E182DDA6-F4BA-96EE-394B-79E33350C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4" name="Freeform 144">
              <a:extLst>
                <a:ext uri="{FF2B5EF4-FFF2-40B4-BE49-F238E27FC236}">
                  <a16:creationId xmlns:a16="http://schemas.microsoft.com/office/drawing/2014/main" id="{423B52B0-BE35-10B0-6815-F6126D4121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5" name="Freeform 145">
              <a:extLst>
                <a:ext uri="{FF2B5EF4-FFF2-40B4-BE49-F238E27FC236}">
                  <a16:creationId xmlns:a16="http://schemas.microsoft.com/office/drawing/2014/main" id="{15DDACE5-76BF-14FB-8D27-04AEF4515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6" name="Rectangle 146">
              <a:extLst>
                <a:ext uri="{FF2B5EF4-FFF2-40B4-BE49-F238E27FC236}">
                  <a16:creationId xmlns:a16="http://schemas.microsoft.com/office/drawing/2014/main" id="{42EB5545-C122-7831-B8AD-30A9630F0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7" name="Freeform 147">
              <a:extLst>
                <a:ext uri="{FF2B5EF4-FFF2-40B4-BE49-F238E27FC236}">
                  <a16:creationId xmlns:a16="http://schemas.microsoft.com/office/drawing/2014/main" id="{3A90F71E-6982-A916-9805-CDC3A00B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48" name="Group 148">
            <a:extLst>
              <a:ext uri="{FF2B5EF4-FFF2-40B4-BE49-F238E27FC236}">
                <a16:creationId xmlns:a16="http://schemas.microsoft.com/office/drawing/2014/main" id="{4F65B8DF-1326-541E-A960-54A9E960D444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444876"/>
            <a:ext cx="711200" cy="492125"/>
            <a:chOff x="96" y="2784"/>
            <a:chExt cx="1062" cy="981"/>
          </a:xfrm>
        </p:grpSpPr>
        <p:sp>
          <p:nvSpPr>
            <p:cNvPr id="716949" name="Freeform 149">
              <a:extLst>
                <a:ext uri="{FF2B5EF4-FFF2-40B4-BE49-F238E27FC236}">
                  <a16:creationId xmlns:a16="http://schemas.microsoft.com/office/drawing/2014/main" id="{ED173E07-D7BC-240C-ADD0-B0C89EF3D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0" name="Freeform 150">
              <a:extLst>
                <a:ext uri="{FF2B5EF4-FFF2-40B4-BE49-F238E27FC236}">
                  <a16:creationId xmlns:a16="http://schemas.microsoft.com/office/drawing/2014/main" id="{1BFACF2F-247E-356E-124B-6CFC5D095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1" name="Freeform 151">
              <a:extLst>
                <a:ext uri="{FF2B5EF4-FFF2-40B4-BE49-F238E27FC236}">
                  <a16:creationId xmlns:a16="http://schemas.microsoft.com/office/drawing/2014/main" id="{611FE135-D866-1734-42F5-4604B477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2" name="Freeform 152">
              <a:extLst>
                <a:ext uri="{FF2B5EF4-FFF2-40B4-BE49-F238E27FC236}">
                  <a16:creationId xmlns:a16="http://schemas.microsoft.com/office/drawing/2014/main" id="{0B67FD55-D691-4EEF-D2E4-E77459BE1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3" name="Freeform 153">
              <a:extLst>
                <a:ext uri="{FF2B5EF4-FFF2-40B4-BE49-F238E27FC236}">
                  <a16:creationId xmlns:a16="http://schemas.microsoft.com/office/drawing/2014/main" id="{F8E06EF8-E87F-BD31-A016-2C0B5BD56D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4" name="Freeform 154">
              <a:extLst>
                <a:ext uri="{FF2B5EF4-FFF2-40B4-BE49-F238E27FC236}">
                  <a16:creationId xmlns:a16="http://schemas.microsoft.com/office/drawing/2014/main" id="{FDFDC223-212A-FADC-6F2B-8F8994575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5" name="Freeform 155">
              <a:extLst>
                <a:ext uri="{FF2B5EF4-FFF2-40B4-BE49-F238E27FC236}">
                  <a16:creationId xmlns:a16="http://schemas.microsoft.com/office/drawing/2014/main" id="{797116A6-3116-CBA6-96FD-FDAFC597C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6" name="Freeform 156">
              <a:extLst>
                <a:ext uri="{FF2B5EF4-FFF2-40B4-BE49-F238E27FC236}">
                  <a16:creationId xmlns:a16="http://schemas.microsoft.com/office/drawing/2014/main" id="{88A49F48-8BF4-2973-919F-1C6FD09F16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7" name="Freeform 157">
              <a:extLst>
                <a:ext uri="{FF2B5EF4-FFF2-40B4-BE49-F238E27FC236}">
                  <a16:creationId xmlns:a16="http://schemas.microsoft.com/office/drawing/2014/main" id="{1DF76B3E-E62E-1F3E-A056-580BEBECF1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8" name="Freeform 158">
              <a:extLst>
                <a:ext uri="{FF2B5EF4-FFF2-40B4-BE49-F238E27FC236}">
                  <a16:creationId xmlns:a16="http://schemas.microsoft.com/office/drawing/2014/main" id="{088FDFE8-B4A1-F819-4934-5A0BA050E7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9" name="Freeform 159">
              <a:extLst>
                <a:ext uri="{FF2B5EF4-FFF2-40B4-BE49-F238E27FC236}">
                  <a16:creationId xmlns:a16="http://schemas.microsoft.com/office/drawing/2014/main" id="{B5759937-228E-4CA5-59C3-017AEB6BC2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0" name="Freeform 160">
              <a:extLst>
                <a:ext uri="{FF2B5EF4-FFF2-40B4-BE49-F238E27FC236}">
                  <a16:creationId xmlns:a16="http://schemas.microsoft.com/office/drawing/2014/main" id="{CC7A8F81-B463-6246-0294-8F87C92E1F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1" name="Freeform 161">
              <a:extLst>
                <a:ext uri="{FF2B5EF4-FFF2-40B4-BE49-F238E27FC236}">
                  <a16:creationId xmlns:a16="http://schemas.microsoft.com/office/drawing/2014/main" id="{E9E769D9-81A6-026A-F49F-B13E7FFAB6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62" name="Group 162">
            <a:extLst>
              <a:ext uri="{FF2B5EF4-FFF2-40B4-BE49-F238E27FC236}">
                <a16:creationId xmlns:a16="http://schemas.microsoft.com/office/drawing/2014/main" id="{B204DFF4-A2AE-CE48-B30A-CD4DF4542BF2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552951"/>
            <a:ext cx="711200" cy="492125"/>
            <a:chOff x="96" y="2784"/>
            <a:chExt cx="1062" cy="981"/>
          </a:xfrm>
        </p:grpSpPr>
        <p:sp>
          <p:nvSpPr>
            <p:cNvPr id="716963" name="Freeform 163">
              <a:extLst>
                <a:ext uri="{FF2B5EF4-FFF2-40B4-BE49-F238E27FC236}">
                  <a16:creationId xmlns:a16="http://schemas.microsoft.com/office/drawing/2014/main" id="{153F947F-D7C4-1AF7-A40E-9B91D48A63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4" name="Freeform 164">
              <a:extLst>
                <a:ext uri="{FF2B5EF4-FFF2-40B4-BE49-F238E27FC236}">
                  <a16:creationId xmlns:a16="http://schemas.microsoft.com/office/drawing/2014/main" id="{84FAEA17-AD57-50CD-A75B-52BDFB3F7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5" name="Freeform 165">
              <a:extLst>
                <a:ext uri="{FF2B5EF4-FFF2-40B4-BE49-F238E27FC236}">
                  <a16:creationId xmlns:a16="http://schemas.microsoft.com/office/drawing/2014/main" id="{578A8215-0916-8CAE-73F1-F0E5737E43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6" name="Freeform 166">
              <a:extLst>
                <a:ext uri="{FF2B5EF4-FFF2-40B4-BE49-F238E27FC236}">
                  <a16:creationId xmlns:a16="http://schemas.microsoft.com/office/drawing/2014/main" id="{05EDD1C3-883B-BE5F-6174-623B5BBC1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7" name="Freeform 167">
              <a:extLst>
                <a:ext uri="{FF2B5EF4-FFF2-40B4-BE49-F238E27FC236}">
                  <a16:creationId xmlns:a16="http://schemas.microsoft.com/office/drawing/2014/main" id="{52C3F864-E357-0AEF-933A-DBD5423B4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8" name="Freeform 168">
              <a:extLst>
                <a:ext uri="{FF2B5EF4-FFF2-40B4-BE49-F238E27FC236}">
                  <a16:creationId xmlns:a16="http://schemas.microsoft.com/office/drawing/2014/main" id="{5DE27959-AEBC-A4E2-EBD2-3A4D1E5536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9" name="Freeform 169">
              <a:extLst>
                <a:ext uri="{FF2B5EF4-FFF2-40B4-BE49-F238E27FC236}">
                  <a16:creationId xmlns:a16="http://schemas.microsoft.com/office/drawing/2014/main" id="{CEC2D08B-D4FD-19DF-1318-8B65C4571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0" name="Freeform 170">
              <a:extLst>
                <a:ext uri="{FF2B5EF4-FFF2-40B4-BE49-F238E27FC236}">
                  <a16:creationId xmlns:a16="http://schemas.microsoft.com/office/drawing/2014/main" id="{45B25D93-CD68-53F2-424E-B82CEE9EE5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1" name="Freeform 171">
              <a:extLst>
                <a:ext uri="{FF2B5EF4-FFF2-40B4-BE49-F238E27FC236}">
                  <a16:creationId xmlns:a16="http://schemas.microsoft.com/office/drawing/2014/main" id="{4C4EB172-3538-FB85-239F-A481269290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2" name="Freeform 172">
              <a:extLst>
                <a:ext uri="{FF2B5EF4-FFF2-40B4-BE49-F238E27FC236}">
                  <a16:creationId xmlns:a16="http://schemas.microsoft.com/office/drawing/2014/main" id="{DE1E36EC-5BD1-6F6E-B4AC-0A345000DB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3" name="Freeform 173">
              <a:extLst>
                <a:ext uri="{FF2B5EF4-FFF2-40B4-BE49-F238E27FC236}">
                  <a16:creationId xmlns:a16="http://schemas.microsoft.com/office/drawing/2014/main" id="{45A889D7-9F49-8DE2-BD8A-5CA6AF0D7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4" name="Freeform 174">
              <a:extLst>
                <a:ext uri="{FF2B5EF4-FFF2-40B4-BE49-F238E27FC236}">
                  <a16:creationId xmlns:a16="http://schemas.microsoft.com/office/drawing/2014/main" id="{FD30D196-59EA-9877-CEB6-D101FA809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5" name="Freeform 175">
              <a:extLst>
                <a:ext uri="{FF2B5EF4-FFF2-40B4-BE49-F238E27FC236}">
                  <a16:creationId xmlns:a16="http://schemas.microsoft.com/office/drawing/2014/main" id="{9D88CF9D-5D5B-5402-FD90-17134A67D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76" name="Group 176">
            <a:extLst>
              <a:ext uri="{FF2B5EF4-FFF2-40B4-BE49-F238E27FC236}">
                <a16:creationId xmlns:a16="http://schemas.microsoft.com/office/drawing/2014/main" id="{3BE6198C-49BA-6430-82CF-FAB8426E6AB0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5562601"/>
            <a:ext cx="711200" cy="492125"/>
            <a:chOff x="96" y="2784"/>
            <a:chExt cx="1062" cy="981"/>
          </a:xfrm>
        </p:grpSpPr>
        <p:sp>
          <p:nvSpPr>
            <p:cNvPr id="716977" name="Freeform 177">
              <a:extLst>
                <a:ext uri="{FF2B5EF4-FFF2-40B4-BE49-F238E27FC236}">
                  <a16:creationId xmlns:a16="http://schemas.microsoft.com/office/drawing/2014/main" id="{2889D1B4-784B-6EBF-91B1-B5FA0EEDE1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8" name="Freeform 178">
              <a:extLst>
                <a:ext uri="{FF2B5EF4-FFF2-40B4-BE49-F238E27FC236}">
                  <a16:creationId xmlns:a16="http://schemas.microsoft.com/office/drawing/2014/main" id="{D0731373-6834-F322-AA59-4936F8A174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9" name="Freeform 179">
              <a:extLst>
                <a:ext uri="{FF2B5EF4-FFF2-40B4-BE49-F238E27FC236}">
                  <a16:creationId xmlns:a16="http://schemas.microsoft.com/office/drawing/2014/main" id="{E54437F7-0A58-FA80-6CFF-7298E27B27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0" name="Freeform 180">
              <a:extLst>
                <a:ext uri="{FF2B5EF4-FFF2-40B4-BE49-F238E27FC236}">
                  <a16:creationId xmlns:a16="http://schemas.microsoft.com/office/drawing/2014/main" id="{0A8D1709-11E2-FA90-7188-B9AAAF01F2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1" name="Freeform 181">
              <a:extLst>
                <a:ext uri="{FF2B5EF4-FFF2-40B4-BE49-F238E27FC236}">
                  <a16:creationId xmlns:a16="http://schemas.microsoft.com/office/drawing/2014/main" id="{3640901B-36A8-AD90-0A41-A86D3FD8B7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2" name="Freeform 182">
              <a:extLst>
                <a:ext uri="{FF2B5EF4-FFF2-40B4-BE49-F238E27FC236}">
                  <a16:creationId xmlns:a16="http://schemas.microsoft.com/office/drawing/2014/main" id="{124383D5-5866-A7AE-CB0C-745FE8DFA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3" name="Freeform 183">
              <a:extLst>
                <a:ext uri="{FF2B5EF4-FFF2-40B4-BE49-F238E27FC236}">
                  <a16:creationId xmlns:a16="http://schemas.microsoft.com/office/drawing/2014/main" id="{4DD7CAF5-4B79-4E88-0B4F-C224F7D26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4" name="Freeform 184">
              <a:extLst>
                <a:ext uri="{FF2B5EF4-FFF2-40B4-BE49-F238E27FC236}">
                  <a16:creationId xmlns:a16="http://schemas.microsoft.com/office/drawing/2014/main" id="{48BA068D-E69C-B418-F2BF-F761FA9AE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5" name="Freeform 185">
              <a:extLst>
                <a:ext uri="{FF2B5EF4-FFF2-40B4-BE49-F238E27FC236}">
                  <a16:creationId xmlns:a16="http://schemas.microsoft.com/office/drawing/2014/main" id="{E025011E-DA8E-C9C1-7A17-A768F0D4DD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6" name="Freeform 186">
              <a:extLst>
                <a:ext uri="{FF2B5EF4-FFF2-40B4-BE49-F238E27FC236}">
                  <a16:creationId xmlns:a16="http://schemas.microsoft.com/office/drawing/2014/main" id="{50153AE9-C599-431E-522B-C7F8E59D36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7" name="Freeform 187">
              <a:extLst>
                <a:ext uri="{FF2B5EF4-FFF2-40B4-BE49-F238E27FC236}">
                  <a16:creationId xmlns:a16="http://schemas.microsoft.com/office/drawing/2014/main" id="{49323334-3406-F1FC-8E35-3C7607C04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8" name="Freeform 188">
              <a:extLst>
                <a:ext uri="{FF2B5EF4-FFF2-40B4-BE49-F238E27FC236}">
                  <a16:creationId xmlns:a16="http://schemas.microsoft.com/office/drawing/2014/main" id="{44D28A90-38B6-02BA-E7D2-BC004EF795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9" name="Freeform 189">
              <a:extLst>
                <a:ext uri="{FF2B5EF4-FFF2-40B4-BE49-F238E27FC236}">
                  <a16:creationId xmlns:a16="http://schemas.microsoft.com/office/drawing/2014/main" id="{0B7D7116-2653-61B7-2B6E-0DD11CA01C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90" name="Group 190">
            <a:extLst>
              <a:ext uri="{FF2B5EF4-FFF2-40B4-BE49-F238E27FC236}">
                <a16:creationId xmlns:a16="http://schemas.microsoft.com/office/drawing/2014/main" id="{4FFA7D51-DD78-17A1-A928-7CA73D4AE2FF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3962401"/>
            <a:ext cx="711200" cy="492125"/>
            <a:chOff x="96" y="2784"/>
            <a:chExt cx="1062" cy="981"/>
          </a:xfrm>
        </p:grpSpPr>
        <p:sp>
          <p:nvSpPr>
            <p:cNvPr id="716991" name="Freeform 191">
              <a:extLst>
                <a:ext uri="{FF2B5EF4-FFF2-40B4-BE49-F238E27FC236}">
                  <a16:creationId xmlns:a16="http://schemas.microsoft.com/office/drawing/2014/main" id="{5AE6C876-7A0B-EAD3-D64D-B501B3CFC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2" name="Freeform 192">
              <a:extLst>
                <a:ext uri="{FF2B5EF4-FFF2-40B4-BE49-F238E27FC236}">
                  <a16:creationId xmlns:a16="http://schemas.microsoft.com/office/drawing/2014/main" id="{76E7B180-21B3-2416-1A3F-56B1518DEE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3" name="Freeform 193">
              <a:extLst>
                <a:ext uri="{FF2B5EF4-FFF2-40B4-BE49-F238E27FC236}">
                  <a16:creationId xmlns:a16="http://schemas.microsoft.com/office/drawing/2014/main" id="{8B151DBE-CBD5-D44D-F15B-D60A96EC8C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4" name="Freeform 194">
              <a:extLst>
                <a:ext uri="{FF2B5EF4-FFF2-40B4-BE49-F238E27FC236}">
                  <a16:creationId xmlns:a16="http://schemas.microsoft.com/office/drawing/2014/main" id="{C8D16BEC-D4A7-8EB2-F547-27284A559E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5" name="Freeform 195">
              <a:extLst>
                <a:ext uri="{FF2B5EF4-FFF2-40B4-BE49-F238E27FC236}">
                  <a16:creationId xmlns:a16="http://schemas.microsoft.com/office/drawing/2014/main" id="{84DF2BE0-AAEB-EB81-C25A-177FCE902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6" name="Freeform 196">
              <a:extLst>
                <a:ext uri="{FF2B5EF4-FFF2-40B4-BE49-F238E27FC236}">
                  <a16:creationId xmlns:a16="http://schemas.microsoft.com/office/drawing/2014/main" id="{20A95167-392B-5F09-D8EE-C55439CD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7" name="Freeform 197">
              <a:extLst>
                <a:ext uri="{FF2B5EF4-FFF2-40B4-BE49-F238E27FC236}">
                  <a16:creationId xmlns:a16="http://schemas.microsoft.com/office/drawing/2014/main" id="{6625062B-3831-E2F1-7169-3B5B150D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8" name="Freeform 198">
              <a:extLst>
                <a:ext uri="{FF2B5EF4-FFF2-40B4-BE49-F238E27FC236}">
                  <a16:creationId xmlns:a16="http://schemas.microsoft.com/office/drawing/2014/main" id="{38FDDCF1-6A6E-CF95-3D52-892A2F9876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9" name="Freeform 199">
              <a:extLst>
                <a:ext uri="{FF2B5EF4-FFF2-40B4-BE49-F238E27FC236}">
                  <a16:creationId xmlns:a16="http://schemas.microsoft.com/office/drawing/2014/main" id="{8F9BDBE9-9CF3-1C13-184B-EE73EC6766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0" name="Freeform 200">
              <a:extLst>
                <a:ext uri="{FF2B5EF4-FFF2-40B4-BE49-F238E27FC236}">
                  <a16:creationId xmlns:a16="http://schemas.microsoft.com/office/drawing/2014/main" id="{1F0E5F94-59C8-33D3-EC00-3FF8E86DF0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1" name="Freeform 201">
              <a:extLst>
                <a:ext uri="{FF2B5EF4-FFF2-40B4-BE49-F238E27FC236}">
                  <a16:creationId xmlns:a16="http://schemas.microsoft.com/office/drawing/2014/main" id="{A48F2F39-D228-F5F8-90FE-1664EB2207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2" name="Freeform 202">
              <a:extLst>
                <a:ext uri="{FF2B5EF4-FFF2-40B4-BE49-F238E27FC236}">
                  <a16:creationId xmlns:a16="http://schemas.microsoft.com/office/drawing/2014/main" id="{FCC6C500-A869-89B1-B5F3-8188009C1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3" name="Freeform 203">
              <a:extLst>
                <a:ext uri="{FF2B5EF4-FFF2-40B4-BE49-F238E27FC236}">
                  <a16:creationId xmlns:a16="http://schemas.microsoft.com/office/drawing/2014/main" id="{B13B511C-4EAE-1F70-7E5A-658709DB7D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04" name="Group 204">
            <a:extLst>
              <a:ext uri="{FF2B5EF4-FFF2-40B4-BE49-F238E27FC236}">
                <a16:creationId xmlns:a16="http://schemas.microsoft.com/office/drawing/2014/main" id="{F65E4BFF-5D6C-A405-3B97-F648CD1383C2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5070476"/>
            <a:ext cx="711200" cy="492125"/>
            <a:chOff x="96" y="2784"/>
            <a:chExt cx="1062" cy="981"/>
          </a:xfrm>
        </p:grpSpPr>
        <p:sp>
          <p:nvSpPr>
            <p:cNvPr id="717005" name="Freeform 205">
              <a:extLst>
                <a:ext uri="{FF2B5EF4-FFF2-40B4-BE49-F238E27FC236}">
                  <a16:creationId xmlns:a16="http://schemas.microsoft.com/office/drawing/2014/main" id="{3DE8C732-C6C1-6461-F66B-9ADE3FA8B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6" name="Freeform 206">
              <a:extLst>
                <a:ext uri="{FF2B5EF4-FFF2-40B4-BE49-F238E27FC236}">
                  <a16:creationId xmlns:a16="http://schemas.microsoft.com/office/drawing/2014/main" id="{878A5785-AFAE-F0A0-13CE-8F58ED0C24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7" name="Freeform 207">
              <a:extLst>
                <a:ext uri="{FF2B5EF4-FFF2-40B4-BE49-F238E27FC236}">
                  <a16:creationId xmlns:a16="http://schemas.microsoft.com/office/drawing/2014/main" id="{4B08137C-EB0D-7914-9490-DF14C4E73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8" name="Freeform 208">
              <a:extLst>
                <a:ext uri="{FF2B5EF4-FFF2-40B4-BE49-F238E27FC236}">
                  <a16:creationId xmlns:a16="http://schemas.microsoft.com/office/drawing/2014/main" id="{8EEE1F0F-F80E-A0CF-89AC-91589E40A6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9" name="Freeform 209">
              <a:extLst>
                <a:ext uri="{FF2B5EF4-FFF2-40B4-BE49-F238E27FC236}">
                  <a16:creationId xmlns:a16="http://schemas.microsoft.com/office/drawing/2014/main" id="{A95B9399-1BAA-FB1F-586F-DA417DCC7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0" name="Freeform 210">
              <a:extLst>
                <a:ext uri="{FF2B5EF4-FFF2-40B4-BE49-F238E27FC236}">
                  <a16:creationId xmlns:a16="http://schemas.microsoft.com/office/drawing/2014/main" id="{F55AFA26-90F8-D70F-9C5B-B29778ADD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1" name="Freeform 211">
              <a:extLst>
                <a:ext uri="{FF2B5EF4-FFF2-40B4-BE49-F238E27FC236}">
                  <a16:creationId xmlns:a16="http://schemas.microsoft.com/office/drawing/2014/main" id="{FF448533-C7CA-0D6C-B795-FC8F4135E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2" name="Freeform 212">
              <a:extLst>
                <a:ext uri="{FF2B5EF4-FFF2-40B4-BE49-F238E27FC236}">
                  <a16:creationId xmlns:a16="http://schemas.microsoft.com/office/drawing/2014/main" id="{020635CB-D55A-364C-A5C5-8DA9694088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3" name="Freeform 213">
              <a:extLst>
                <a:ext uri="{FF2B5EF4-FFF2-40B4-BE49-F238E27FC236}">
                  <a16:creationId xmlns:a16="http://schemas.microsoft.com/office/drawing/2014/main" id="{AD02C9A5-6CF9-7D20-1AC4-93720662C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4" name="Freeform 214">
              <a:extLst>
                <a:ext uri="{FF2B5EF4-FFF2-40B4-BE49-F238E27FC236}">
                  <a16:creationId xmlns:a16="http://schemas.microsoft.com/office/drawing/2014/main" id="{D062019B-7A75-D23A-96D4-2B437CD1D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5" name="Freeform 215">
              <a:extLst>
                <a:ext uri="{FF2B5EF4-FFF2-40B4-BE49-F238E27FC236}">
                  <a16:creationId xmlns:a16="http://schemas.microsoft.com/office/drawing/2014/main" id="{2AEFF759-6003-7D76-4922-0DF272DF9F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6" name="Freeform 216">
              <a:extLst>
                <a:ext uri="{FF2B5EF4-FFF2-40B4-BE49-F238E27FC236}">
                  <a16:creationId xmlns:a16="http://schemas.microsoft.com/office/drawing/2014/main" id="{7F4361C4-B0A5-0D0F-C458-63BFB9AF5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7" name="Freeform 217">
              <a:extLst>
                <a:ext uri="{FF2B5EF4-FFF2-40B4-BE49-F238E27FC236}">
                  <a16:creationId xmlns:a16="http://schemas.microsoft.com/office/drawing/2014/main" id="{AF894730-7109-312B-6605-4051936487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18" name="Group 218">
            <a:extLst>
              <a:ext uri="{FF2B5EF4-FFF2-40B4-BE49-F238E27FC236}">
                <a16:creationId xmlns:a16="http://schemas.microsoft.com/office/drawing/2014/main" id="{BA461F68-3322-839D-179F-7EC40360F19A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6121401"/>
            <a:ext cx="711200" cy="492125"/>
            <a:chOff x="96" y="2784"/>
            <a:chExt cx="1062" cy="981"/>
          </a:xfrm>
        </p:grpSpPr>
        <p:sp>
          <p:nvSpPr>
            <p:cNvPr id="717019" name="Freeform 219">
              <a:extLst>
                <a:ext uri="{FF2B5EF4-FFF2-40B4-BE49-F238E27FC236}">
                  <a16:creationId xmlns:a16="http://schemas.microsoft.com/office/drawing/2014/main" id="{109F3898-EB67-AEAB-BAA3-A354E9687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0" name="Freeform 220">
              <a:extLst>
                <a:ext uri="{FF2B5EF4-FFF2-40B4-BE49-F238E27FC236}">
                  <a16:creationId xmlns:a16="http://schemas.microsoft.com/office/drawing/2014/main" id="{998B179B-37F9-938B-FAB8-B98B782D9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1" name="Freeform 221">
              <a:extLst>
                <a:ext uri="{FF2B5EF4-FFF2-40B4-BE49-F238E27FC236}">
                  <a16:creationId xmlns:a16="http://schemas.microsoft.com/office/drawing/2014/main" id="{2172AB46-8677-63D8-F30F-333085BCBB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2" name="Freeform 222">
              <a:extLst>
                <a:ext uri="{FF2B5EF4-FFF2-40B4-BE49-F238E27FC236}">
                  <a16:creationId xmlns:a16="http://schemas.microsoft.com/office/drawing/2014/main" id="{EBFEF35E-E9D4-D8BD-6890-8B23394E4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3" name="Freeform 223">
              <a:extLst>
                <a:ext uri="{FF2B5EF4-FFF2-40B4-BE49-F238E27FC236}">
                  <a16:creationId xmlns:a16="http://schemas.microsoft.com/office/drawing/2014/main" id="{8AC338AC-1435-6C7B-5F43-0CB492485C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4" name="Freeform 224">
              <a:extLst>
                <a:ext uri="{FF2B5EF4-FFF2-40B4-BE49-F238E27FC236}">
                  <a16:creationId xmlns:a16="http://schemas.microsoft.com/office/drawing/2014/main" id="{360ADCED-DFC2-2383-8BA6-2F7A9BDE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5" name="Freeform 225">
              <a:extLst>
                <a:ext uri="{FF2B5EF4-FFF2-40B4-BE49-F238E27FC236}">
                  <a16:creationId xmlns:a16="http://schemas.microsoft.com/office/drawing/2014/main" id="{C2F0109E-CF32-3B0D-E18F-2312E98052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6" name="Freeform 226">
              <a:extLst>
                <a:ext uri="{FF2B5EF4-FFF2-40B4-BE49-F238E27FC236}">
                  <a16:creationId xmlns:a16="http://schemas.microsoft.com/office/drawing/2014/main" id="{F89C54AC-AAE2-2A1C-5D77-BE2D00055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7" name="Freeform 227">
              <a:extLst>
                <a:ext uri="{FF2B5EF4-FFF2-40B4-BE49-F238E27FC236}">
                  <a16:creationId xmlns:a16="http://schemas.microsoft.com/office/drawing/2014/main" id="{01A2A685-5D5D-0821-9384-6C89A13E8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8" name="Freeform 228">
              <a:extLst>
                <a:ext uri="{FF2B5EF4-FFF2-40B4-BE49-F238E27FC236}">
                  <a16:creationId xmlns:a16="http://schemas.microsoft.com/office/drawing/2014/main" id="{FF5970AE-D80C-6EC5-818E-A0D8D44EA4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9" name="Freeform 229">
              <a:extLst>
                <a:ext uri="{FF2B5EF4-FFF2-40B4-BE49-F238E27FC236}">
                  <a16:creationId xmlns:a16="http://schemas.microsoft.com/office/drawing/2014/main" id="{5F6B0359-207D-BAD4-D3B9-3F9FD8BCF2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0" name="Freeform 230">
              <a:extLst>
                <a:ext uri="{FF2B5EF4-FFF2-40B4-BE49-F238E27FC236}">
                  <a16:creationId xmlns:a16="http://schemas.microsoft.com/office/drawing/2014/main" id="{F1BA036D-0E08-EDC7-0D46-67D0E7FD50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1" name="Freeform 231">
              <a:extLst>
                <a:ext uri="{FF2B5EF4-FFF2-40B4-BE49-F238E27FC236}">
                  <a16:creationId xmlns:a16="http://schemas.microsoft.com/office/drawing/2014/main" id="{8E5CEAE7-889B-B6BC-D205-391377738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32" name="Group 232">
            <a:extLst>
              <a:ext uri="{FF2B5EF4-FFF2-40B4-BE49-F238E27FC236}">
                <a16:creationId xmlns:a16="http://schemas.microsoft.com/office/drawing/2014/main" id="{705E159D-6500-0FFD-3284-6BEA5BAC6910}"/>
              </a:ext>
            </a:extLst>
          </p:cNvPr>
          <p:cNvGrpSpPr>
            <a:grpSpLocks/>
          </p:cNvGrpSpPr>
          <p:nvPr/>
        </p:nvGrpSpPr>
        <p:grpSpPr bwMode="auto">
          <a:xfrm>
            <a:off x="9245600" y="-7938"/>
            <a:ext cx="3090333" cy="2063751"/>
            <a:chOff x="4080" y="-5"/>
            <a:chExt cx="1748" cy="1556"/>
          </a:xfrm>
        </p:grpSpPr>
        <p:sp>
          <p:nvSpPr>
            <p:cNvPr id="717033" name="Freeform 233">
              <a:extLst>
                <a:ext uri="{FF2B5EF4-FFF2-40B4-BE49-F238E27FC236}">
                  <a16:creationId xmlns:a16="http://schemas.microsoft.com/office/drawing/2014/main" id="{713CE7A8-CAEE-ABC7-B4CC-451DAB2ACA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grpSp>
          <p:nvGrpSpPr>
            <p:cNvPr id="717034" name="Group 234">
              <a:extLst>
                <a:ext uri="{FF2B5EF4-FFF2-40B4-BE49-F238E27FC236}">
                  <a16:creationId xmlns:a16="http://schemas.microsoft.com/office/drawing/2014/main" id="{15499B4C-6BFD-AFB2-B0E1-FC15F6372FE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717035" name="Freeform 235">
                <a:extLst>
                  <a:ext uri="{FF2B5EF4-FFF2-40B4-BE49-F238E27FC236}">
                    <a16:creationId xmlns:a16="http://schemas.microsoft.com/office/drawing/2014/main" id="{A80552C6-BFA2-7858-AD85-66FA88BE6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6" name="Freeform 236">
                <a:extLst>
                  <a:ext uri="{FF2B5EF4-FFF2-40B4-BE49-F238E27FC236}">
                    <a16:creationId xmlns:a16="http://schemas.microsoft.com/office/drawing/2014/main" id="{F6C986C4-5749-03F1-5E76-609265F631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7" name="Freeform 237">
                <a:extLst>
                  <a:ext uri="{FF2B5EF4-FFF2-40B4-BE49-F238E27FC236}">
                    <a16:creationId xmlns:a16="http://schemas.microsoft.com/office/drawing/2014/main" id="{6442C382-944B-B750-9FAB-1E098B0E1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8" name="Freeform 238">
                <a:extLst>
                  <a:ext uri="{FF2B5EF4-FFF2-40B4-BE49-F238E27FC236}">
                    <a16:creationId xmlns:a16="http://schemas.microsoft.com/office/drawing/2014/main" id="{BBB6F37B-C4F2-F06E-8719-B3AF1848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9" name="Freeform 239">
                <a:extLst>
                  <a:ext uri="{FF2B5EF4-FFF2-40B4-BE49-F238E27FC236}">
                    <a16:creationId xmlns:a16="http://schemas.microsoft.com/office/drawing/2014/main" id="{CFDC0D3C-2599-545B-10EA-3819253A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0" name="Freeform 240">
                <a:extLst>
                  <a:ext uri="{FF2B5EF4-FFF2-40B4-BE49-F238E27FC236}">
                    <a16:creationId xmlns:a16="http://schemas.microsoft.com/office/drawing/2014/main" id="{26F8C337-F0B1-7F15-E916-F5E88BD39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1" name="Freeform 241">
                <a:extLst>
                  <a:ext uri="{FF2B5EF4-FFF2-40B4-BE49-F238E27FC236}">
                    <a16:creationId xmlns:a16="http://schemas.microsoft.com/office/drawing/2014/main" id="{03C7EFFE-B15B-FD11-302F-7F14AA439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2" name="Freeform 242">
                <a:extLst>
                  <a:ext uri="{FF2B5EF4-FFF2-40B4-BE49-F238E27FC236}">
                    <a16:creationId xmlns:a16="http://schemas.microsoft.com/office/drawing/2014/main" id="{4AB6C551-AC42-2EAA-3115-C062E8E4B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3" name="Freeform 243">
                <a:extLst>
                  <a:ext uri="{FF2B5EF4-FFF2-40B4-BE49-F238E27FC236}">
                    <a16:creationId xmlns:a16="http://schemas.microsoft.com/office/drawing/2014/main" id="{50F799EF-C0C3-DCEA-54CB-E29E34C9C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4" name="Freeform 244">
                <a:extLst>
                  <a:ext uri="{FF2B5EF4-FFF2-40B4-BE49-F238E27FC236}">
                    <a16:creationId xmlns:a16="http://schemas.microsoft.com/office/drawing/2014/main" id="{DEFF9623-0EFD-0A4F-0A2C-D1582DF61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5" name="Freeform 245">
                <a:extLst>
                  <a:ext uri="{FF2B5EF4-FFF2-40B4-BE49-F238E27FC236}">
                    <a16:creationId xmlns:a16="http://schemas.microsoft.com/office/drawing/2014/main" id="{69391AEE-F3DD-AD50-9031-A5A99A3B7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6" name="Freeform 246">
                <a:extLst>
                  <a:ext uri="{FF2B5EF4-FFF2-40B4-BE49-F238E27FC236}">
                    <a16:creationId xmlns:a16="http://schemas.microsoft.com/office/drawing/2014/main" id="{8CBC2A0A-81C7-C8B9-364B-591D0C1EE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7" name="Freeform 247">
                <a:extLst>
                  <a:ext uri="{FF2B5EF4-FFF2-40B4-BE49-F238E27FC236}">
                    <a16:creationId xmlns:a16="http://schemas.microsoft.com/office/drawing/2014/main" id="{198D7A6F-EC92-8125-9B83-F2B84F39D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</p:grpSp>
      </p:grpSp>
      <p:sp>
        <p:nvSpPr>
          <p:cNvPr id="717048" name="Rectangle 248">
            <a:extLst>
              <a:ext uri="{FF2B5EF4-FFF2-40B4-BE49-F238E27FC236}">
                <a16:creationId xmlns:a16="http://schemas.microsoft.com/office/drawing/2014/main" id="{1EDA1561-46CE-A6E8-7A91-6CBF9EF56A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97933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049" name="Rectangle 249">
            <a:extLst>
              <a:ext uri="{FF2B5EF4-FFF2-40B4-BE49-F238E27FC236}">
                <a16:creationId xmlns:a16="http://schemas.microsoft.com/office/drawing/2014/main" id="{2C123ABD-A09E-51D5-DB39-BCBCFC88AAC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12800" y="1600200"/>
            <a:ext cx="108712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050" name="Rectangle 250">
            <a:extLst>
              <a:ext uri="{FF2B5EF4-FFF2-40B4-BE49-F238E27FC236}">
                <a16:creationId xmlns:a16="http://schemas.microsoft.com/office/drawing/2014/main" id="{822726E2-D5B3-AB04-6983-8000179360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7934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1" name="Rectangle 251">
            <a:extLst>
              <a:ext uri="{FF2B5EF4-FFF2-40B4-BE49-F238E27FC236}">
                <a16:creationId xmlns:a16="http://schemas.microsoft.com/office/drawing/2014/main" id="{150FD294-4B3D-4E8E-9A69-24D3638566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1367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2" name="Rectangle 252">
            <a:extLst>
              <a:ext uri="{FF2B5EF4-FFF2-40B4-BE49-F238E27FC236}">
                <a16:creationId xmlns:a16="http://schemas.microsoft.com/office/drawing/2014/main" id="{BA4BDA46-EC7D-2EA6-7E3C-E83B9F1EEC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3368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F0ADA939-E493-6A48-B724-89A6BA7B73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4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2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7A2CCF0D-E990-F45A-34CD-1C3A7A4FE7C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609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54838996-C484-23D2-0C23-31B69C97A19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905001"/>
            <a:ext cx="11387667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90180" name="Rectangle 4">
            <a:extLst>
              <a:ext uri="{FF2B5EF4-FFF2-40B4-BE49-F238E27FC236}">
                <a16:creationId xmlns:a16="http://schemas.microsoft.com/office/drawing/2014/main" id="{E1F1393E-A359-A511-9760-CC65AB5686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1" name="Rectangle 5">
            <a:extLst>
              <a:ext uri="{FF2B5EF4-FFF2-40B4-BE49-F238E27FC236}">
                <a16:creationId xmlns:a16="http://schemas.microsoft.com/office/drawing/2014/main" id="{5F060D59-A59C-9166-5D6B-DC53F39371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2" name="Rectangle 6">
            <a:extLst>
              <a:ext uri="{FF2B5EF4-FFF2-40B4-BE49-F238E27FC236}">
                <a16:creationId xmlns:a16="http://schemas.microsoft.com/office/drawing/2014/main" id="{D573F5EA-3AFB-BB9D-7C1E-C674747FA0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5424F24A-3D81-BB4A-8253-361AEAC9F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39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hyperlink" Target="../&#27010;&#29575;&#32479;&#35745;&#30005;&#23376;&#25945;&#26696;.ppt#-1,10,&#31532;&#19971;&#31456;  &#21442;&#25968;&#20272;&#35745;" TargetMode="Externa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4" Type="http://schemas.openxmlformats.org/officeDocument/2006/relationships/slide" Target="slide2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2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2.e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0.e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5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7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2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3.emf"/><Relationship Id="rId4" Type="http://schemas.openxmlformats.org/officeDocument/2006/relationships/image" Target="../media/image80.emf"/><Relationship Id="rId9" Type="http://schemas.openxmlformats.org/officeDocument/2006/relationships/oleObject" Target="../embeddings/oleObject8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0.e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9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1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5.e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1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2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6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8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15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7" Type="http://schemas.openxmlformats.org/officeDocument/2006/relationships/image" Target="../media/image12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5.bin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2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7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26.e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3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30.emf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3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34.emf"/><Relationship Id="rId4" Type="http://schemas.openxmlformats.org/officeDocument/2006/relationships/image" Target="../media/image131.emf"/><Relationship Id="rId9" Type="http://schemas.openxmlformats.org/officeDocument/2006/relationships/oleObject" Target="../embeddings/oleObject14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135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6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2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9.e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1.emf"/><Relationship Id="rId4" Type="http://schemas.openxmlformats.org/officeDocument/2006/relationships/image" Target="../media/image138.emf"/><Relationship Id="rId9" Type="http://schemas.openxmlformats.org/officeDocument/2006/relationships/oleObject" Target="../embeddings/oleObject14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45.emf"/><Relationship Id="rId4" Type="http://schemas.openxmlformats.org/officeDocument/2006/relationships/image" Target="../media/image143.emf"/><Relationship Id="rId9" Type="http://schemas.openxmlformats.org/officeDocument/2006/relationships/oleObject" Target="../embeddings/oleObject15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5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49.emf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5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54.emf"/><Relationship Id="rId4" Type="http://schemas.openxmlformats.org/officeDocument/2006/relationships/image" Target="../media/image151.emf"/><Relationship Id="rId9" Type="http://schemas.openxmlformats.org/officeDocument/2006/relationships/oleObject" Target="../embeddings/oleObject16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158.emf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65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../&#27010;&#29575;&#32479;&#35745;&#30005;&#23376;&#25945;&#26696;.ppt#-1,10,&#31532;&#19971;&#31456;  &#21442;&#25968;&#20272;&#35745;" TargetMode="Externa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71.xml"/><Relationship Id="rId2" Type="http://schemas.openxmlformats.org/officeDocument/2006/relationships/slide" Target="slide5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gi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60.e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62.emf"/><Relationship Id="rId4" Type="http://schemas.openxmlformats.org/officeDocument/2006/relationships/image" Target="../media/image159.emf"/><Relationship Id="rId9" Type="http://schemas.openxmlformats.org/officeDocument/2006/relationships/oleObject" Target="../embeddings/oleObject169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66.e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oleObject" Target="../embeddings/oleObject17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63.emf"/><Relationship Id="rId11" Type="http://schemas.openxmlformats.org/officeDocument/2006/relationships/image" Target="../media/image165.emf"/><Relationship Id="rId5" Type="http://schemas.openxmlformats.org/officeDocument/2006/relationships/oleObject" Target="../embeddings/oleObject171.bin"/><Relationship Id="rId15" Type="http://schemas.openxmlformats.org/officeDocument/2006/relationships/image" Target="../media/image167.emf"/><Relationship Id="rId10" Type="http://schemas.openxmlformats.org/officeDocument/2006/relationships/oleObject" Target="../embeddings/oleObject174.bin"/><Relationship Id="rId4" Type="http://schemas.openxmlformats.org/officeDocument/2006/relationships/image" Target="../media/image162.emf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7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75.e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72.emf"/><Relationship Id="rId17" Type="http://schemas.openxmlformats.org/officeDocument/2006/relationships/oleObject" Target="../embeddings/oleObject18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4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69.e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71.emf"/><Relationship Id="rId4" Type="http://schemas.openxmlformats.org/officeDocument/2006/relationships/image" Target="../media/image168.e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73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77.em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79.emf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8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84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81.e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83.emf"/><Relationship Id="rId4" Type="http://schemas.openxmlformats.org/officeDocument/2006/relationships/image" Target="../media/image180.e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85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oleObject" Target="../embeddings/oleObject200.bin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9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87.e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89.emf"/><Relationship Id="rId4" Type="http://schemas.openxmlformats.org/officeDocument/2006/relationships/image" Target="../media/image186.e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91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9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93.e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195.emf"/><Relationship Id="rId4" Type="http://schemas.openxmlformats.org/officeDocument/2006/relationships/image" Target="../media/image192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97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05.e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02.e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01.e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03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13" Type="http://schemas.openxmlformats.org/officeDocument/2006/relationships/oleObject" Target="../embeddings/oleObject221.bin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21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07.e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0" Type="http://schemas.openxmlformats.org/officeDocument/2006/relationships/image" Target="../media/image209.emf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211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13.e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12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18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15.e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0" Type="http://schemas.openxmlformats.org/officeDocument/2006/relationships/image" Target="../media/image217.emf"/><Relationship Id="rId4" Type="http://schemas.openxmlformats.org/officeDocument/2006/relationships/image" Target="../media/image214.emf"/><Relationship Id="rId9" Type="http://schemas.openxmlformats.org/officeDocument/2006/relationships/oleObject" Target="../embeddings/oleObject229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3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20.e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22.emf"/><Relationship Id="rId4" Type="http://schemas.openxmlformats.org/officeDocument/2006/relationships/image" Target="../media/image219.emf"/><Relationship Id="rId9" Type="http://schemas.openxmlformats.org/officeDocument/2006/relationships/oleObject" Target="../embeddings/oleObject234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emf"/><Relationship Id="rId13" Type="http://schemas.openxmlformats.org/officeDocument/2006/relationships/oleObject" Target="../embeddings/oleObject241.bin"/><Relationship Id="rId18" Type="http://schemas.openxmlformats.org/officeDocument/2006/relationships/oleObject" Target="../embeddings/oleObject244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8.e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0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25.e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27.emf"/><Relationship Id="rId19" Type="http://schemas.openxmlformats.org/officeDocument/2006/relationships/image" Target="../media/image231.emf"/><Relationship Id="rId4" Type="http://schemas.openxmlformats.org/officeDocument/2006/relationships/image" Target="../media/image224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29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39.e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6.emf"/><Relationship Id="rId17" Type="http://schemas.openxmlformats.org/officeDocument/2006/relationships/oleObject" Target="../embeddings/oleObject25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8.emf"/><Relationship Id="rId20" Type="http://schemas.openxmlformats.org/officeDocument/2006/relationships/image" Target="../media/image240.e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33.e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10" Type="http://schemas.openxmlformats.org/officeDocument/2006/relationships/image" Target="../media/image235.e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32.e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37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emf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45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42.e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0" Type="http://schemas.openxmlformats.org/officeDocument/2006/relationships/image" Target="../media/image244.emf"/><Relationship Id="rId4" Type="http://schemas.openxmlformats.org/officeDocument/2006/relationships/image" Target="../media/image241.e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46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oleObject" Target="../embeddings/oleObject265.bin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51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48.e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0" Type="http://schemas.openxmlformats.org/officeDocument/2006/relationships/image" Target="../media/image250.emf"/><Relationship Id="rId4" Type="http://schemas.openxmlformats.org/officeDocument/2006/relationships/image" Target="../media/image247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52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emf"/><Relationship Id="rId13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57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9.e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54.e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56.emf"/><Relationship Id="rId4" Type="http://schemas.openxmlformats.org/officeDocument/2006/relationships/image" Target="../media/image253.e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58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13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64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61.e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263.emf"/><Relationship Id="rId4" Type="http://schemas.openxmlformats.org/officeDocument/2006/relationships/image" Target="../media/image260.e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65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e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7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267.e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269.emf"/><Relationship Id="rId4" Type="http://schemas.openxmlformats.org/officeDocument/2006/relationships/image" Target="../media/image266.emf"/><Relationship Id="rId9" Type="http://schemas.openxmlformats.org/officeDocument/2006/relationships/oleObject" Target="../embeddings/oleObject282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e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72.emf"/><Relationship Id="rId5" Type="http://schemas.openxmlformats.org/officeDocument/2006/relationships/oleObject" Target="../embeddings/oleObject285.bin"/><Relationship Id="rId10" Type="http://schemas.openxmlformats.org/officeDocument/2006/relationships/image" Target="../media/image274.emf"/><Relationship Id="rId4" Type="http://schemas.openxmlformats.org/officeDocument/2006/relationships/image" Target="../media/image271.emf"/><Relationship Id="rId9" Type="http://schemas.openxmlformats.org/officeDocument/2006/relationships/oleObject" Target="../embeddings/oleObject287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296.bin"/><Relationship Id="rId3" Type="http://schemas.openxmlformats.org/officeDocument/2006/relationships/oleObject" Target="../embeddings/oleObject288.bin"/><Relationship Id="rId21" Type="http://schemas.openxmlformats.org/officeDocument/2006/relationships/image" Target="../media/image283.emf"/><Relationship Id="rId7" Type="http://schemas.openxmlformats.org/officeDocument/2006/relationships/oleObject" Target="../embeddings/oleObject290.bin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281.e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95.bin"/><Relationship Id="rId20" Type="http://schemas.openxmlformats.org/officeDocument/2006/relationships/oleObject" Target="../embeddings/oleObject297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276.emf"/><Relationship Id="rId11" Type="http://schemas.openxmlformats.org/officeDocument/2006/relationships/image" Target="../media/image278.emf"/><Relationship Id="rId5" Type="http://schemas.openxmlformats.org/officeDocument/2006/relationships/oleObject" Target="../embeddings/oleObject289.bin"/><Relationship Id="rId15" Type="http://schemas.openxmlformats.org/officeDocument/2006/relationships/image" Target="../media/image280.e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282.emf"/><Relationship Id="rId4" Type="http://schemas.openxmlformats.org/officeDocument/2006/relationships/image" Target="../media/image275.emf"/><Relationship Id="rId9" Type="http://schemas.openxmlformats.org/officeDocument/2006/relationships/oleObject" Target="../embeddings/oleObject291.bin"/><Relationship Id="rId14" Type="http://schemas.openxmlformats.org/officeDocument/2006/relationships/oleObject" Target="../embeddings/oleObject294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e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291.e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88.e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0.emf"/><Relationship Id="rId20" Type="http://schemas.openxmlformats.org/officeDocument/2006/relationships/image" Target="../media/image292.e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85.e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287.e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84.e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89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emf"/><Relationship Id="rId13" Type="http://schemas.openxmlformats.org/officeDocument/2006/relationships/oleObject" Target="../embeddings/oleObject312.bin"/><Relationship Id="rId18" Type="http://schemas.openxmlformats.org/officeDocument/2006/relationships/image" Target="../media/image299.e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296.emf"/><Relationship Id="rId17" Type="http://schemas.openxmlformats.org/officeDocument/2006/relationships/oleObject" Target="../embeddings/oleObject3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8.emf"/><Relationship Id="rId20" Type="http://schemas.openxmlformats.org/officeDocument/2006/relationships/image" Target="../media/image276.e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77.emf"/><Relationship Id="rId11" Type="http://schemas.openxmlformats.org/officeDocument/2006/relationships/oleObject" Target="../embeddings/oleObject311.bin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10" Type="http://schemas.openxmlformats.org/officeDocument/2006/relationships/image" Target="../media/image295.emf"/><Relationship Id="rId19" Type="http://schemas.openxmlformats.org/officeDocument/2006/relationships/oleObject" Target="../embeddings/oleObject315.bin"/><Relationship Id="rId4" Type="http://schemas.openxmlformats.org/officeDocument/2006/relationships/image" Target="../media/image293.e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297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emf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01.emf"/><Relationship Id="rId5" Type="http://schemas.openxmlformats.org/officeDocument/2006/relationships/oleObject" Target="../embeddings/oleObject317.bin"/><Relationship Id="rId4" Type="http://schemas.openxmlformats.org/officeDocument/2006/relationships/image" Target="../media/image300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../&#27010;&#29575;&#32479;&#35745;&#30005;&#23376;&#25945;&#26696;.ppt#-1,10,&#31532;&#19971;&#31456;  &#21442;&#25968;&#20272;&#35745;" TargetMode="Externa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9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6.vml"/><Relationship Id="rId4" Type="http://schemas.openxmlformats.org/officeDocument/2006/relationships/image" Target="../media/image303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0.bin"/><Relationship Id="rId7" Type="http://schemas.openxmlformats.org/officeDocument/2006/relationships/image" Target="../media/image305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321.bin"/><Relationship Id="rId5" Type="http://schemas.openxmlformats.org/officeDocument/2006/relationships/image" Target="../media/image306.png"/><Relationship Id="rId4" Type="http://schemas.openxmlformats.org/officeDocument/2006/relationships/image" Target="../media/image304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7" Type="http://schemas.openxmlformats.org/officeDocument/2006/relationships/image" Target="../media/image308.e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323.bin"/><Relationship Id="rId5" Type="http://schemas.openxmlformats.org/officeDocument/2006/relationships/image" Target="../media/image307.emf"/><Relationship Id="rId4" Type="http://schemas.openxmlformats.org/officeDocument/2006/relationships/oleObject" Target="../embeddings/oleObject322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313.emf"/><Relationship Id="rId18" Type="http://schemas.openxmlformats.org/officeDocument/2006/relationships/oleObject" Target="../embeddings/oleObject331.bin"/><Relationship Id="rId3" Type="http://schemas.openxmlformats.org/officeDocument/2006/relationships/image" Target="../media/image306.png"/><Relationship Id="rId21" Type="http://schemas.openxmlformats.org/officeDocument/2006/relationships/oleObject" Target="../embeddings/oleObject332.bin"/><Relationship Id="rId7" Type="http://schemas.openxmlformats.org/officeDocument/2006/relationships/image" Target="../media/image310.e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315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30.bin"/><Relationship Id="rId20" Type="http://schemas.openxmlformats.org/officeDocument/2006/relationships/image" Target="../media/image318.png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312.emf"/><Relationship Id="rId5" Type="http://schemas.openxmlformats.org/officeDocument/2006/relationships/image" Target="../media/image309.emf"/><Relationship Id="rId15" Type="http://schemas.openxmlformats.org/officeDocument/2006/relationships/image" Target="../media/image314.e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316.emf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311.emf"/><Relationship Id="rId14" Type="http://schemas.openxmlformats.org/officeDocument/2006/relationships/oleObject" Target="../embeddings/oleObject329.bin"/><Relationship Id="rId22" Type="http://schemas.openxmlformats.org/officeDocument/2006/relationships/image" Target="../media/image317.e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emf"/><Relationship Id="rId13" Type="http://schemas.openxmlformats.org/officeDocument/2006/relationships/oleObject" Target="../embeddings/oleObject338.bin"/><Relationship Id="rId18" Type="http://schemas.openxmlformats.org/officeDocument/2006/relationships/image" Target="../media/image326.emf"/><Relationship Id="rId3" Type="http://schemas.openxmlformats.org/officeDocument/2006/relationships/oleObject" Target="../embeddings/oleObject333.bin"/><Relationship Id="rId21" Type="http://schemas.openxmlformats.org/officeDocument/2006/relationships/oleObject" Target="../embeddings/oleObject342.bin"/><Relationship Id="rId7" Type="http://schemas.openxmlformats.org/officeDocument/2006/relationships/oleObject" Target="../embeddings/oleObject335.bin"/><Relationship Id="rId12" Type="http://schemas.openxmlformats.org/officeDocument/2006/relationships/image" Target="../media/image323.emf"/><Relationship Id="rId17" Type="http://schemas.openxmlformats.org/officeDocument/2006/relationships/oleObject" Target="../embeddings/oleObject34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5.emf"/><Relationship Id="rId20" Type="http://schemas.openxmlformats.org/officeDocument/2006/relationships/image" Target="../media/image327.e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320.emf"/><Relationship Id="rId11" Type="http://schemas.openxmlformats.org/officeDocument/2006/relationships/oleObject" Target="../embeddings/oleObject337.bin"/><Relationship Id="rId5" Type="http://schemas.openxmlformats.org/officeDocument/2006/relationships/oleObject" Target="../embeddings/oleObject334.bin"/><Relationship Id="rId15" Type="http://schemas.openxmlformats.org/officeDocument/2006/relationships/oleObject" Target="../embeddings/oleObject339.bin"/><Relationship Id="rId10" Type="http://schemas.openxmlformats.org/officeDocument/2006/relationships/image" Target="../media/image322.emf"/><Relationship Id="rId19" Type="http://schemas.openxmlformats.org/officeDocument/2006/relationships/oleObject" Target="../embeddings/oleObject341.bin"/><Relationship Id="rId4" Type="http://schemas.openxmlformats.org/officeDocument/2006/relationships/image" Target="../media/image319.emf"/><Relationship Id="rId9" Type="http://schemas.openxmlformats.org/officeDocument/2006/relationships/oleObject" Target="../embeddings/oleObject336.bin"/><Relationship Id="rId14" Type="http://schemas.openxmlformats.org/officeDocument/2006/relationships/image" Target="../media/image324.emf"/><Relationship Id="rId22" Type="http://schemas.openxmlformats.org/officeDocument/2006/relationships/image" Target="../media/image328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emf"/><Relationship Id="rId13" Type="http://schemas.openxmlformats.org/officeDocument/2006/relationships/oleObject" Target="../embeddings/oleObject348.bin"/><Relationship Id="rId18" Type="http://schemas.openxmlformats.org/officeDocument/2006/relationships/image" Target="../media/image336.emf"/><Relationship Id="rId26" Type="http://schemas.openxmlformats.org/officeDocument/2006/relationships/image" Target="../media/image339.emf"/><Relationship Id="rId3" Type="http://schemas.openxmlformats.org/officeDocument/2006/relationships/oleObject" Target="../embeddings/oleObject343.bin"/><Relationship Id="rId21" Type="http://schemas.openxmlformats.org/officeDocument/2006/relationships/oleObject" Target="../embeddings/oleObject352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333.emf"/><Relationship Id="rId17" Type="http://schemas.openxmlformats.org/officeDocument/2006/relationships/oleObject" Target="../embeddings/oleObject350.bin"/><Relationship Id="rId25" Type="http://schemas.openxmlformats.org/officeDocument/2006/relationships/oleObject" Target="../embeddings/oleObject35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35.emf"/><Relationship Id="rId20" Type="http://schemas.openxmlformats.org/officeDocument/2006/relationships/image" Target="../media/image337.e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330.emf"/><Relationship Id="rId11" Type="http://schemas.openxmlformats.org/officeDocument/2006/relationships/oleObject" Target="../embeddings/oleObject347.bin"/><Relationship Id="rId24" Type="http://schemas.openxmlformats.org/officeDocument/2006/relationships/image" Target="../media/image340.png"/><Relationship Id="rId5" Type="http://schemas.openxmlformats.org/officeDocument/2006/relationships/oleObject" Target="../embeddings/oleObject344.bin"/><Relationship Id="rId15" Type="http://schemas.openxmlformats.org/officeDocument/2006/relationships/oleObject" Target="../embeddings/oleObject349.bin"/><Relationship Id="rId23" Type="http://schemas.openxmlformats.org/officeDocument/2006/relationships/oleObject" Target="../embeddings/oleObject353.bin"/><Relationship Id="rId10" Type="http://schemas.openxmlformats.org/officeDocument/2006/relationships/image" Target="../media/image332.emf"/><Relationship Id="rId19" Type="http://schemas.openxmlformats.org/officeDocument/2006/relationships/oleObject" Target="../embeddings/oleObject351.bin"/><Relationship Id="rId4" Type="http://schemas.openxmlformats.org/officeDocument/2006/relationships/image" Target="../media/image329.emf"/><Relationship Id="rId9" Type="http://schemas.openxmlformats.org/officeDocument/2006/relationships/oleObject" Target="../embeddings/oleObject346.bin"/><Relationship Id="rId14" Type="http://schemas.openxmlformats.org/officeDocument/2006/relationships/image" Target="../media/image334.emf"/><Relationship Id="rId22" Type="http://schemas.openxmlformats.org/officeDocument/2006/relationships/image" Target="../media/image338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7.bin"/><Relationship Id="rId13" Type="http://schemas.openxmlformats.org/officeDocument/2006/relationships/image" Target="../media/image345.emf"/><Relationship Id="rId3" Type="http://schemas.openxmlformats.org/officeDocument/2006/relationships/oleObject" Target="../embeddings/oleObject355.bin"/><Relationship Id="rId7" Type="http://schemas.openxmlformats.org/officeDocument/2006/relationships/image" Target="../media/image342.emf"/><Relationship Id="rId12" Type="http://schemas.openxmlformats.org/officeDocument/2006/relationships/oleObject" Target="../embeddings/oleObject359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356.bin"/><Relationship Id="rId11" Type="http://schemas.openxmlformats.org/officeDocument/2006/relationships/image" Target="../media/image344.emf"/><Relationship Id="rId5" Type="http://schemas.openxmlformats.org/officeDocument/2006/relationships/image" Target="../media/image347.png"/><Relationship Id="rId15" Type="http://schemas.openxmlformats.org/officeDocument/2006/relationships/image" Target="../media/image346.emf"/><Relationship Id="rId10" Type="http://schemas.openxmlformats.org/officeDocument/2006/relationships/oleObject" Target="../embeddings/oleObject358.bin"/><Relationship Id="rId4" Type="http://schemas.openxmlformats.org/officeDocument/2006/relationships/image" Target="../media/image341.emf"/><Relationship Id="rId9" Type="http://schemas.openxmlformats.org/officeDocument/2006/relationships/image" Target="../media/image343.emf"/><Relationship Id="rId14" Type="http://schemas.openxmlformats.org/officeDocument/2006/relationships/oleObject" Target="../embeddings/oleObject360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emf"/><Relationship Id="rId13" Type="http://schemas.openxmlformats.org/officeDocument/2006/relationships/oleObject" Target="../embeddings/oleObject366.bin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52.emf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54.e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349.e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10" Type="http://schemas.openxmlformats.org/officeDocument/2006/relationships/image" Target="../media/image351.emf"/><Relationship Id="rId4" Type="http://schemas.openxmlformats.org/officeDocument/2006/relationships/image" Target="../media/image348.e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53.e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emf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356.emf"/><Relationship Id="rId5" Type="http://schemas.openxmlformats.org/officeDocument/2006/relationships/oleObject" Target="../embeddings/oleObject369.bin"/><Relationship Id="rId10" Type="http://schemas.openxmlformats.org/officeDocument/2006/relationships/image" Target="../media/image358.emf"/><Relationship Id="rId4" Type="http://schemas.openxmlformats.org/officeDocument/2006/relationships/image" Target="../media/image355.emf"/><Relationship Id="rId9" Type="http://schemas.openxmlformats.org/officeDocument/2006/relationships/oleObject" Target="../embeddings/oleObject371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emf"/><Relationship Id="rId13" Type="http://schemas.openxmlformats.org/officeDocument/2006/relationships/oleObject" Target="../embeddings/oleObject377.bin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63.emf"/><Relationship Id="rId17" Type="http://schemas.openxmlformats.org/officeDocument/2006/relationships/oleObject" Target="../embeddings/oleObject37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65.e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360.e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362.emf"/><Relationship Id="rId4" Type="http://schemas.openxmlformats.org/officeDocument/2006/relationships/image" Target="../media/image359.emf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364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2.bin"/><Relationship Id="rId13" Type="http://schemas.openxmlformats.org/officeDocument/2006/relationships/image" Target="../media/image370.emf"/><Relationship Id="rId18" Type="http://schemas.openxmlformats.org/officeDocument/2006/relationships/oleObject" Target="../embeddings/oleObject387.bin"/><Relationship Id="rId3" Type="http://schemas.openxmlformats.org/officeDocument/2006/relationships/oleObject" Target="../embeddings/oleObject380.bin"/><Relationship Id="rId7" Type="http://schemas.openxmlformats.org/officeDocument/2006/relationships/image" Target="../media/image367.emf"/><Relationship Id="rId12" Type="http://schemas.openxmlformats.org/officeDocument/2006/relationships/oleObject" Target="../embeddings/oleObject384.bin"/><Relationship Id="rId17" Type="http://schemas.openxmlformats.org/officeDocument/2006/relationships/image" Target="../media/image372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86.bin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381.bin"/><Relationship Id="rId11" Type="http://schemas.openxmlformats.org/officeDocument/2006/relationships/image" Target="../media/image369.emf"/><Relationship Id="rId5" Type="http://schemas.openxmlformats.org/officeDocument/2006/relationships/image" Target="../media/image347.png"/><Relationship Id="rId15" Type="http://schemas.openxmlformats.org/officeDocument/2006/relationships/image" Target="../media/image371.emf"/><Relationship Id="rId10" Type="http://schemas.openxmlformats.org/officeDocument/2006/relationships/oleObject" Target="../embeddings/oleObject383.bin"/><Relationship Id="rId19" Type="http://schemas.openxmlformats.org/officeDocument/2006/relationships/image" Target="../media/image373.emf"/><Relationship Id="rId4" Type="http://schemas.openxmlformats.org/officeDocument/2006/relationships/image" Target="../media/image366.emf"/><Relationship Id="rId9" Type="http://schemas.openxmlformats.org/officeDocument/2006/relationships/image" Target="../media/image368.emf"/><Relationship Id="rId14" Type="http://schemas.openxmlformats.org/officeDocument/2006/relationships/oleObject" Target="../embeddings/oleObject385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emf"/><Relationship Id="rId13" Type="http://schemas.openxmlformats.org/officeDocument/2006/relationships/oleObject" Target="../embeddings/oleObject393.bin"/><Relationship Id="rId3" Type="http://schemas.openxmlformats.org/officeDocument/2006/relationships/oleObject" Target="../embeddings/oleObject388.bin"/><Relationship Id="rId7" Type="http://schemas.openxmlformats.org/officeDocument/2006/relationships/oleObject" Target="../embeddings/oleObject390.bin"/><Relationship Id="rId12" Type="http://schemas.openxmlformats.org/officeDocument/2006/relationships/image" Target="../media/image378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80.e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75.emf"/><Relationship Id="rId11" Type="http://schemas.openxmlformats.org/officeDocument/2006/relationships/oleObject" Target="../embeddings/oleObject392.bin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4.bin"/><Relationship Id="rId10" Type="http://schemas.openxmlformats.org/officeDocument/2006/relationships/image" Target="../media/image377.emf"/><Relationship Id="rId4" Type="http://schemas.openxmlformats.org/officeDocument/2006/relationships/image" Target="../media/image374.emf"/><Relationship Id="rId9" Type="http://schemas.openxmlformats.org/officeDocument/2006/relationships/oleObject" Target="../embeddings/oleObject391.bin"/><Relationship Id="rId14" Type="http://schemas.openxmlformats.org/officeDocument/2006/relationships/image" Target="../media/image379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emf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9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382.emf"/><Relationship Id="rId5" Type="http://schemas.openxmlformats.org/officeDocument/2006/relationships/oleObject" Target="../embeddings/oleObject396.bin"/><Relationship Id="rId10" Type="http://schemas.openxmlformats.org/officeDocument/2006/relationships/image" Target="../media/image384.emf"/><Relationship Id="rId4" Type="http://schemas.openxmlformats.org/officeDocument/2006/relationships/image" Target="../media/image381.emf"/><Relationship Id="rId9" Type="http://schemas.openxmlformats.org/officeDocument/2006/relationships/oleObject" Target="../embeddings/oleObject398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emf"/><Relationship Id="rId13" Type="http://schemas.openxmlformats.org/officeDocument/2006/relationships/oleObject" Target="../embeddings/oleObject404.bin"/><Relationship Id="rId3" Type="http://schemas.openxmlformats.org/officeDocument/2006/relationships/oleObject" Target="../embeddings/oleObject399.bin"/><Relationship Id="rId7" Type="http://schemas.openxmlformats.org/officeDocument/2006/relationships/oleObject" Target="../embeddings/oleObject401.bin"/><Relationship Id="rId12" Type="http://schemas.openxmlformats.org/officeDocument/2006/relationships/image" Target="../media/image389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86.emf"/><Relationship Id="rId11" Type="http://schemas.openxmlformats.org/officeDocument/2006/relationships/oleObject" Target="../embeddings/oleObject403.bin"/><Relationship Id="rId5" Type="http://schemas.openxmlformats.org/officeDocument/2006/relationships/oleObject" Target="../embeddings/oleObject400.bin"/><Relationship Id="rId10" Type="http://schemas.openxmlformats.org/officeDocument/2006/relationships/image" Target="../media/image388.emf"/><Relationship Id="rId4" Type="http://schemas.openxmlformats.org/officeDocument/2006/relationships/image" Target="../media/image385.e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390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0.vml"/><Relationship Id="rId5" Type="http://schemas.openxmlformats.org/officeDocument/2006/relationships/image" Target="../media/image391.emf"/><Relationship Id="rId4" Type="http://schemas.openxmlformats.org/officeDocument/2006/relationships/oleObject" Target="../embeddings/oleObject405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emf"/><Relationship Id="rId13" Type="http://schemas.openxmlformats.org/officeDocument/2006/relationships/oleObject" Target="../embeddings/oleObject411.bin"/><Relationship Id="rId18" Type="http://schemas.openxmlformats.org/officeDocument/2006/relationships/image" Target="../media/image399.emf"/><Relationship Id="rId3" Type="http://schemas.openxmlformats.org/officeDocument/2006/relationships/oleObject" Target="../embeddings/oleObject406.bin"/><Relationship Id="rId7" Type="http://schemas.openxmlformats.org/officeDocument/2006/relationships/oleObject" Target="../embeddings/oleObject408.bin"/><Relationship Id="rId12" Type="http://schemas.openxmlformats.org/officeDocument/2006/relationships/image" Target="../media/image396.emf"/><Relationship Id="rId17" Type="http://schemas.openxmlformats.org/officeDocument/2006/relationships/oleObject" Target="../embeddings/oleObject413.bin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98.emf"/><Relationship Id="rId20" Type="http://schemas.openxmlformats.org/officeDocument/2006/relationships/image" Target="../media/image400.emf"/><Relationship Id="rId1" Type="http://schemas.openxmlformats.org/officeDocument/2006/relationships/vmlDrawing" Target="../drawings/vmlDrawing81.vml"/><Relationship Id="rId6" Type="http://schemas.openxmlformats.org/officeDocument/2006/relationships/image" Target="../media/image393.emf"/><Relationship Id="rId11" Type="http://schemas.openxmlformats.org/officeDocument/2006/relationships/oleObject" Target="../embeddings/oleObject410.bin"/><Relationship Id="rId5" Type="http://schemas.openxmlformats.org/officeDocument/2006/relationships/oleObject" Target="../embeddings/oleObject407.bin"/><Relationship Id="rId15" Type="http://schemas.openxmlformats.org/officeDocument/2006/relationships/oleObject" Target="../embeddings/oleObject412.bin"/><Relationship Id="rId10" Type="http://schemas.openxmlformats.org/officeDocument/2006/relationships/image" Target="../media/image395.emf"/><Relationship Id="rId19" Type="http://schemas.openxmlformats.org/officeDocument/2006/relationships/oleObject" Target="../embeddings/oleObject414.bin"/><Relationship Id="rId4" Type="http://schemas.openxmlformats.org/officeDocument/2006/relationships/image" Target="../media/image392.emf"/><Relationship Id="rId9" Type="http://schemas.openxmlformats.org/officeDocument/2006/relationships/oleObject" Target="../embeddings/oleObject409.bin"/><Relationship Id="rId14" Type="http://schemas.openxmlformats.org/officeDocument/2006/relationships/image" Target="../media/image397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7.bin"/><Relationship Id="rId13" Type="http://schemas.openxmlformats.org/officeDocument/2006/relationships/image" Target="../media/image405.emf"/><Relationship Id="rId3" Type="http://schemas.openxmlformats.org/officeDocument/2006/relationships/image" Target="../media/image406.png"/><Relationship Id="rId7" Type="http://schemas.openxmlformats.org/officeDocument/2006/relationships/image" Target="../media/image402.emf"/><Relationship Id="rId12" Type="http://schemas.openxmlformats.org/officeDocument/2006/relationships/oleObject" Target="../embeddings/oleObject41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2.vml"/><Relationship Id="rId6" Type="http://schemas.openxmlformats.org/officeDocument/2006/relationships/oleObject" Target="../embeddings/oleObject416.bin"/><Relationship Id="rId11" Type="http://schemas.openxmlformats.org/officeDocument/2006/relationships/image" Target="../media/image404.emf"/><Relationship Id="rId5" Type="http://schemas.openxmlformats.org/officeDocument/2006/relationships/image" Target="../media/image401.emf"/><Relationship Id="rId10" Type="http://schemas.openxmlformats.org/officeDocument/2006/relationships/oleObject" Target="../embeddings/oleObject418.bin"/><Relationship Id="rId4" Type="http://schemas.openxmlformats.org/officeDocument/2006/relationships/oleObject" Target="../embeddings/oleObject415.bin"/><Relationship Id="rId9" Type="http://schemas.openxmlformats.org/officeDocument/2006/relationships/image" Target="../media/image403.emf"/></Relationships>
</file>

<file path=ppt/slides/_rels/slide9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5.bin"/><Relationship Id="rId18" Type="http://schemas.openxmlformats.org/officeDocument/2006/relationships/image" Target="../media/image414.emf"/><Relationship Id="rId26" Type="http://schemas.openxmlformats.org/officeDocument/2006/relationships/image" Target="../media/image418.emf"/><Relationship Id="rId39" Type="http://schemas.openxmlformats.org/officeDocument/2006/relationships/oleObject" Target="../embeddings/oleObject438.bin"/><Relationship Id="rId21" Type="http://schemas.openxmlformats.org/officeDocument/2006/relationships/oleObject" Target="../embeddings/oleObject429.bin"/><Relationship Id="rId34" Type="http://schemas.openxmlformats.org/officeDocument/2006/relationships/image" Target="../media/image422.emf"/><Relationship Id="rId42" Type="http://schemas.openxmlformats.org/officeDocument/2006/relationships/image" Target="../media/image426.emf"/><Relationship Id="rId47" Type="http://schemas.openxmlformats.org/officeDocument/2006/relationships/oleObject" Target="../embeddings/oleObject442.bin"/><Relationship Id="rId50" Type="http://schemas.openxmlformats.org/officeDocument/2006/relationships/image" Target="../media/image430.emf"/><Relationship Id="rId55" Type="http://schemas.openxmlformats.org/officeDocument/2006/relationships/oleObject" Target="../embeddings/oleObject446.bin"/><Relationship Id="rId63" Type="http://schemas.openxmlformats.org/officeDocument/2006/relationships/oleObject" Target="../embeddings/oleObject450.bin"/><Relationship Id="rId7" Type="http://schemas.openxmlformats.org/officeDocument/2006/relationships/oleObject" Target="../embeddings/oleObject422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13.emf"/><Relationship Id="rId29" Type="http://schemas.openxmlformats.org/officeDocument/2006/relationships/oleObject" Target="../embeddings/oleObject433.bin"/><Relationship Id="rId11" Type="http://schemas.openxmlformats.org/officeDocument/2006/relationships/oleObject" Target="../embeddings/oleObject424.bin"/><Relationship Id="rId24" Type="http://schemas.openxmlformats.org/officeDocument/2006/relationships/image" Target="../media/image417.emf"/><Relationship Id="rId32" Type="http://schemas.openxmlformats.org/officeDocument/2006/relationships/image" Target="../media/image421.emf"/><Relationship Id="rId37" Type="http://schemas.openxmlformats.org/officeDocument/2006/relationships/oleObject" Target="../embeddings/oleObject437.bin"/><Relationship Id="rId40" Type="http://schemas.openxmlformats.org/officeDocument/2006/relationships/image" Target="../media/image425.emf"/><Relationship Id="rId45" Type="http://schemas.openxmlformats.org/officeDocument/2006/relationships/oleObject" Target="../embeddings/oleObject441.bin"/><Relationship Id="rId53" Type="http://schemas.openxmlformats.org/officeDocument/2006/relationships/oleObject" Target="../embeddings/oleObject445.bin"/><Relationship Id="rId58" Type="http://schemas.openxmlformats.org/officeDocument/2006/relationships/image" Target="../media/image434.emf"/><Relationship Id="rId5" Type="http://schemas.openxmlformats.org/officeDocument/2006/relationships/oleObject" Target="../embeddings/oleObject421.bin"/><Relationship Id="rId61" Type="http://schemas.openxmlformats.org/officeDocument/2006/relationships/oleObject" Target="../embeddings/oleObject449.bin"/><Relationship Id="rId19" Type="http://schemas.openxmlformats.org/officeDocument/2006/relationships/oleObject" Target="../embeddings/oleObject428.bin"/><Relationship Id="rId14" Type="http://schemas.openxmlformats.org/officeDocument/2006/relationships/image" Target="../media/image412.emf"/><Relationship Id="rId22" Type="http://schemas.openxmlformats.org/officeDocument/2006/relationships/image" Target="../media/image416.emf"/><Relationship Id="rId27" Type="http://schemas.openxmlformats.org/officeDocument/2006/relationships/oleObject" Target="../embeddings/oleObject432.bin"/><Relationship Id="rId30" Type="http://schemas.openxmlformats.org/officeDocument/2006/relationships/image" Target="../media/image420.emf"/><Relationship Id="rId35" Type="http://schemas.openxmlformats.org/officeDocument/2006/relationships/oleObject" Target="../embeddings/oleObject436.bin"/><Relationship Id="rId43" Type="http://schemas.openxmlformats.org/officeDocument/2006/relationships/oleObject" Target="../embeddings/oleObject440.bin"/><Relationship Id="rId48" Type="http://schemas.openxmlformats.org/officeDocument/2006/relationships/image" Target="../media/image429.emf"/><Relationship Id="rId56" Type="http://schemas.openxmlformats.org/officeDocument/2006/relationships/image" Target="../media/image433.emf"/><Relationship Id="rId64" Type="http://schemas.openxmlformats.org/officeDocument/2006/relationships/image" Target="../media/image437.emf"/><Relationship Id="rId8" Type="http://schemas.openxmlformats.org/officeDocument/2006/relationships/image" Target="../media/image409.emf"/><Relationship Id="rId51" Type="http://schemas.openxmlformats.org/officeDocument/2006/relationships/oleObject" Target="../embeddings/oleObject444.bin"/><Relationship Id="rId3" Type="http://schemas.openxmlformats.org/officeDocument/2006/relationships/oleObject" Target="../embeddings/oleObject420.bin"/><Relationship Id="rId12" Type="http://schemas.openxmlformats.org/officeDocument/2006/relationships/image" Target="../media/image411.emf"/><Relationship Id="rId17" Type="http://schemas.openxmlformats.org/officeDocument/2006/relationships/oleObject" Target="../embeddings/oleObject427.bin"/><Relationship Id="rId25" Type="http://schemas.openxmlformats.org/officeDocument/2006/relationships/oleObject" Target="../embeddings/oleObject431.bin"/><Relationship Id="rId33" Type="http://schemas.openxmlformats.org/officeDocument/2006/relationships/oleObject" Target="../embeddings/oleObject435.bin"/><Relationship Id="rId38" Type="http://schemas.openxmlformats.org/officeDocument/2006/relationships/image" Target="../media/image424.emf"/><Relationship Id="rId46" Type="http://schemas.openxmlformats.org/officeDocument/2006/relationships/image" Target="../media/image428.emf"/><Relationship Id="rId59" Type="http://schemas.openxmlformats.org/officeDocument/2006/relationships/oleObject" Target="../embeddings/oleObject448.bin"/><Relationship Id="rId20" Type="http://schemas.openxmlformats.org/officeDocument/2006/relationships/image" Target="../media/image415.emf"/><Relationship Id="rId41" Type="http://schemas.openxmlformats.org/officeDocument/2006/relationships/oleObject" Target="../embeddings/oleObject439.bin"/><Relationship Id="rId54" Type="http://schemas.openxmlformats.org/officeDocument/2006/relationships/image" Target="../media/image432.emf"/><Relationship Id="rId62" Type="http://schemas.openxmlformats.org/officeDocument/2006/relationships/image" Target="../media/image436.emf"/><Relationship Id="rId1" Type="http://schemas.openxmlformats.org/officeDocument/2006/relationships/vmlDrawing" Target="../drawings/vmlDrawing83.vml"/><Relationship Id="rId6" Type="http://schemas.openxmlformats.org/officeDocument/2006/relationships/image" Target="../media/image408.emf"/><Relationship Id="rId15" Type="http://schemas.openxmlformats.org/officeDocument/2006/relationships/oleObject" Target="../embeddings/oleObject426.bin"/><Relationship Id="rId23" Type="http://schemas.openxmlformats.org/officeDocument/2006/relationships/oleObject" Target="../embeddings/oleObject430.bin"/><Relationship Id="rId28" Type="http://schemas.openxmlformats.org/officeDocument/2006/relationships/image" Target="../media/image419.emf"/><Relationship Id="rId36" Type="http://schemas.openxmlformats.org/officeDocument/2006/relationships/image" Target="../media/image423.emf"/><Relationship Id="rId49" Type="http://schemas.openxmlformats.org/officeDocument/2006/relationships/oleObject" Target="../embeddings/oleObject443.bin"/><Relationship Id="rId57" Type="http://schemas.openxmlformats.org/officeDocument/2006/relationships/oleObject" Target="../embeddings/oleObject447.bin"/><Relationship Id="rId10" Type="http://schemas.openxmlformats.org/officeDocument/2006/relationships/image" Target="../media/image410.emf"/><Relationship Id="rId31" Type="http://schemas.openxmlformats.org/officeDocument/2006/relationships/oleObject" Target="../embeddings/oleObject434.bin"/><Relationship Id="rId44" Type="http://schemas.openxmlformats.org/officeDocument/2006/relationships/image" Target="../media/image427.emf"/><Relationship Id="rId52" Type="http://schemas.openxmlformats.org/officeDocument/2006/relationships/image" Target="../media/image431.emf"/><Relationship Id="rId60" Type="http://schemas.openxmlformats.org/officeDocument/2006/relationships/image" Target="../media/image435.emf"/><Relationship Id="rId4" Type="http://schemas.openxmlformats.org/officeDocument/2006/relationships/image" Target="../media/image407.emf"/><Relationship Id="rId9" Type="http://schemas.openxmlformats.org/officeDocument/2006/relationships/oleObject" Target="../embeddings/oleObject4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D178C348-2180-A383-6FE8-1172AA9967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66989" y="1989139"/>
            <a:ext cx="6651625" cy="1709737"/>
          </a:xfrm>
        </p:spPr>
        <p:txBody>
          <a:bodyPr/>
          <a:lstStyle/>
          <a:p>
            <a:r>
              <a:rPr lang="en-US" altLang="zh-CN"/>
              <a:t>               </a:t>
            </a:r>
            <a:r>
              <a:rPr lang="zh-CN" altLang="en-US"/>
              <a:t>参数估计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>
            <a:extLst>
              <a:ext uri="{FF2B5EF4-FFF2-40B4-BE49-F238E27FC236}">
                <a16:creationId xmlns:a16="http://schemas.microsoft.com/office/drawing/2014/main" id="{4E0A3DCD-ED46-9305-63BD-15270690BA1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565401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795" name="Picture 3">
            <a:extLst>
              <a:ext uri="{FF2B5EF4-FFF2-40B4-BE49-F238E27FC236}">
                <a16:creationId xmlns:a16="http://schemas.microsoft.com/office/drawing/2014/main" id="{3DDAFB5C-3417-30E5-09C7-9DF1073ABB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60801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96" name="Rectangle 4">
            <a:extLst>
              <a:ext uri="{FF2B5EF4-FFF2-40B4-BE49-F238E27FC236}">
                <a16:creationId xmlns:a16="http://schemas.microsoft.com/office/drawing/2014/main" id="{32376309-72EB-CD27-BA04-A82D7EE5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981076"/>
            <a:ext cx="7704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第一节    参数估计的意义和种类</a:t>
            </a:r>
          </a:p>
        </p:txBody>
      </p:sp>
      <p:sp>
        <p:nvSpPr>
          <p:cNvPr id="289797" name="Rectangle 5">
            <a:extLst>
              <a:ext uri="{FF2B5EF4-FFF2-40B4-BE49-F238E27FC236}">
                <a16:creationId xmlns:a16="http://schemas.microsoft.com/office/drawing/2014/main" id="{45AFD403-2EC8-213A-35E0-1D98389B5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420938"/>
            <a:ext cx="49672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一、参数估计问题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9798" name="Rectangle 6">
            <a:extLst>
              <a:ext uri="{FF2B5EF4-FFF2-40B4-BE49-F238E27FC236}">
                <a16:creationId xmlns:a16="http://schemas.microsoft.com/office/drawing/2014/main" id="{FB205AA8-BEB0-38EA-3133-B660A2E7B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3573463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二、未知参数的估计量和估计值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9799" name="Picture 7">
            <a:extLst>
              <a:ext uri="{FF2B5EF4-FFF2-40B4-BE49-F238E27FC236}">
                <a16:creationId xmlns:a16="http://schemas.microsoft.com/office/drawing/2014/main" id="{EE81A0AA-C883-5CA9-0DD4-42BE915E5A6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486886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00" name="Rectangle 8">
            <a:extLst>
              <a:ext uri="{FF2B5EF4-FFF2-40B4-BE49-F238E27FC236}">
                <a16:creationId xmlns:a16="http://schemas.microsoft.com/office/drawing/2014/main" id="{F64C3244-6470-3CEA-A66F-D6CBD470E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652963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三、参数估计的种类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8B564141-F407-ED39-9625-86778D23E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620714"/>
            <a:ext cx="8713787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数理统计的基本问题是根据样本提供的信息，对总体的分布以及分布的某些数字特征作出推断。这个问题中的一类是总体分布的类型为已知，而它的某些参数为未知，根据所得样本对这些参数作出推断，这类问题称为参数估计。如：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B895E5C7-2606-F8FE-0FB8-D1C1039B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0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 参数估计问题</a:t>
            </a:r>
          </a:p>
        </p:txBody>
      </p:sp>
      <p:sp>
        <p:nvSpPr>
          <p:cNvPr id="290820" name="Rectangle 4">
            <a:extLst>
              <a:ext uri="{FF2B5EF4-FFF2-40B4-BE49-F238E27FC236}">
                <a16:creationId xmlns:a16="http://schemas.microsoft.com/office/drawing/2014/main" id="{A415B4BA-87E5-3A13-A2A5-39714D35E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789363"/>
            <a:ext cx="8497887" cy="210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已知显象管的使用寿命服从指数分布，但参数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未知，现抽样得样本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依据某理论（后述）用样本来估计参数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这就是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参数估计问题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120"/>
                            </p:stCondLst>
                            <p:childTnLst>
                              <p:par>
                                <p:cTn id="1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/>
      <p:bldP spid="290819" grpId="0"/>
      <p:bldP spid="2908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6BE7C4AA-292D-1BD9-17BE-363E6AE5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8913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 未知参数的估计量和估计值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B5DF2951-A265-070D-C3F3-B90B8722B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76475"/>
            <a:ext cx="7740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.</a:t>
            </a:r>
          </a:p>
        </p:txBody>
      </p:sp>
      <p:sp>
        <p:nvSpPr>
          <p:cNvPr id="291844" name="Rectangle 4">
            <a:extLst>
              <a:ext uri="{FF2B5EF4-FFF2-40B4-BE49-F238E27FC236}">
                <a16:creationId xmlns:a16="http://schemas.microsoft.com/office/drawing/2014/main" id="{DCB15F85-BBF0-C3B5-5C5B-CFA7B5131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052513"/>
            <a:ext cx="8208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设有一个总体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，其分布函数为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F(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x,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</a:p>
        </p:txBody>
      </p:sp>
      <p:sp>
        <p:nvSpPr>
          <p:cNvPr id="291845" name="Rectangle 5">
            <a:extLst>
              <a:ext uri="{FF2B5EF4-FFF2-40B4-BE49-F238E27FC236}">
                <a16:creationId xmlns:a16="http://schemas.microsoft.com/office/drawing/2014/main" id="{79AF5EF9-5435-CC9D-9C6E-F33CCEE0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28776"/>
            <a:ext cx="882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未知参数 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也可以是未知向量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).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现从该总体抽样，得</a:t>
            </a:r>
            <a:endParaRPr kumimoji="1" lang="zh-CN" altLang="zh-CN" sz="2800" b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1846" name="Rectangle 6">
            <a:extLst>
              <a:ext uri="{FF2B5EF4-FFF2-40B4-BE49-F238E27FC236}">
                <a16:creationId xmlns:a16="http://schemas.microsoft.com/office/drawing/2014/main" id="{B2E4A4B1-6AD4-DFF9-566B-C6D2564F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860800"/>
            <a:ext cx="849788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估计量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将样本值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1847" name="Text Box 7">
            <a:extLst>
              <a:ext uri="{FF2B5EF4-FFF2-40B4-BE49-F238E27FC236}">
                <a16:creationId xmlns:a16="http://schemas.microsoft.com/office/drawing/2014/main" id="{0880227C-A6D0-E989-3453-99F5E90AB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4" y="3141663"/>
            <a:ext cx="8713787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构造出适当的统计量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则称</a:t>
            </a:r>
          </a:p>
        </p:txBody>
      </p:sp>
      <p:sp>
        <p:nvSpPr>
          <p:cNvPr id="291848" name="Rectangle 8">
            <a:extLst>
              <a:ext uri="{FF2B5EF4-FFF2-40B4-BE49-F238E27FC236}">
                <a16:creationId xmlns:a16="http://schemas.microsoft.com/office/drawing/2014/main" id="{9D89EA28-C65C-0F2B-99D7-0D2CA5F3D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724400"/>
            <a:ext cx="5934638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代入，则称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估计值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/>
      <p:bldP spid="291843" grpId="0"/>
      <p:bldP spid="291844" grpId="0"/>
      <p:bldP spid="291845" grpId="0"/>
      <p:bldP spid="291846" grpId="0"/>
      <p:bldP spid="291847" grpId="0"/>
      <p:bldP spid="2918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2246663C-8E93-58C8-E34E-D47EFF09F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1989139"/>
            <a:ext cx="6780212" cy="669799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估计未知参数的值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F312188A-F9DB-34E0-194F-92BF7A0D1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076700"/>
            <a:ext cx="6627812" cy="2001838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估计未知参数的取值范围，并使此范围包含未知参数真值的概率为给定的值</a:t>
            </a:r>
            <a:r>
              <a:rPr kumimoji="1" lang="en-US" altLang="zh-CN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en-US" altLang="zh-CN" sz="3200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2868" name="Group 4">
            <a:extLst>
              <a:ext uri="{FF2B5EF4-FFF2-40B4-BE49-F238E27FC236}">
                <a16:creationId xmlns:a16="http://schemas.microsoft.com/office/drawing/2014/main" id="{22570274-14E8-4823-E3C2-7468B79380F9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125539"/>
            <a:ext cx="3452812" cy="4899025"/>
            <a:chOff x="249" y="709"/>
            <a:chExt cx="2175" cy="3086"/>
          </a:xfrm>
        </p:grpSpPr>
        <p:sp>
          <p:nvSpPr>
            <p:cNvPr id="292869" name="Text Box 5">
              <a:extLst>
                <a:ext uri="{FF2B5EF4-FFF2-40B4-BE49-F238E27FC236}">
                  <a16:creationId xmlns:a16="http://schemas.microsoft.com/office/drawing/2014/main" id="{EEF7B075-4C1E-110B-5BA8-381FF1399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953"/>
              <a:ext cx="437" cy="27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参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计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类</a:t>
              </a:r>
            </a:p>
          </p:txBody>
        </p:sp>
        <p:sp>
          <p:nvSpPr>
            <p:cNvPr id="292870" name="AutoShape 6">
              <a:extLst>
                <a:ext uri="{FF2B5EF4-FFF2-40B4-BE49-F238E27FC236}">
                  <a16:creationId xmlns:a16="http://schemas.microsoft.com/office/drawing/2014/main" id="{3161482C-3B89-A9C3-93D7-9A4DBEC0B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819"/>
              <a:ext cx="288" cy="2976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2871" name="Text Box 7">
              <a:extLst>
                <a:ext uri="{FF2B5EF4-FFF2-40B4-BE49-F238E27FC236}">
                  <a16:creationId xmlns:a16="http://schemas.microsoft.com/office/drawing/2014/main" id="{8C2BECA9-F575-A077-4CF6-C5E3F3E01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" y="709"/>
              <a:ext cx="1268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点估计：</a:t>
              </a:r>
            </a:p>
          </p:txBody>
        </p:sp>
        <p:sp>
          <p:nvSpPr>
            <p:cNvPr id="292872" name="Text Box 8">
              <a:extLst>
                <a:ext uri="{FF2B5EF4-FFF2-40B4-BE49-F238E27FC236}">
                  <a16:creationId xmlns:a16="http://schemas.microsoft.com/office/drawing/2014/main" id="{1A77E374-28BB-D2C4-0D23-FA248E584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933"/>
              <a:ext cx="1268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区间估计</a:t>
              </a:r>
            </a:p>
          </p:txBody>
        </p:sp>
      </p:grpSp>
      <p:sp>
        <p:nvSpPr>
          <p:cNvPr id="292873" name="Rectangle 9">
            <a:extLst>
              <a:ext uri="{FF2B5EF4-FFF2-40B4-BE49-F238E27FC236}">
                <a16:creationId xmlns:a16="http://schemas.microsoft.com/office/drawing/2014/main" id="{C2643219-A3ED-928D-B5DC-CB246655A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60350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 参数估计的种类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 animBg="1" autoUpdateAnimBg="0"/>
      <p:bldP spid="292867" grpId="0" animBg="1" autoUpdateAnimBg="0"/>
      <p:bldP spid="2928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D337DBB7-872B-EAFC-5315-349942D7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076701"/>
            <a:ext cx="2328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设这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个数是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4488A17E-86CA-64F4-F096-DD6DAE1B0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076701"/>
            <a:ext cx="4273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1.65   1.67  1.68   1.78   1.69</a:t>
            </a:r>
          </a:p>
        </p:txBody>
      </p:sp>
      <p:sp>
        <p:nvSpPr>
          <p:cNvPr id="293892" name="Rectangle 4">
            <a:extLst>
              <a:ext uri="{FF2B5EF4-FFF2-40B4-BE49-F238E27FC236}">
                <a16:creationId xmlns:a16="http://schemas.microsoft.com/office/drawing/2014/main" id="{283E1D63-45AF-5A36-B2A2-8CC45279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4724401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1.68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293893" name="Rectangle 5">
            <a:extLst>
              <a:ext uri="{FF2B5EF4-FFF2-40B4-BE49-F238E27FC236}">
                <a16:creationId xmlns:a16="http://schemas.microsoft.com/office/drawing/2014/main" id="{47672A92-564E-C0FD-FAA9-1E0B41AC7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9" y="4724400"/>
            <a:ext cx="2224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点估计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93894" name="Rectangle 6">
            <a:extLst>
              <a:ext uri="{FF2B5EF4-FFF2-40B4-BE49-F238E27FC236}">
                <a16:creationId xmlns:a16="http://schemas.microsoft.com/office/drawing/2014/main" id="{29CEAFC8-EF76-3344-EE74-ACD1FB27D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5373689"/>
            <a:ext cx="2735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区间估计</a:t>
            </a:r>
            <a:r>
              <a:rPr kumimoji="1" lang="en-US" altLang="zh-CN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895" name="Rectangle 7">
            <a:extLst>
              <a:ext uri="{FF2B5EF4-FFF2-40B4-BE49-F238E27FC236}">
                <a16:creationId xmlns:a16="http://schemas.microsoft.com/office/drawing/2014/main" id="{7B613C5F-328F-1144-1786-7DA880F72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1" y="5445126"/>
            <a:ext cx="5535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1.57, 1.84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内，</a:t>
            </a:r>
          </a:p>
        </p:txBody>
      </p:sp>
      <p:sp>
        <p:nvSpPr>
          <p:cNvPr id="293896" name="Rectangle 8">
            <a:extLst>
              <a:ext uri="{FF2B5EF4-FFF2-40B4-BE49-F238E27FC236}">
                <a16:creationId xmlns:a16="http://schemas.microsoft.com/office/drawing/2014/main" id="{4917E1AC-291F-979B-96B3-BBDC0FB08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798128"/>
            <a:ext cx="8713788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现从该总体选取容量为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的样本，我们的任务是要</a:t>
            </a:r>
          </a:p>
        </p:txBody>
      </p:sp>
      <p:sp>
        <p:nvSpPr>
          <p:cNvPr id="293897" name="Rectangle 9">
            <a:extLst>
              <a:ext uri="{FF2B5EF4-FFF2-40B4-BE49-F238E27FC236}">
                <a16:creationId xmlns:a16="http://schemas.microsoft.com/office/drawing/2014/main" id="{FC45534F-1405-D953-DF20-DDE30BAFA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3375"/>
            <a:ext cx="6769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例如：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我们要估计某队男生的平均身高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898" name="Rectangle 10">
            <a:extLst>
              <a:ext uri="{FF2B5EF4-FFF2-40B4-BE49-F238E27FC236}">
                <a16:creationId xmlns:a16="http://schemas.microsoft.com/office/drawing/2014/main" id="{DAB2F995-0997-4A18-DF54-D45927203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25538"/>
            <a:ext cx="792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且假定身高服从正态分布               </a:t>
            </a:r>
          </a:p>
        </p:txBody>
      </p:sp>
      <p:graphicFrame>
        <p:nvGraphicFramePr>
          <p:cNvPr id="293899" name="Object 11">
            <a:extLst>
              <a:ext uri="{FF2B5EF4-FFF2-40B4-BE49-F238E27FC236}">
                <a16:creationId xmlns:a16="http://schemas.microsoft.com/office/drawing/2014/main" id="{00B23854-FCDB-60B6-DE7F-68BFE24F7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1125539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公式" r:id="rId3" imgW="16383000" imgH="5270500" progId="Equation.3">
                  <p:embed/>
                </p:oleObj>
              </mc:Choice>
              <mc:Fallback>
                <p:oleObj name="公式" r:id="rId3" imgW="16383000" imgH="5270500" progId="Equation.3">
                  <p:embed/>
                  <p:pic>
                    <p:nvPicPr>
                      <p:cNvPr id="293899" name="Object 11">
                        <a:extLst>
                          <a:ext uri="{FF2B5EF4-FFF2-40B4-BE49-F238E27FC236}">
                            <a16:creationId xmlns:a16="http://schemas.microsoft.com/office/drawing/2014/main" id="{00B23854-FCDB-60B6-DE7F-68BFE24F7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1125539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0" name="Rectangle 12">
            <a:extLst>
              <a:ext uri="{FF2B5EF4-FFF2-40B4-BE49-F238E27FC236}">
                <a16:creationId xmlns:a16="http://schemas.microsoft.com/office/drawing/2014/main" id="{56A3A5D5-0635-364B-91C3-42C57BD9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92375"/>
            <a:ext cx="860844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根据选出的样本值（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个数）求出总体均值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的估计值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901" name="Rectangle 13">
            <a:extLst>
              <a:ext uri="{FF2B5EF4-FFF2-40B4-BE49-F238E27FC236}">
                <a16:creationId xmlns:a16="http://schemas.microsoft.com/office/drawing/2014/main" id="{0A123A0B-EE97-28C9-FDA3-4ECE510E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84539"/>
            <a:ext cx="4924746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而全部信息就由这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个数组成 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pic>
        <p:nvPicPr>
          <p:cNvPr id="293902" name="Picture 14">
            <a:hlinkClick r:id="rId5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F4942AB0-EAFE-F4DA-7A25-74EE6792C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89" y="4437063"/>
            <a:ext cx="930275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9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/>
      <p:bldP spid="293892" grpId="0"/>
      <p:bldP spid="293893" grpId="0"/>
      <p:bldP spid="293894" grpId="0"/>
      <p:bldP spid="293895" grpId="0"/>
      <p:bldP spid="293896" grpId="0"/>
      <p:bldP spid="293897" grpId="0"/>
      <p:bldP spid="293898" grpId="0"/>
      <p:bldP spid="293900" grpId="0"/>
      <p:bldP spid="29390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>
            <a:extLst>
              <a:ext uri="{FF2B5EF4-FFF2-40B4-BE49-F238E27FC236}">
                <a16:creationId xmlns:a16="http://schemas.microsoft.com/office/drawing/2014/main" id="{91B4BCC0-A85D-58F5-0143-7F1B5A86D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70827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4915" name="Picture 3">
            <a:extLst>
              <a:ext uri="{FF2B5EF4-FFF2-40B4-BE49-F238E27FC236}">
                <a16:creationId xmlns:a16="http://schemas.microsoft.com/office/drawing/2014/main" id="{F36AD0CF-AF0F-12B2-3DA8-EC2D7305F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38608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4916" name="Rectangle 4">
            <a:extLst>
              <a:ext uri="{FF2B5EF4-FFF2-40B4-BE49-F238E27FC236}">
                <a16:creationId xmlns:a16="http://schemas.microsoft.com/office/drawing/2014/main" id="{B5E00188-AA3B-13CD-C8DE-6AF30317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420938"/>
            <a:ext cx="49672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一、矩估计法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4917" name="Text Box 5">
            <a:extLst>
              <a:ext uri="{FF2B5EF4-FFF2-40B4-BE49-F238E27FC236}">
                <a16:creationId xmlns:a16="http://schemas.microsoft.com/office/drawing/2014/main" id="{6B5D3363-6526-2044-BCDB-46F09EC6F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1052514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第二节   点估计的求法</a:t>
            </a:r>
          </a:p>
        </p:txBody>
      </p:sp>
      <p:sp>
        <p:nvSpPr>
          <p:cNvPr id="294918" name="Text Box 6">
            <a:extLst>
              <a:ext uri="{FF2B5EF4-FFF2-40B4-BE49-F238E27FC236}">
                <a16:creationId xmlns:a16="http://schemas.microsoft.com/office/drawing/2014/main" id="{9D25AAC3-42B9-CAE9-AB26-5F5D985FB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644900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二、极大似然估计法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AD3E9592-C286-86B0-D613-AC0B764B6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04813"/>
            <a:ext cx="563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矩估计法</a:t>
            </a:r>
          </a:p>
        </p:txBody>
      </p:sp>
      <p:sp>
        <p:nvSpPr>
          <p:cNvPr id="295939" name="Text Box 3">
            <a:extLst>
              <a:ext uri="{FF2B5EF4-FFF2-40B4-BE49-F238E27FC236}">
                <a16:creationId xmlns:a16="http://schemas.microsoft.com/office/drawing/2014/main" id="{3EBE3B1B-6158-4A2A-1EE9-3015649D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268414"/>
            <a:ext cx="3095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理论依据：</a:t>
            </a:r>
          </a:p>
        </p:txBody>
      </p:sp>
      <p:grpSp>
        <p:nvGrpSpPr>
          <p:cNvPr id="295940" name="Group 4">
            <a:extLst>
              <a:ext uri="{FF2B5EF4-FFF2-40B4-BE49-F238E27FC236}">
                <a16:creationId xmlns:a16="http://schemas.microsoft.com/office/drawing/2014/main" id="{A9981220-A24F-E33F-9ED4-57CCE26BEBFE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2133600"/>
            <a:ext cx="5186362" cy="668338"/>
            <a:chOff x="0" y="0"/>
            <a:chExt cx="3267" cy="421"/>
          </a:xfrm>
        </p:grpSpPr>
        <p:sp>
          <p:nvSpPr>
            <p:cNvPr id="295941" name="Rectangle 5">
              <a:extLst>
                <a:ext uri="{FF2B5EF4-FFF2-40B4-BE49-F238E27FC236}">
                  <a16:creationId xmlns:a16="http://schemas.microsoft.com/office/drawing/2014/main" id="{0FBB6F57-7298-3848-0585-E41CB7258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1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阶矩为</a:t>
              </a:r>
            </a:p>
          </p:txBody>
        </p:sp>
        <p:graphicFrame>
          <p:nvGraphicFramePr>
            <p:cNvPr id="295942" name="Object 6">
              <a:extLst>
                <a:ext uri="{FF2B5EF4-FFF2-40B4-BE49-F238E27FC236}">
                  <a16:creationId xmlns:a16="http://schemas.microsoft.com/office/drawing/2014/main" id="{11B9EEBD-6EB1-A002-5834-665FE2388E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1" y="45"/>
            <a:ext cx="131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" r:id="rId3" imgW="19304000" imgH="5562600" progId="Equation.3">
                    <p:embed/>
                  </p:oleObj>
                </mc:Choice>
                <mc:Fallback>
                  <p:oleObj r:id="rId3" imgW="19304000" imgH="5562600" progId="Equation.3">
                    <p:embed/>
                    <p:pic>
                      <p:nvPicPr>
                        <p:cNvPr id="295942" name="Object 6">
                          <a:extLst>
                            <a:ext uri="{FF2B5EF4-FFF2-40B4-BE49-F238E27FC236}">
                              <a16:creationId xmlns:a16="http://schemas.microsoft.com/office/drawing/2014/main" id="{11B9EEBD-6EB1-A002-5834-665FE2388E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1" y="45"/>
                          <a:ext cx="131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5943" name="Group 7">
            <a:extLst>
              <a:ext uri="{FF2B5EF4-FFF2-40B4-BE49-F238E27FC236}">
                <a16:creationId xmlns:a16="http://schemas.microsoft.com/office/drawing/2014/main" id="{87B7941C-C852-EC0A-E5FA-13EFA2AE8F46}"/>
              </a:ext>
            </a:extLst>
          </p:cNvPr>
          <p:cNvGrpSpPr>
            <a:grpSpLocks/>
          </p:cNvGrpSpPr>
          <p:nvPr/>
        </p:nvGrpSpPr>
        <p:grpSpPr bwMode="auto">
          <a:xfrm>
            <a:off x="2927350" y="2924176"/>
            <a:ext cx="5111750" cy="1052513"/>
            <a:chOff x="0" y="0"/>
            <a:chExt cx="3220" cy="663"/>
          </a:xfrm>
        </p:grpSpPr>
        <p:graphicFrame>
          <p:nvGraphicFramePr>
            <p:cNvPr id="295944" name="Object 8">
              <a:extLst>
                <a:ext uri="{FF2B5EF4-FFF2-40B4-BE49-F238E27FC236}">
                  <a16:creationId xmlns:a16="http://schemas.microsoft.com/office/drawing/2014/main" id="{BF603B68-A3C1-0B52-EC65-1D837197B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9" y="0"/>
            <a:ext cx="1451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1" r:id="rId5" imgW="21653500" imgH="9944100" progId="Equation.3">
                    <p:embed/>
                  </p:oleObj>
                </mc:Choice>
                <mc:Fallback>
                  <p:oleObj r:id="rId5" imgW="21653500" imgH="9944100" progId="Equation.3">
                    <p:embed/>
                    <p:pic>
                      <p:nvPicPr>
                        <p:cNvPr id="295944" name="Object 8">
                          <a:extLst>
                            <a:ext uri="{FF2B5EF4-FFF2-40B4-BE49-F238E27FC236}">
                              <a16:creationId xmlns:a16="http://schemas.microsoft.com/office/drawing/2014/main" id="{BF603B68-A3C1-0B52-EC65-1D837197B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" y="0"/>
                          <a:ext cx="1451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45" name="Rectangle 9">
              <a:extLst>
                <a:ext uri="{FF2B5EF4-FFF2-40B4-BE49-F238E27FC236}">
                  <a16:creationId xmlns:a16="http://schemas.microsoft.com/office/drawing/2014/main" id="{643E8EB4-9E93-5752-B90F-3268414A9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1859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样本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阶矩为   </a:t>
              </a:r>
            </a:p>
          </p:txBody>
        </p:sp>
      </p:grpSp>
      <p:sp>
        <p:nvSpPr>
          <p:cNvPr id="295946" name="Rectangle 10">
            <a:extLst>
              <a:ext uri="{FF2B5EF4-FFF2-40B4-BE49-F238E27FC236}">
                <a16:creationId xmlns:a16="http://schemas.microsoft.com/office/drawing/2014/main" id="{F6F894AB-396E-425A-E844-9F00A454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1341439"/>
            <a:ext cx="52052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（辛钦大数定律及其推论）</a:t>
            </a:r>
          </a:p>
        </p:txBody>
      </p:sp>
      <p:grpSp>
        <p:nvGrpSpPr>
          <p:cNvPr id="295947" name="Group 11">
            <a:extLst>
              <a:ext uri="{FF2B5EF4-FFF2-40B4-BE49-F238E27FC236}">
                <a16:creationId xmlns:a16="http://schemas.microsoft.com/office/drawing/2014/main" id="{327B3DD7-6E22-1383-0400-995DE9115965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4076701"/>
            <a:ext cx="7777163" cy="639763"/>
            <a:chOff x="0" y="0"/>
            <a:chExt cx="4899" cy="403"/>
          </a:xfrm>
        </p:grpSpPr>
        <p:sp>
          <p:nvSpPr>
            <p:cNvPr id="295948" name="Rectangle 12">
              <a:extLst>
                <a:ext uri="{FF2B5EF4-FFF2-40B4-BE49-F238E27FC236}">
                  <a16:creationId xmlns:a16="http://schemas.microsoft.com/office/drawing/2014/main" id="{0ADE352E-9EE6-188C-08C5-B987D5963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99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则样本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      依概率收敛于总体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     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95949" name="Object 13">
              <a:extLst>
                <a:ext uri="{FF2B5EF4-FFF2-40B4-BE49-F238E27FC236}">
                  <a16:creationId xmlns:a16="http://schemas.microsoft.com/office/drawing/2014/main" id="{B46162D0-934C-FB1E-4DEF-FC6F4F32DA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9" y="46"/>
            <a:ext cx="319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2" r:id="rId7" imgW="4686300" imgH="5270500" progId="Equation.3">
                    <p:embed/>
                  </p:oleObj>
                </mc:Choice>
                <mc:Fallback>
                  <p:oleObj r:id="rId7" imgW="4686300" imgH="5270500" progId="Equation.3">
                    <p:embed/>
                    <p:pic>
                      <p:nvPicPr>
                        <p:cNvPr id="295949" name="Object 13">
                          <a:extLst>
                            <a:ext uri="{FF2B5EF4-FFF2-40B4-BE49-F238E27FC236}">
                              <a16:creationId xmlns:a16="http://schemas.microsoft.com/office/drawing/2014/main" id="{B46162D0-934C-FB1E-4DEF-FC6F4F32DA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46"/>
                          <a:ext cx="319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5950" name="Object 14">
              <a:extLst>
                <a:ext uri="{FF2B5EF4-FFF2-40B4-BE49-F238E27FC236}">
                  <a16:creationId xmlns:a16="http://schemas.microsoft.com/office/drawing/2014/main" id="{57E63A93-D86E-1F72-B317-FF43ECB0F9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46"/>
            <a:ext cx="33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" r:id="rId9" imgW="4978400" imgH="5270500" progId="Equation.3">
                    <p:embed/>
                  </p:oleObj>
                </mc:Choice>
                <mc:Fallback>
                  <p:oleObj r:id="rId9" imgW="4978400" imgH="5270500" progId="Equation.3">
                    <p:embed/>
                    <p:pic>
                      <p:nvPicPr>
                        <p:cNvPr id="295950" name="Object 14">
                          <a:extLst>
                            <a:ext uri="{FF2B5EF4-FFF2-40B4-BE49-F238E27FC236}">
                              <a16:creationId xmlns:a16="http://schemas.microsoft.com/office/drawing/2014/main" id="{57E63A93-D86E-1F72-B317-FF43ECB0F9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46"/>
                          <a:ext cx="33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autoUpdateAnimBg="0"/>
      <p:bldP spid="295939" grpId="0" autoUpdateAnimBg="0"/>
      <p:bldP spid="29594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Text Box 2">
            <a:extLst>
              <a:ext uri="{FF2B5EF4-FFF2-40B4-BE49-F238E27FC236}">
                <a16:creationId xmlns:a16="http://schemas.microsoft.com/office/drawing/2014/main" id="{DAF13E1F-C677-FC5E-E3B9-2D42794D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125539"/>
            <a:ext cx="16906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方法：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8CE24BAD-C21B-2C93-2A1D-F875D2BE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221163"/>
            <a:ext cx="206979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出待估参数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296964" name="Group 4">
            <a:extLst>
              <a:ext uri="{FF2B5EF4-FFF2-40B4-BE49-F238E27FC236}">
                <a16:creationId xmlns:a16="http://schemas.microsoft.com/office/drawing/2014/main" id="{8F87C880-33EC-D21D-3566-83C40F7A3406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2205038"/>
            <a:ext cx="7370763" cy="1052512"/>
            <a:chOff x="0" y="0"/>
            <a:chExt cx="4643" cy="663"/>
          </a:xfrm>
        </p:grpSpPr>
        <p:sp>
          <p:nvSpPr>
            <p:cNvPr id="296965" name="Rectangle 5">
              <a:extLst>
                <a:ext uri="{FF2B5EF4-FFF2-40B4-BE49-F238E27FC236}">
                  <a16:creationId xmlns:a16="http://schemas.microsoft.com/office/drawing/2014/main" id="{6268481B-2F78-10A9-4DA3-31E59E4F2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2"/>
              <a:ext cx="1588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用样本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296966" name="Object 6">
              <a:extLst>
                <a:ext uri="{FF2B5EF4-FFF2-40B4-BE49-F238E27FC236}">
                  <a16:creationId xmlns:a16="http://schemas.microsoft.com/office/drawing/2014/main" id="{9E5AECE7-EB3B-DF35-DFE9-BF385A2353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0"/>
            <a:ext cx="1451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r:id="rId3" imgW="21653500" imgH="9944100" progId="Equation.3">
                    <p:embed/>
                  </p:oleObj>
                </mc:Choice>
                <mc:Fallback>
                  <p:oleObj r:id="rId3" imgW="21653500" imgH="9944100" progId="Equation.3">
                    <p:embed/>
                    <p:pic>
                      <p:nvPicPr>
                        <p:cNvPr id="296966" name="Object 6">
                          <a:extLst>
                            <a:ext uri="{FF2B5EF4-FFF2-40B4-BE49-F238E27FC236}">
                              <a16:creationId xmlns:a16="http://schemas.microsoft.com/office/drawing/2014/main" id="{9E5AECE7-EB3B-DF35-DFE9-BF385A235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0"/>
                          <a:ext cx="1451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6967" name="Rectangle 7">
              <a:extLst>
                <a:ext uri="{FF2B5EF4-FFF2-40B4-BE49-F238E27FC236}">
                  <a16:creationId xmlns:a16="http://schemas.microsoft.com/office/drawing/2014/main" id="{3EA5189D-4123-B216-FEFB-9207D77AA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182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估计总体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</a:t>
              </a:r>
            </a:p>
          </p:txBody>
        </p:sp>
      </p:grpSp>
      <p:grpSp>
        <p:nvGrpSpPr>
          <p:cNvPr id="296968" name="Group 8">
            <a:extLst>
              <a:ext uri="{FF2B5EF4-FFF2-40B4-BE49-F238E27FC236}">
                <a16:creationId xmlns:a16="http://schemas.microsoft.com/office/drawing/2014/main" id="{C8EF3099-9E79-9814-366B-0C9ACF3333A8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357563"/>
            <a:ext cx="8137525" cy="596900"/>
            <a:chOff x="0" y="0"/>
            <a:chExt cx="4861" cy="376"/>
          </a:xfrm>
        </p:grpSpPr>
        <p:graphicFrame>
          <p:nvGraphicFramePr>
            <p:cNvPr id="296969" name="Object 9">
              <a:extLst>
                <a:ext uri="{FF2B5EF4-FFF2-40B4-BE49-F238E27FC236}">
                  <a16:creationId xmlns:a16="http://schemas.microsoft.com/office/drawing/2014/main" id="{D2EA17E9-DC05-A195-1136-B253393731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39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r:id="rId5" imgW="20485100" imgH="5562600" progId="Equation.3">
                    <p:embed/>
                  </p:oleObj>
                </mc:Choice>
                <mc:Fallback>
                  <p:oleObj r:id="rId5" imgW="20485100" imgH="5562600" progId="Equation.3">
                    <p:embed/>
                    <p:pic>
                      <p:nvPicPr>
                        <p:cNvPr id="296969" name="Object 9">
                          <a:extLst>
                            <a:ext uri="{FF2B5EF4-FFF2-40B4-BE49-F238E27FC236}">
                              <a16:creationId xmlns:a16="http://schemas.microsoft.com/office/drawing/2014/main" id="{D2EA17E9-DC05-A195-1136-B253393731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9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6970" name="Rectangle 10">
              <a:extLst>
                <a:ext uri="{FF2B5EF4-FFF2-40B4-BE49-F238E27FC236}">
                  <a16:creationId xmlns:a16="http://schemas.microsoft.com/office/drawing/2014/main" id="{3AF435D5-3C09-29F4-91D9-1EBC2F86A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0"/>
              <a:ext cx="3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建立含有待估参数的方程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从而解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autoUpdateAnimBg="0"/>
      <p:bldP spid="29696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0E1BF6B9-D002-3142-0FF4-AC6F33D4E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581526"/>
            <a:ext cx="66976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样本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前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 i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阶矩记为</a:t>
            </a:r>
          </a:p>
        </p:txBody>
      </p:sp>
      <p:graphicFrame>
        <p:nvGraphicFramePr>
          <p:cNvPr id="297987" name="Object 3">
            <a:extLst>
              <a:ext uri="{FF2B5EF4-FFF2-40B4-BE49-F238E27FC236}">
                <a16:creationId xmlns:a16="http://schemas.microsoft.com/office/drawing/2014/main" id="{08829765-312B-5C03-1790-57682D064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5229226"/>
          <a:ext cx="233521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r:id="rId3" imgW="22821900" imgH="9944100" progId="Equation.3">
                  <p:embed/>
                </p:oleObj>
              </mc:Choice>
              <mc:Fallback>
                <p:oleObj r:id="rId3" imgW="22821900" imgH="9944100" progId="Equation.3">
                  <p:embed/>
                  <p:pic>
                    <p:nvPicPr>
                      <p:cNvPr id="297987" name="Object 3">
                        <a:extLst>
                          <a:ext uri="{FF2B5EF4-FFF2-40B4-BE49-F238E27FC236}">
                            <a16:creationId xmlns:a16="http://schemas.microsoft.com/office/drawing/2014/main" id="{08829765-312B-5C03-1790-57682D064B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5229226"/>
                        <a:ext cx="233521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8" name="Text Box 4">
            <a:extLst>
              <a:ext uri="{FF2B5EF4-FFF2-40B4-BE49-F238E27FC236}">
                <a16:creationId xmlns:a16="http://schemas.microsoft.com/office/drawing/2014/main" id="{0D2C9BAB-F63E-4F51-3A9C-E94E2A942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88914"/>
            <a:ext cx="1690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步骤：</a:t>
            </a:r>
          </a:p>
        </p:txBody>
      </p:sp>
      <p:graphicFrame>
        <p:nvGraphicFramePr>
          <p:cNvPr id="297989" name="Object 5">
            <a:extLst>
              <a:ext uri="{FF2B5EF4-FFF2-40B4-BE49-F238E27FC236}">
                <a16:creationId xmlns:a16="http://schemas.microsoft.com/office/drawing/2014/main" id="{364BBDAC-2ED0-287B-21DE-A85D7F7AF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5462588"/>
          <a:ext cx="2303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r:id="rId5" imgW="18719800" imgH="4394200" progId="Equation.3">
                  <p:embed/>
                </p:oleObj>
              </mc:Choice>
              <mc:Fallback>
                <p:oleObj r:id="rId5" imgW="18719800" imgH="4394200" progId="Equation.3">
                  <p:embed/>
                  <p:pic>
                    <p:nvPicPr>
                      <p:cNvPr id="297989" name="Object 5">
                        <a:extLst>
                          <a:ext uri="{FF2B5EF4-FFF2-40B4-BE49-F238E27FC236}">
                            <a16:creationId xmlns:a16="http://schemas.microsoft.com/office/drawing/2014/main" id="{364BBDAC-2ED0-287B-21DE-A85D7F7AF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462588"/>
                        <a:ext cx="23034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0" name="Text Box 6">
            <a:extLst>
              <a:ext uri="{FF2B5EF4-FFF2-40B4-BE49-F238E27FC236}">
                <a16:creationId xmlns:a16="http://schemas.microsoft.com/office/drawing/2014/main" id="{50CED452-E325-88E0-D81C-1F50E8AF9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692151"/>
            <a:ext cx="774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设总体的分布函数的形式已知，待估参数为</a:t>
            </a:r>
          </a:p>
        </p:txBody>
      </p:sp>
      <p:grpSp>
        <p:nvGrpSpPr>
          <p:cNvPr id="297991" name="Group 7">
            <a:extLst>
              <a:ext uri="{FF2B5EF4-FFF2-40B4-BE49-F238E27FC236}">
                <a16:creationId xmlns:a16="http://schemas.microsoft.com/office/drawing/2014/main" id="{104F37DA-DE91-3B77-0EDB-1C1D3D8907FA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341438"/>
            <a:ext cx="6424152" cy="647700"/>
            <a:chOff x="0" y="0"/>
            <a:chExt cx="3656" cy="408"/>
          </a:xfrm>
        </p:grpSpPr>
        <p:graphicFrame>
          <p:nvGraphicFramePr>
            <p:cNvPr id="297992" name="Object 8">
              <a:extLst>
                <a:ext uri="{FF2B5EF4-FFF2-40B4-BE49-F238E27FC236}">
                  <a16:creationId xmlns:a16="http://schemas.microsoft.com/office/drawing/2014/main" id="{29CB2257-1126-A6A0-1AC0-7DD87B12B9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54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75" r:id="rId7" imgW="19900900" imgH="5270500" progId="Equation.3">
                    <p:embed/>
                  </p:oleObj>
                </mc:Choice>
                <mc:Fallback>
                  <p:oleObj r:id="rId7" imgW="19900900" imgH="5270500" progId="Equation.3">
                    <p:embed/>
                    <p:pic>
                      <p:nvPicPr>
                        <p:cNvPr id="297992" name="Object 8">
                          <a:extLst>
                            <a:ext uri="{FF2B5EF4-FFF2-40B4-BE49-F238E27FC236}">
                              <a16:creationId xmlns:a16="http://schemas.microsoft.com/office/drawing/2014/main" id="{29CB2257-1126-A6A0-1AC0-7DD87B12B9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4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993" name="Text Box 9">
              <a:extLst>
                <a:ext uri="{FF2B5EF4-FFF2-40B4-BE49-F238E27FC236}">
                  <a16:creationId xmlns:a16="http://schemas.microsoft.com/office/drawing/2014/main" id="{0372AA0B-4298-7CC3-F523-C00A4C29E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45"/>
              <a:ext cx="20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总体的前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 i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阶矩存在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97994" name="Object 10">
            <a:extLst>
              <a:ext uri="{FF2B5EF4-FFF2-40B4-BE49-F238E27FC236}">
                <a16:creationId xmlns:a16="http://schemas.microsoft.com/office/drawing/2014/main" id="{CE402A52-CD8C-B466-ADDF-DE2F7E688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3716338"/>
          <a:ext cx="45370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r:id="rId9" imgW="39789100" imgH="5562600" progId="Equation.3">
                  <p:embed/>
                </p:oleObj>
              </mc:Choice>
              <mc:Fallback>
                <p:oleObj r:id="rId9" imgW="39789100" imgH="5562600" progId="Equation.3">
                  <p:embed/>
                  <p:pic>
                    <p:nvPicPr>
                      <p:cNvPr id="297994" name="Object 10">
                        <a:extLst>
                          <a:ext uri="{FF2B5EF4-FFF2-40B4-BE49-F238E27FC236}">
                            <a16:creationId xmlns:a16="http://schemas.microsoft.com/office/drawing/2014/main" id="{CE402A52-CD8C-B466-ADDF-DE2F7E688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3716338"/>
                        <a:ext cx="45370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5" name="Object 11">
            <a:extLst>
              <a:ext uri="{FF2B5EF4-FFF2-40B4-BE49-F238E27FC236}">
                <a16:creationId xmlns:a16="http://schemas.microsoft.com/office/drawing/2014/main" id="{70434339-8ABB-8E17-02AF-3494D567D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89363"/>
          <a:ext cx="23034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r:id="rId11" imgW="18719800" imgH="4686300" progId="Equation.3">
                  <p:embed/>
                </p:oleObj>
              </mc:Choice>
              <mc:Fallback>
                <p:oleObj r:id="rId11" imgW="18719800" imgH="4686300" progId="Equation.3">
                  <p:embed/>
                  <p:pic>
                    <p:nvPicPr>
                      <p:cNvPr id="297995" name="Object 11">
                        <a:extLst>
                          <a:ext uri="{FF2B5EF4-FFF2-40B4-BE49-F238E27FC236}">
                            <a16:creationId xmlns:a16="http://schemas.microsoft.com/office/drawing/2014/main" id="{70434339-8ABB-8E17-02AF-3494D567D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89363"/>
                        <a:ext cx="23034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6" name="Rectangle 12">
            <a:extLst>
              <a:ext uri="{FF2B5EF4-FFF2-40B4-BE49-F238E27FC236}">
                <a16:creationId xmlns:a16="http://schemas.microsoft.com/office/drawing/2014/main" id="{595685AB-59A0-93D6-75B2-5E6D75AC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60576"/>
            <a:ext cx="8569325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）求出总体的前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 i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阶矩，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是这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个参数的函</a:t>
            </a:r>
          </a:p>
        </p:txBody>
      </p:sp>
      <p:sp>
        <p:nvSpPr>
          <p:cNvPr id="297997" name="Rectangle 13">
            <a:extLst>
              <a:ext uri="{FF2B5EF4-FFF2-40B4-BE49-F238E27FC236}">
                <a16:creationId xmlns:a16="http://schemas.microsoft.com/office/drawing/2014/main" id="{61C72104-67A3-47EF-C012-AED6472E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924176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函数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记为：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29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88" grpId="0" autoUpdateAnimBg="0"/>
      <p:bldP spid="297990" grpId="0" autoUpdateAnimBg="0"/>
      <p:bldP spid="297996" grpId="0" autoUpdateAnimBg="0"/>
      <p:bldP spid="29799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Text Box 2">
            <a:extLst>
              <a:ext uri="{FF2B5EF4-FFF2-40B4-BE49-F238E27FC236}">
                <a16:creationId xmlns:a16="http://schemas.microsoft.com/office/drawing/2014/main" id="{AA95541B-6FE1-4ED6-1D5E-7DD64C5DA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sp>
        <p:nvSpPr>
          <p:cNvPr id="299011" name="Text Box 3">
            <a:extLst>
              <a:ext uri="{FF2B5EF4-FFF2-40B4-BE49-F238E27FC236}">
                <a16:creationId xmlns:a16="http://schemas.microsoft.com/office/drawing/2014/main" id="{05F3C64D-B050-E826-5281-540D57274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492376"/>
            <a:ext cx="590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）解此方程组 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得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个统计量：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3061B2D7-BEC7-2205-45B8-96C20FD60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3429000"/>
          <a:ext cx="3382962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r:id="rId3" imgW="33934400" imgH="17259300" progId="Equation.DSMT4">
                  <p:embed/>
                </p:oleObj>
              </mc:Choice>
              <mc:Fallback>
                <p:oleObj r:id="rId3" imgW="33934400" imgH="17259300" progId="Equation.DSMT4">
                  <p:embed/>
                  <p:pic>
                    <p:nvPicPr>
                      <p:cNvPr id="299012" name="Object 4">
                        <a:extLst>
                          <a:ext uri="{FF2B5EF4-FFF2-40B4-BE49-F238E27FC236}">
                            <a16:creationId xmlns:a16="http://schemas.microsoft.com/office/drawing/2014/main" id="{3061B2D7-BEC7-2205-45B8-96C20FD604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429000"/>
                        <a:ext cx="3382962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3" name="Rectangle 5">
            <a:extLst>
              <a:ext uri="{FF2B5EF4-FFF2-40B4-BE49-F238E27FC236}">
                <a16:creationId xmlns:a16="http://schemas.microsoft.com/office/drawing/2014/main" id="{35EAFACD-3D95-18D8-CEBF-6DB980764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9" y="3573463"/>
            <a:ext cx="4427537" cy="15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</a:t>
            </a: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矩估计量</a:t>
            </a:r>
          </a:p>
        </p:txBody>
      </p:sp>
      <p:sp>
        <p:nvSpPr>
          <p:cNvPr id="299014" name="AutoShape 6">
            <a:extLst>
              <a:ext uri="{FF2B5EF4-FFF2-40B4-BE49-F238E27FC236}">
                <a16:creationId xmlns:a16="http://schemas.microsoft.com/office/drawing/2014/main" id="{F41DA6C6-4AB3-C77E-7134-EEC51FDE73D5}"/>
              </a:ext>
            </a:extLst>
          </p:cNvPr>
          <p:cNvSpPr>
            <a:spLocks/>
          </p:cNvSpPr>
          <p:nvPr/>
        </p:nvSpPr>
        <p:spPr bwMode="auto">
          <a:xfrm>
            <a:off x="5519738" y="3644900"/>
            <a:ext cx="215900" cy="1473200"/>
          </a:xfrm>
          <a:prstGeom prst="rightBrace">
            <a:avLst>
              <a:gd name="adj1" fmla="val 56863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9015" name="Text Box 7">
            <a:extLst>
              <a:ext uri="{FF2B5EF4-FFF2-40B4-BE49-F238E27FC236}">
                <a16:creationId xmlns:a16="http://schemas.microsoft.com/office/drawing/2014/main" id="{9B828FD9-2C70-7536-48E4-7A1DEB511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700213"/>
            <a:ext cx="8893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这是含未知参数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个方程构成的方程组，</a:t>
            </a:r>
          </a:p>
        </p:txBody>
      </p:sp>
      <p:grpSp>
        <p:nvGrpSpPr>
          <p:cNvPr id="299016" name="Group 8">
            <a:extLst>
              <a:ext uri="{FF2B5EF4-FFF2-40B4-BE49-F238E27FC236}">
                <a16:creationId xmlns:a16="http://schemas.microsoft.com/office/drawing/2014/main" id="{DB729D86-63B8-737C-0988-C0FB723E8BC1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476250"/>
            <a:ext cx="8569325" cy="990600"/>
            <a:chOff x="0" y="0"/>
            <a:chExt cx="5398" cy="624"/>
          </a:xfrm>
        </p:grpSpPr>
        <p:sp>
          <p:nvSpPr>
            <p:cNvPr id="299017" name="Text Box 9">
              <a:extLst>
                <a:ext uri="{FF2B5EF4-FFF2-40B4-BE49-F238E27FC236}">
                  <a16:creationId xmlns:a16="http://schemas.microsoft.com/office/drawing/2014/main" id="{39DCB1CC-2C98-A318-88E9-4FBDD4CFA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93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）令</a:t>
              </a:r>
            </a:p>
          </p:txBody>
        </p:sp>
        <p:graphicFrame>
          <p:nvGraphicFramePr>
            <p:cNvPr id="299018" name="Object 10">
              <a:extLst>
                <a:ext uri="{FF2B5EF4-FFF2-40B4-BE49-F238E27FC236}">
                  <a16:creationId xmlns:a16="http://schemas.microsoft.com/office/drawing/2014/main" id="{B361D535-E543-277D-2D0B-48E685B31D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9" y="136"/>
            <a:ext cx="1497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3" r:id="rId5" imgW="24866600" imgH="5270500" progId="Equation.3">
                    <p:embed/>
                  </p:oleObj>
                </mc:Choice>
                <mc:Fallback>
                  <p:oleObj r:id="rId5" imgW="24866600" imgH="5270500" progId="Equation.3">
                    <p:embed/>
                    <p:pic>
                      <p:nvPicPr>
                        <p:cNvPr id="299018" name="Object 10">
                          <a:extLst>
                            <a:ext uri="{FF2B5EF4-FFF2-40B4-BE49-F238E27FC236}">
                              <a16:creationId xmlns:a16="http://schemas.microsoft.com/office/drawing/2014/main" id="{B361D535-E543-277D-2D0B-48E685B31D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9" y="136"/>
                          <a:ext cx="1497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9019" name="Object 11">
              <a:extLst>
                <a:ext uri="{FF2B5EF4-FFF2-40B4-BE49-F238E27FC236}">
                  <a16:creationId xmlns:a16="http://schemas.microsoft.com/office/drawing/2014/main" id="{2D4EA30B-CB73-6505-65A6-58F490A692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1" y="0"/>
            <a:ext cx="95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4" r:id="rId7" imgW="17259300" imgH="9944100" progId="Equation.3">
                    <p:embed/>
                  </p:oleObj>
                </mc:Choice>
                <mc:Fallback>
                  <p:oleObj r:id="rId7" imgW="17259300" imgH="9944100" progId="Equation.3">
                    <p:embed/>
                    <p:pic>
                      <p:nvPicPr>
                        <p:cNvPr id="299019" name="Object 11">
                          <a:extLst>
                            <a:ext uri="{FF2B5EF4-FFF2-40B4-BE49-F238E27FC236}">
                              <a16:creationId xmlns:a16="http://schemas.microsoft.com/office/drawing/2014/main" id="{2D4EA30B-CB73-6505-65A6-58F490A692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0"/>
                          <a:ext cx="952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9020" name="Object 12">
              <a:extLst>
                <a:ext uri="{FF2B5EF4-FFF2-40B4-BE49-F238E27FC236}">
                  <a16:creationId xmlns:a16="http://schemas.microsoft.com/office/drawing/2014/main" id="{CA637CCE-A629-7D1E-92AB-AEC451056E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7" y="136"/>
            <a:ext cx="14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5" r:id="rId9" imgW="18719800" imgH="4686300" progId="Equation.3">
                    <p:embed/>
                  </p:oleObj>
                </mc:Choice>
                <mc:Fallback>
                  <p:oleObj r:id="rId9" imgW="18719800" imgH="4686300" progId="Equation.3">
                    <p:embed/>
                    <p:pic>
                      <p:nvPicPr>
                        <p:cNvPr id="299020" name="Object 12">
                          <a:extLst>
                            <a:ext uri="{FF2B5EF4-FFF2-40B4-BE49-F238E27FC236}">
                              <a16:creationId xmlns:a16="http://schemas.microsoft.com/office/drawing/2014/main" id="{CA637CCE-A629-7D1E-92AB-AEC451056E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136"/>
                          <a:ext cx="1451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utoUpdateAnimBg="0"/>
      <p:bldP spid="299013" grpId="0" autoUpdateAnimBg="0"/>
      <p:bldP spid="2990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Text Box 2">
            <a:extLst>
              <a:ext uri="{FF2B5EF4-FFF2-40B4-BE49-F238E27FC236}">
                <a16:creationId xmlns:a16="http://schemas.microsoft.com/office/drawing/2014/main" id="{30136F4A-036F-90B0-DCB3-9322AEE5A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graphicFrame>
        <p:nvGraphicFramePr>
          <p:cNvPr id="300035" name="Object 3">
            <a:extLst>
              <a:ext uri="{FF2B5EF4-FFF2-40B4-BE49-F238E27FC236}">
                <a16:creationId xmlns:a16="http://schemas.microsoft.com/office/drawing/2014/main" id="{534035AF-13A1-8438-5948-567B06DF5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2565401"/>
          <a:ext cx="299085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r:id="rId3" imgW="31597600" imgH="17259300" progId="Equation.DSMT4">
                  <p:embed/>
                </p:oleObj>
              </mc:Choice>
              <mc:Fallback>
                <p:oleObj r:id="rId3" imgW="31597600" imgH="17259300" progId="Equation.DSMT4">
                  <p:embed/>
                  <p:pic>
                    <p:nvPicPr>
                      <p:cNvPr id="300035" name="Object 3">
                        <a:extLst>
                          <a:ext uri="{FF2B5EF4-FFF2-40B4-BE49-F238E27FC236}">
                            <a16:creationId xmlns:a16="http://schemas.microsoft.com/office/drawing/2014/main" id="{534035AF-13A1-8438-5948-567B06DF5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565401"/>
                        <a:ext cx="299085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6" name="Text Box 4">
            <a:extLst>
              <a:ext uri="{FF2B5EF4-FFF2-40B4-BE49-F238E27FC236}">
                <a16:creationId xmlns:a16="http://schemas.microsoft.com/office/drawing/2014/main" id="{2783BC8A-AFA5-CFC5-CA93-DBEC4AF51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484313"/>
            <a:ext cx="3873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代入样本值，得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00037" name="AutoShape 5">
            <a:extLst>
              <a:ext uri="{FF2B5EF4-FFF2-40B4-BE49-F238E27FC236}">
                <a16:creationId xmlns:a16="http://schemas.microsoft.com/office/drawing/2014/main" id="{3255EFDC-1060-BB8D-5C07-33A31BBC4E5E}"/>
              </a:ext>
            </a:extLst>
          </p:cNvPr>
          <p:cNvSpPr>
            <a:spLocks/>
          </p:cNvSpPr>
          <p:nvPr/>
        </p:nvSpPr>
        <p:spPr bwMode="auto">
          <a:xfrm>
            <a:off x="5808664" y="2852739"/>
            <a:ext cx="142875" cy="1735137"/>
          </a:xfrm>
          <a:prstGeom prst="rightBrace">
            <a:avLst>
              <a:gd name="adj1" fmla="val 101204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0038" name="Rectangle 6">
            <a:extLst>
              <a:ext uri="{FF2B5EF4-FFF2-40B4-BE49-F238E27FC236}">
                <a16:creationId xmlns:a16="http://schemas.microsoft.com/office/drawing/2014/main" id="{EEEA68AF-5EA4-64D7-3934-D30E840A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997200"/>
            <a:ext cx="4032250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</a:t>
            </a:r>
            <a:r>
              <a:rPr lang="zh-CN" altLang="en-US" sz="2800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矩估计值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 autoUpdateAnimBg="0"/>
      <p:bldP spid="3000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Text Box 2">
            <a:extLst>
              <a:ext uri="{FF2B5EF4-FFF2-40B4-BE49-F238E27FC236}">
                <a16:creationId xmlns:a16="http://schemas.microsoft.com/office/drawing/2014/main" id="{0F64087F-48D4-EEC2-C65F-BDEA4D964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549276"/>
            <a:ext cx="8496300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B( m, p),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未知，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为总体的样本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的矩估计量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sp>
        <p:nvSpPr>
          <p:cNvPr id="301059" name="Text Box 3">
            <a:extLst>
              <a:ext uri="{FF2B5EF4-FFF2-40B4-BE49-F238E27FC236}">
                <a16:creationId xmlns:a16="http://schemas.microsoft.com/office/drawing/2014/main" id="{D4640552-5F9E-E9EB-D66E-89B504C48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1336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A8E09F55-47D4-11D2-2807-4E57C56AD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386013"/>
          <a:ext cx="18732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r:id="rId3" imgW="17843500" imgH="4686300" progId="Equation.DSMT4">
                  <p:embed/>
                </p:oleObj>
              </mc:Choice>
              <mc:Fallback>
                <p:oleObj r:id="rId3" imgW="17843500" imgH="4686300" progId="Equation.DSMT4">
                  <p:embed/>
                  <p:pic>
                    <p:nvPicPr>
                      <p:cNvPr id="301060" name="Object 4">
                        <a:extLst>
                          <a:ext uri="{FF2B5EF4-FFF2-40B4-BE49-F238E27FC236}">
                            <a16:creationId xmlns:a16="http://schemas.microsoft.com/office/drawing/2014/main" id="{A8E09F55-47D4-11D2-2807-4E57C56AD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386013"/>
                        <a:ext cx="187325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1061" name="Group 5">
            <a:extLst>
              <a:ext uri="{FF2B5EF4-FFF2-40B4-BE49-F238E27FC236}">
                <a16:creationId xmlns:a16="http://schemas.microsoft.com/office/drawing/2014/main" id="{4C82C836-7041-0B91-9DE7-AD62C91B7C24}"/>
              </a:ext>
            </a:extLst>
          </p:cNvPr>
          <p:cNvGrpSpPr>
            <a:grpSpLocks/>
          </p:cNvGrpSpPr>
          <p:nvPr/>
        </p:nvGrpSpPr>
        <p:grpSpPr bwMode="auto">
          <a:xfrm>
            <a:off x="3792539" y="3652838"/>
            <a:ext cx="2363787" cy="652462"/>
            <a:chOff x="0" y="0"/>
            <a:chExt cx="1626" cy="455"/>
          </a:xfrm>
        </p:grpSpPr>
        <p:graphicFrame>
          <p:nvGraphicFramePr>
            <p:cNvPr id="301062" name="Object 6">
              <a:extLst>
                <a:ext uri="{FF2B5EF4-FFF2-40B4-BE49-F238E27FC236}">
                  <a16:creationId xmlns:a16="http://schemas.microsoft.com/office/drawing/2014/main" id="{EB113733-B22D-9CC2-A4AF-357A7B7A1A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" y="0"/>
            <a:ext cx="1175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1" r:id="rId5" imgW="13754100" imgH="5562600" progId="Equation.DSMT4">
                    <p:embed/>
                  </p:oleObj>
                </mc:Choice>
                <mc:Fallback>
                  <p:oleObj r:id="rId5" imgW="13754100" imgH="5562600" progId="Equation.DSMT4">
                    <p:embed/>
                    <p:pic>
                      <p:nvPicPr>
                        <p:cNvPr id="301062" name="Object 6">
                          <a:extLst>
                            <a:ext uri="{FF2B5EF4-FFF2-40B4-BE49-F238E27FC236}">
                              <a16:creationId xmlns:a16="http://schemas.microsoft.com/office/drawing/2014/main" id="{EB113733-B22D-9CC2-A4AF-357A7B7A1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" y="0"/>
                          <a:ext cx="1175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1063" name="Text Box 7">
              <a:extLst>
                <a:ext uri="{FF2B5EF4-FFF2-40B4-BE49-F238E27FC236}">
                  <a16:creationId xmlns:a16="http://schemas.microsoft.com/office/drawing/2014/main" id="{3BCA6202-71F6-21CE-C3CD-9B9922F36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"/>
              <a:ext cx="372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</p:grpSp>
      <p:sp>
        <p:nvSpPr>
          <p:cNvPr id="301064" name="Text Box 8">
            <a:extLst>
              <a:ext uri="{FF2B5EF4-FFF2-40B4-BE49-F238E27FC236}">
                <a16:creationId xmlns:a16="http://schemas.microsoft.com/office/drawing/2014/main" id="{65F7B1B0-DAA8-CB1D-C99E-068E59930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7-13</a:t>
            </a:r>
          </a:p>
        </p:txBody>
      </p:sp>
      <p:grpSp>
        <p:nvGrpSpPr>
          <p:cNvPr id="301065" name="Group 9">
            <a:extLst>
              <a:ext uri="{FF2B5EF4-FFF2-40B4-BE49-F238E27FC236}">
                <a16:creationId xmlns:a16="http://schemas.microsoft.com/office/drawing/2014/main" id="{E81F9AA6-6717-F3D6-19A8-602FD11080B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4868863"/>
            <a:ext cx="2520950" cy="792162"/>
            <a:chOff x="0" y="0"/>
            <a:chExt cx="1810" cy="600"/>
          </a:xfrm>
        </p:grpSpPr>
        <p:sp>
          <p:nvSpPr>
            <p:cNvPr id="301066" name="Text Box 10">
              <a:extLst>
                <a:ext uri="{FF2B5EF4-FFF2-40B4-BE49-F238E27FC236}">
                  <a16:creationId xmlns:a16="http://schemas.microsoft.com/office/drawing/2014/main" id="{5195BFF7-94CB-D2AC-2BE7-F3D1F0360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81"/>
              <a:ext cx="389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</a:t>
              </a:r>
            </a:p>
          </p:txBody>
        </p:sp>
        <p:grpSp>
          <p:nvGrpSpPr>
            <p:cNvPr id="301067" name="Group 11">
              <a:extLst>
                <a:ext uri="{FF2B5EF4-FFF2-40B4-BE49-F238E27FC236}">
                  <a16:creationId xmlns:a16="http://schemas.microsoft.com/office/drawing/2014/main" id="{7DAF4315-13B2-FA15-C893-B956CB528A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28" y="0"/>
              <a:ext cx="1282" cy="600"/>
              <a:chOff x="0" y="0"/>
              <a:chExt cx="1282" cy="600"/>
            </a:xfrm>
          </p:grpSpPr>
          <p:graphicFrame>
            <p:nvGraphicFramePr>
              <p:cNvPr id="301068" name="Object 12">
                <a:extLst>
                  <a:ext uri="{FF2B5EF4-FFF2-40B4-BE49-F238E27FC236}">
                    <a16:creationId xmlns:a16="http://schemas.microsoft.com/office/drawing/2014/main" id="{9B7E4B4A-1875-6C2A-D7A6-20DA0E6B2D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87"/>
              <a:ext cx="1282" cy="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32" r:id="rId7" imgW="16090900" imgH="5562600" progId="Equation.DSMT4">
                      <p:embed/>
                    </p:oleObj>
                  </mc:Choice>
                  <mc:Fallback>
                    <p:oleObj r:id="rId7" imgW="16090900" imgH="5562600" progId="Equation.DSMT4">
                      <p:embed/>
                      <p:pic>
                        <p:nvPicPr>
                          <p:cNvPr id="301068" name="Object 12">
                            <a:extLst>
                              <a:ext uri="{FF2B5EF4-FFF2-40B4-BE49-F238E27FC236}">
                                <a16:creationId xmlns:a16="http://schemas.microsoft.com/office/drawing/2014/main" id="{9B7E4B4A-1875-6C2A-D7A6-20DA0E6B2D0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87"/>
                            <a:ext cx="1282" cy="5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1069" name="Object 13">
                <a:extLst>
                  <a:ext uri="{FF2B5EF4-FFF2-40B4-BE49-F238E27FC236}">
                    <a16:creationId xmlns:a16="http://schemas.microsoft.com/office/drawing/2014/main" id="{3969C16F-A741-C5A1-0276-3F830043AC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3" y="0"/>
              <a:ext cx="154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33" r:id="rId9" imgW="2628900" imgH="4978400" progId="Equation.3">
                      <p:embed/>
                    </p:oleObj>
                  </mc:Choice>
                  <mc:Fallback>
                    <p:oleObj r:id="rId9" imgW="2628900" imgH="4978400" progId="Equation.3">
                      <p:embed/>
                      <p:pic>
                        <p:nvPicPr>
                          <p:cNvPr id="301069" name="Object 13">
                            <a:extLst>
                              <a:ext uri="{FF2B5EF4-FFF2-40B4-BE49-F238E27FC236}">
                                <a16:creationId xmlns:a16="http://schemas.microsoft.com/office/drawing/2014/main" id="{3969C16F-A741-C5A1-0276-3F830043AC4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" y="0"/>
                            <a:ext cx="154" cy="2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01070" name="AutoShape 14">
            <a:extLst>
              <a:ext uri="{FF2B5EF4-FFF2-40B4-BE49-F238E27FC236}">
                <a16:creationId xmlns:a16="http://schemas.microsoft.com/office/drawing/2014/main" id="{AF2377EA-7BEF-507F-A5DC-F54FA986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3357564"/>
            <a:ext cx="1368425" cy="606425"/>
          </a:xfrm>
          <a:prstGeom prst="wedgeRectCallout">
            <a:avLst>
              <a:gd name="adj1" fmla="val -83296"/>
              <a:gd name="adj2" fmla="val 47907"/>
            </a:avLst>
          </a:prstGeom>
          <a:solidFill>
            <a:srgbClr val="CC99FF">
              <a:alpha val="40999"/>
            </a:srgbClr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总体矩</a:t>
            </a:r>
          </a:p>
        </p:txBody>
      </p:sp>
      <p:sp>
        <p:nvSpPr>
          <p:cNvPr id="301071" name="AutoShape 15">
            <a:extLst>
              <a:ext uri="{FF2B5EF4-FFF2-40B4-BE49-F238E27FC236}">
                <a16:creationId xmlns:a16="http://schemas.microsoft.com/office/drawing/2014/main" id="{06C4E145-3E2E-0CDC-1ED9-C08733D88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141664"/>
            <a:ext cx="1295400" cy="503237"/>
          </a:xfrm>
          <a:prstGeom prst="wedgeRectCallout">
            <a:avLst>
              <a:gd name="adj1" fmla="val 134315"/>
              <a:gd name="adj2" fmla="val 73977"/>
            </a:avLst>
          </a:prstGeom>
          <a:solidFill>
            <a:srgbClr val="FFFF99">
              <a:alpha val="56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8" grpId="0" autoUpdateAnimBg="0"/>
      <p:bldP spid="301059" grpId="0" autoUpdateAnimBg="0"/>
      <p:bldP spid="301070" grpId="0" animBg="1" autoUpdateAnimBg="0"/>
      <p:bldP spid="30107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Text Box 2">
            <a:extLst>
              <a:ext uri="{FF2B5EF4-FFF2-40B4-BE49-F238E27FC236}">
                <a16:creationId xmlns:a16="http://schemas.microsoft.com/office/drawing/2014/main" id="{F315C3DB-25AA-F25B-86D5-8AB1DDAD4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60350"/>
            <a:ext cx="7921625" cy="67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</a:p>
        </p:txBody>
      </p:sp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8A52EED1-6DDE-476E-A44D-D15AD1A4C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188913"/>
          <a:ext cx="22320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" r:id="rId3" imgW="23114000" imgH="10236200" progId="Equation.3">
                  <p:embed/>
                </p:oleObj>
              </mc:Choice>
              <mc:Fallback>
                <p:oleObj r:id="rId3" imgW="23114000" imgH="10236200" progId="Equation.3">
                  <p:embed/>
                  <p:pic>
                    <p:nvPicPr>
                      <p:cNvPr id="302083" name="Object 3">
                        <a:extLst>
                          <a:ext uri="{FF2B5EF4-FFF2-40B4-BE49-F238E27FC236}">
                            <a16:creationId xmlns:a16="http://schemas.microsoft.com/office/drawing/2014/main" id="{8A52EED1-6DDE-476E-A44D-D15AD1A4C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188913"/>
                        <a:ext cx="223202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2E7A5C8A-D182-CCDA-799A-C390485FFF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2133600"/>
          <a:ext cx="40322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r:id="rId5" imgW="41249600" imgH="9652000" progId="Equation.DSMT4">
                  <p:embed/>
                </p:oleObj>
              </mc:Choice>
              <mc:Fallback>
                <p:oleObj r:id="rId5" imgW="41249600" imgH="9652000" progId="Equation.DSMT4">
                  <p:embed/>
                  <p:pic>
                    <p:nvPicPr>
                      <p:cNvPr id="302084" name="Object 4">
                        <a:extLst>
                          <a:ext uri="{FF2B5EF4-FFF2-40B4-BE49-F238E27FC236}">
                            <a16:creationId xmlns:a16="http://schemas.microsoft.com/office/drawing/2014/main" id="{2E7A5C8A-D182-CCDA-799A-C390485FFF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133600"/>
                        <a:ext cx="40322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5" name="Text Box 5">
            <a:extLst>
              <a:ext uri="{FF2B5EF4-FFF2-40B4-BE49-F238E27FC236}">
                <a16:creationId xmlns:a16="http://schemas.microsoft.com/office/drawing/2014/main" id="{B5BC7C47-E436-E026-D7EE-FF893A24C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276475"/>
            <a:ext cx="1225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2086" name="Object 6">
            <a:extLst>
              <a:ext uri="{FF2B5EF4-FFF2-40B4-BE49-F238E27FC236}">
                <a16:creationId xmlns:a16="http://schemas.microsoft.com/office/drawing/2014/main" id="{B5B58360-3BF6-FA39-DE77-789CD00EBD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213101"/>
          <a:ext cx="4176713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r:id="rId7" imgW="38912800" imgH="9652000" progId="Equation.DSMT4">
                  <p:embed/>
                </p:oleObj>
              </mc:Choice>
              <mc:Fallback>
                <p:oleObj r:id="rId7" imgW="38912800" imgH="9652000" progId="Equation.DSMT4">
                  <p:embed/>
                  <p:pic>
                    <p:nvPicPr>
                      <p:cNvPr id="302086" name="Object 6">
                        <a:extLst>
                          <a:ext uri="{FF2B5EF4-FFF2-40B4-BE49-F238E27FC236}">
                            <a16:creationId xmlns:a16="http://schemas.microsoft.com/office/drawing/2014/main" id="{B5B58360-3BF6-FA39-DE77-789CD00EBD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213101"/>
                        <a:ext cx="4176713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7" name="Object 7">
            <a:extLst>
              <a:ext uri="{FF2B5EF4-FFF2-40B4-BE49-F238E27FC236}">
                <a16:creationId xmlns:a16="http://schemas.microsoft.com/office/drawing/2014/main" id="{EA3EF6F1-640A-C12F-568D-FC4B8D26C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5589589"/>
          <a:ext cx="9366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r:id="rId9" imgW="9359900" imgH="4686300" progId="Equation.DSMT4">
                  <p:embed/>
                </p:oleObj>
              </mc:Choice>
              <mc:Fallback>
                <p:oleObj r:id="rId9" imgW="9359900" imgH="4686300" progId="Equation.DSMT4">
                  <p:embed/>
                  <p:pic>
                    <p:nvPicPr>
                      <p:cNvPr id="302087" name="Object 7">
                        <a:extLst>
                          <a:ext uri="{FF2B5EF4-FFF2-40B4-BE49-F238E27FC236}">
                            <a16:creationId xmlns:a16="http://schemas.microsoft.com/office/drawing/2014/main" id="{EA3EF6F1-640A-C12F-568D-FC4B8D26CB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5589589"/>
                        <a:ext cx="9366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8" name="Rectangle 8">
            <a:extLst>
              <a:ext uri="{FF2B5EF4-FFF2-40B4-BE49-F238E27FC236}">
                <a16:creationId xmlns:a16="http://schemas.microsoft.com/office/drawing/2014/main" id="{766CB799-6B61-CF48-054D-B18D2544C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341439"/>
            <a:ext cx="6657592" cy="596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…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为样本，求参数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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的矩估计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graphicFrame>
        <p:nvGraphicFramePr>
          <p:cNvPr id="302089" name="Object 9">
            <a:extLst>
              <a:ext uri="{FF2B5EF4-FFF2-40B4-BE49-F238E27FC236}">
                <a16:creationId xmlns:a16="http://schemas.microsoft.com/office/drawing/2014/main" id="{C834CCB8-AC67-B15D-EEAD-3C669F8C2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365626"/>
          <a:ext cx="254476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" r:id="rId11" imgW="23698200" imgH="8775700" progId="Equation.DSMT4">
                  <p:embed/>
                </p:oleObj>
              </mc:Choice>
              <mc:Fallback>
                <p:oleObj r:id="rId11" imgW="23698200" imgH="8775700" progId="Equation.DSMT4">
                  <p:embed/>
                  <p:pic>
                    <p:nvPicPr>
                      <p:cNvPr id="302089" name="Object 9">
                        <a:extLst>
                          <a:ext uri="{FF2B5EF4-FFF2-40B4-BE49-F238E27FC236}">
                            <a16:creationId xmlns:a16="http://schemas.microsoft.com/office/drawing/2014/main" id="{C834CCB8-AC67-B15D-EEAD-3C669F8C28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365626"/>
                        <a:ext cx="254476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0" name="Object 10">
            <a:extLst>
              <a:ext uri="{FF2B5EF4-FFF2-40B4-BE49-F238E27FC236}">
                <a16:creationId xmlns:a16="http://schemas.microsoft.com/office/drawing/2014/main" id="{4F7DAC9A-7A9C-22E8-74D3-8AB80B7EE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5300663"/>
          <a:ext cx="235743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4" r:id="rId13" imgW="21945600" imgH="8775700" progId="Equation.DSMT4">
                  <p:embed/>
                </p:oleObj>
              </mc:Choice>
              <mc:Fallback>
                <p:oleObj r:id="rId13" imgW="21945600" imgH="8775700" progId="Equation.DSMT4">
                  <p:embed/>
                  <p:pic>
                    <p:nvPicPr>
                      <p:cNvPr id="302090" name="Object 10">
                        <a:extLst>
                          <a:ext uri="{FF2B5EF4-FFF2-40B4-BE49-F238E27FC236}">
                            <a16:creationId xmlns:a16="http://schemas.microsoft.com/office/drawing/2014/main" id="{4F7DAC9A-7A9C-22E8-74D3-8AB80B7EE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300663"/>
                        <a:ext cx="235743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1" name="Object 11">
            <a:extLst>
              <a:ext uri="{FF2B5EF4-FFF2-40B4-BE49-F238E27FC236}">
                <a16:creationId xmlns:a16="http://schemas.microsoft.com/office/drawing/2014/main" id="{DCCE1793-4BCA-F18C-4E56-30A2501C7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5300663"/>
          <a:ext cx="285908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5" r:id="rId15" imgW="26619200" imgH="8775700" progId="Equation.DSMT4">
                  <p:embed/>
                </p:oleObj>
              </mc:Choice>
              <mc:Fallback>
                <p:oleObj r:id="rId15" imgW="26619200" imgH="8775700" progId="Equation.DSMT4">
                  <p:embed/>
                  <p:pic>
                    <p:nvPicPr>
                      <p:cNvPr id="302091" name="Object 11">
                        <a:extLst>
                          <a:ext uri="{FF2B5EF4-FFF2-40B4-BE49-F238E27FC236}">
                            <a16:creationId xmlns:a16="http://schemas.microsoft.com/office/drawing/2014/main" id="{DCCE1793-4BCA-F18C-4E56-30A2501C7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5300663"/>
                        <a:ext cx="285908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2" name="Object 12">
            <a:extLst>
              <a:ext uri="{FF2B5EF4-FFF2-40B4-BE49-F238E27FC236}">
                <a16:creationId xmlns:a16="http://schemas.microsoft.com/office/drawing/2014/main" id="{21A63C2C-0DC8-E37F-64BF-D57F7100C0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4292601"/>
          <a:ext cx="455453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" r:id="rId17" imgW="42418000" imgH="8775700" progId="Equation.DSMT4">
                  <p:embed/>
                </p:oleObj>
              </mc:Choice>
              <mc:Fallback>
                <p:oleObj r:id="rId17" imgW="42418000" imgH="8775700" progId="Equation.DSMT4">
                  <p:embed/>
                  <p:pic>
                    <p:nvPicPr>
                      <p:cNvPr id="302092" name="Object 12">
                        <a:extLst>
                          <a:ext uri="{FF2B5EF4-FFF2-40B4-BE49-F238E27FC236}">
                            <a16:creationId xmlns:a16="http://schemas.microsoft.com/office/drawing/2014/main" id="{21A63C2C-0DC8-E37F-64BF-D57F7100C0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4292601"/>
                        <a:ext cx="4554537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3" name="Object 13">
            <a:extLst>
              <a:ext uri="{FF2B5EF4-FFF2-40B4-BE49-F238E27FC236}">
                <a16:creationId xmlns:a16="http://schemas.microsoft.com/office/drawing/2014/main" id="{C6577E53-60EC-E4FD-B425-0AC5052A0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213101"/>
          <a:ext cx="27955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" r:id="rId19" imgW="26035000" imgH="9652000" progId="Equation.DSMT4">
                  <p:embed/>
                </p:oleObj>
              </mc:Choice>
              <mc:Fallback>
                <p:oleObj r:id="rId19" imgW="26035000" imgH="9652000" progId="Equation.DSMT4">
                  <p:embed/>
                  <p:pic>
                    <p:nvPicPr>
                      <p:cNvPr id="302093" name="Object 13">
                        <a:extLst>
                          <a:ext uri="{FF2B5EF4-FFF2-40B4-BE49-F238E27FC236}">
                            <a16:creationId xmlns:a16="http://schemas.microsoft.com/office/drawing/2014/main" id="{C6577E53-60EC-E4FD-B425-0AC5052A02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213101"/>
                        <a:ext cx="27955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0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0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106" name="Group 2">
            <a:extLst>
              <a:ext uri="{FF2B5EF4-FFF2-40B4-BE49-F238E27FC236}">
                <a16:creationId xmlns:a16="http://schemas.microsoft.com/office/drawing/2014/main" id="{B6E6E63E-B371-34DC-EB76-4AF665DD5EDD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1412876"/>
            <a:ext cx="4852987" cy="1249363"/>
            <a:chOff x="0" y="0"/>
            <a:chExt cx="3057" cy="787"/>
          </a:xfrm>
        </p:grpSpPr>
        <p:sp>
          <p:nvSpPr>
            <p:cNvPr id="303107" name="Rectangle 3">
              <a:extLst>
                <a:ext uri="{FF2B5EF4-FFF2-40B4-BE49-F238E27FC236}">
                  <a16:creationId xmlns:a16="http://schemas.microsoft.com/office/drawing/2014/main" id="{A6E95522-3E6D-F643-0BA5-124ABC483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303108" name="Object 4">
              <a:extLst>
                <a:ext uri="{FF2B5EF4-FFF2-40B4-BE49-F238E27FC236}">
                  <a16:creationId xmlns:a16="http://schemas.microsoft.com/office/drawing/2014/main" id="{D2E9827C-18A2-21AB-C23E-06057DA43F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8" y="0"/>
            <a:ext cx="2149" cy="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r:id="rId3" imgW="29552900" imgH="9944100" progId="Equation.DSMT4">
                    <p:embed/>
                  </p:oleObj>
                </mc:Choice>
                <mc:Fallback>
                  <p:oleObj r:id="rId3" imgW="29552900" imgH="9944100" progId="Equation.DSMT4">
                    <p:embed/>
                    <p:pic>
                      <p:nvPicPr>
                        <p:cNvPr id="303108" name="Object 4">
                          <a:extLst>
                            <a:ext uri="{FF2B5EF4-FFF2-40B4-BE49-F238E27FC236}">
                              <a16:creationId xmlns:a16="http://schemas.microsoft.com/office/drawing/2014/main" id="{D2E9827C-18A2-21AB-C23E-06057DA43F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0"/>
                          <a:ext cx="2149" cy="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E3FD1994-0089-FE5B-0721-DCE20F94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076700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03110" name="Object 6">
            <a:extLst>
              <a:ext uri="{FF2B5EF4-FFF2-40B4-BE49-F238E27FC236}">
                <a16:creationId xmlns:a16="http://schemas.microsoft.com/office/drawing/2014/main" id="{6EF0F6E8-6A6B-B938-9494-B772F0336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9" y="3860800"/>
          <a:ext cx="27019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r:id="rId5" imgW="23406100" imgH="11112500" progId="Equation.DSMT4">
                  <p:embed/>
                </p:oleObj>
              </mc:Choice>
              <mc:Fallback>
                <p:oleObj r:id="rId5" imgW="23406100" imgH="11112500" progId="Equation.DSMT4">
                  <p:embed/>
                  <p:pic>
                    <p:nvPicPr>
                      <p:cNvPr id="303110" name="Object 6">
                        <a:extLst>
                          <a:ext uri="{FF2B5EF4-FFF2-40B4-BE49-F238E27FC236}">
                            <a16:creationId xmlns:a16="http://schemas.microsoft.com/office/drawing/2014/main" id="{6EF0F6E8-6A6B-B938-9494-B772F0336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9" y="3860800"/>
                        <a:ext cx="27019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AutoShape 7">
            <a:extLst>
              <a:ext uri="{FF2B5EF4-FFF2-40B4-BE49-F238E27FC236}">
                <a16:creationId xmlns:a16="http://schemas.microsoft.com/office/drawing/2014/main" id="{2E61BD72-FDBC-2DB5-43DA-D13D9C774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1485901"/>
            <a:ext cx="2016125" cy="606425"/>
          </a:xfrm>
          <a:prstGeom prst="wedgeRectCallout">
            <a:avLst>
              <a:gd name="adj1" fmla="val -68977"/>
              <a:gd name="adj2" fmla="val 47907"/>
            </a:avLst>
          </a:prstGeom>
          <a:solidFill>
            <a:srgbClr val="CC99FF">
              <a:alpha val="67000"/>
            </a:srgbClr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总体矩</a:t>
            </a:r>
          </a:p>
        </p:txBody>
      </p:sp>
      <p:sp>
        <p:nvSpPr>
          <p:cNvPr id="303112" name="AutoShape 8">
            <a:extLst>
              <a:ext uri="{FF2B5EF4-FFF2-40B4-BE49-F238E27FC236}">
                <a16:creationId xmlns:a16="http://schemas.microsoft.com/office/drawing/2014/main" id="{0256920E-03B2-7CC4-C5E3-9BD084E6E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2420938"/>
            <a:ext cx="1657350" cy="647700"/>
          </a:xfrm>
          <a:prstGeom prst="wedgeRectCallout">
            <a:avLst>
              <a:gd name="adj1" fmla="val 68199"/>
              <a:gd name="adj2" fmla="val -64704"/>
            </a:avLst>
          </a:prstGeom>
          <a:solidFill>
            <a:srgbClr val="FFFF99">
              <a:alpha val="62000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样本矩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9" grpId="0" autoUpdateAnimBg="0"/>
      <p:bldP spid="303111" grpId="0" animBg="1" autoUpdateAnimBg="0"/>
      <p:bldP spid="30311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A1C22C95-1C50-0E69-65E2-9CF5074D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49275"/>
            <a:ext cx="6991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是取自总体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的一个样本</a:t>
            </a:r>
          </a:p>
        </p:txBody>
      </p:sp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ACDC70D9-57C9-7CD5-9BFC-5C168C2CE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196975"/>
          <a:ext cx="7493000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r:id="rId3" imgW="74599800" imgH="13754100" progId="Equation.3">
                  <p:embed/>
                </p:oleObj>
              </mc:Choice>
              <mc:Fallback>
                <p:oleObj r:id="rId3" imgW="74599800" imgH="13754100" progId="Equation.3">
                  <p:embed/>
                  <p:pic>
                    <p:nvPicPr>
                      <p:cNvPr id="304131" name="Object 3">
                        <a:extLst>
                          <a:ext uri="{FF2B5EF4-FFF2-40B4-BE49-F238E27FC236}">
                            <a16:creationId xmlns:a16="http://schemas.microsoft.com/office/drawing/2014/main" id="{ACDC70D9-57C9-7CD5-9BFC-5C168C2CE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196975"/>
                        <a:ext cx="7493000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2" name="Rectangle 4">
            <a:extLst>
              <a:ext uri="{FF2B5EF4-FFF2-40B4-BE49-F238E27FC236}">
                <a16:creationId xmlns:a16="http://schemas.microsoft.com/office/drawing/2014/main" id="{77E4F927-EC22-6E29-2FDA-EAF006D68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7341" y="2634784"/>
            <a:ext cx="42899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&gt;0,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μ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的矩估计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4133" name="Rectangle 5">
            <a:extLst>
              <a:ext uri="{FF2B5EF4-FFF2-40B4-BE49-F238E27FC236}">
                <a16:creationId xmlns:a16="http://schemas.microsoft.com/office/drawing/2014/main" id="{9FA8C2C6-B379-7D04-94D6-37F408EB8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13100"/>
            <a:ext cx="1044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04134" name="Object 6">
            <a:extLst>
              <a:ext uri="{FF2B5EF4-FFF2-40B4-BE49-F238E27FC236}">
                <a16:creationId xmlns:a16="http://schemas.microsoft.com/office/drawing/2014/main" id="{F76F79F3-60CB-CA64-38DB-9824CBD83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3284538"/>
          <a:ext cx="35448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3" r:id="rId5" imgW="36283900" imgH="9652000" progId="Equation.DSMT4">
                  <p:embed/>
                </p:oleObj>
              </mc:Choice>
              <mc:Fallback>
                <p:oleObj r:id="rId5" imgW="36283900" imgH="9652000" progId="Equation.DSMT4">
                  <p:embed/>
                  <p:pic>
                    <p:nvPicPr>
                      <p:cNvPr id="304134" name="Object 6">
                        <a:extLst>
                          <a:ext uri="{FF2B5EF4-FFF2-40B4-BE49-F238E27FC236}">
                            <a16:creationId xmlns:a16="http://schemas.microsoft.com/office/drawing/2014/main" id="{F76F79F3-60CB-CA64-38DB-9824CBD83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3284538"/>
                        <a:ext cx="3544888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5" name="Object 7">
            <a:extLst>
              <a:ext uri="{FF2B5EF4-FFF2-40B4-BE49-F238E27FC236}">
                <a16:creationId xmlns:a16="http://schemas.microsoft.com/office/drawing/2014/main" id="{DC6B3E79-EFEA-69D3-B1DE-12C50262F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3" y="3213100"/>
          <a:ext cx="2773362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4" r:id="rId7" imgW="28384500" imgH="9067800" progId="Equation.DSMT4">
                  <p:embed/>
                </p:oleObj>
              </mc:Choice>
              <mc:Fallback>
                <p:oleObj r:id="rId7" imgW="28384500" imgH="9067800" progId="Equation.DSMT4">
                  <p:embed/>
                  <p:pic>
                    <p:nvPicPr>
                      <p:cNvPr id="304135" name="Object 7">
                        <a:extLst>
                          <a:ext uri="{FF2B5EF4-FFF2-40B4-BE49-F238E27FC236}">
                            <a16:creationId xmlns:a16="http://schemas.microsoft.com/office/drawing/2014/main" id="{DC6B3E79-EFEA-69D3-B1DE-12C50262F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3213100"/>
                        <a:ext cx="2773362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6" name="Object 8">
            <a:extLst>
              <a:ext uri="{FF2B5EF4-FFF2-40B4-BE49-F238E27FC236}">
                <a16:creationId xmlns:a16="http://schemas.microsoft.com/office/drawing/2014/main" id="{DB899E64-2453-5D8F-8FBF-90845FFCD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365625"/>
          <a:ext cx="44323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5" r:id="rId9" imgW="45351700" imgH="9067800" progId="Equation.DSMT4">
                  <p:embed/>
                </p:oleObj>
              </mc:Choice>
              <mc:Fallback>
                <p:oleObj r:id="rId9" imgW="45351700" imgH="9067800" progId="Equation.DSMT4">
                  <p:embed/>
                  <p:pic>
                    <p:nvPicPr>
                      <p:cNvPr id="304136" name="Object 8">
                        <a:extLst>
                          <a:ext uri="{FF2B5EF4-FFF2-40B4-BE49-F238E27FC236}">
                            <a16:creationId xmlns:a16="http://schemas.microsoft.com/office/drawing/2014/main" id="{DB899E64-2453-5D8F-8FBF-90845FFCD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365625"/>
                        <a:ext cx="44323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>
            <a:extLst>
              <a:ext uri="{FF2B5EF4-FFF2-40B4-BE49-F238E27FC236}">
                <a16:creationId xmlns:a16="http://schemas.microsoft.com/office/drawing/2014/main" id="{1EDF8A36-F59F-C90B-F2B1-1A17A2C89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0" y="4365626"/>
          <a:ext cx="22606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" r:id="rId11" imgW="23114000" imgH="8191500" progId="Equation.DSMT4">
                  <p:embed/>
                </p:oleObj>
              </mc:Choice>
              <mc:Fallback>
                <p:oleObj r:id="rId11" imgW="23114000" imgH="8191500" progId="Equation.DSMT4">
                  <p:embed/>
                  <p:pic>
                    <p:nvPicPr>
                      <p:cNvPr id="304137" name="Object 9">
                        <a:extLst>
                          <a:ext uri="{FF2B5EF4-FFF2-40B4-BE49-F238E27FC236}">
                            <a16:creationId xmlns:a16="http://schemas.microsoft.com/office/drawing/2014/main" id="{1EDF8A36-F59F-C90B-F2B1-1A17A2C89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4365626"/>
                        <a:ext cx="22606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8" name="Object 10">
            <a:extLst>
              <a:ext uri="{FF2B5EF4-FFF2-40B4-BE49-F238E27FC236}">
                <a16:creationId xmlns:a16="http://schemas.microsoft.com/office/drawing/2014/main" id="{2AF17C9A-7452-6035-D113-A51C096E6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5516564"/>
          <a:ext cx="11445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r:id="rId13" imgW="11696700" imgH="4686300" progId="Equation.DSMT4">
                  <p:embed/>
                </p:oleObj>
              </mc:Choice>
              <mc:Fallback>
                <p:oleObj r:id="rId13" imgW="11696700" imgH="4686300" progId="Equation.DSMT4">
                  <p:embed/>
                  <p:pic>
                    <p:nvPicPr>
                      <p:cNvPr id="304138" name="Object 10">
                        <a:extLst>
                          <a:ext uri="{FF2B5EF4-FFF2-40B4-BE49-F238E27FC236}">
                            <a16:creationId xmlns:a16="http://schemas.microsoft.com/office/drawing/2014/main" id="{2AF17C9A-7452-6035-D113-A51C096E65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5516564"/>
                        <a:ext cx="11445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0" grpId="0" autoUpdateAnimBg="0"/>
      <p:bldP spid="304132" grpId="0" autoUpdateAnimBg="0"/>
      <p:bldP spid="30413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154" name="Object 2">
            <a:extLst>
              <a:ext uri="{FF2B5EF4-FFF2-40B4-BE49-F238E27FC236}">
                <a16:creationId xmlns:a16="http://schemas.microsoft.com/office/drawing/2014/main" id="{ADE59A1F-9810-0427-0DE8-8B4A649A7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836613"/>
          <a:ext cx="38306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" r:id="rId3" imgW="39204900" imgH="9652000" progId="Equation.DSMT4">
                  <p:embed/>
                </p:oleObj>
              </mc:Choice>
              <mc:Fallback>
                <p:oleObj r:id="rId3" imgW="39204900" imgH="9652000" progId="Equation.DSMT4">
                  <p:embed/>
                  <p:pic>
                    <p:nvPicPr>
                      <p:cNvPr id="305154" name="Object 2">
                        <a:extLst>
                          <a:ext uri="{FF2B5EF4-FFF2-40B4-BE49-F238E27FC236}">
                            <a16:creationId xmlns:a16="http://schemas.microsoft.com/office/drawing/2014/main" id="{ADE59A1F-9810-0427-0DE8-8B4A649A7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836613"/>
                        <a:ext cx="383063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AFA862B7-1D56-ED63-4FDC-4BAF50973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989139"/>
          <a:ext cx="2887663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7" r:id="rId5" imgW="29552900" imgH="9067800" progId="Equation.DSMT4">
                  <p:embed/>
                </p:oleObj>
              </mc:Choice>
              <mc:Fallback>
                <p:oleObj r:id="rId5" imgW="29552900" imgH="9067800" progId="Equation.DSMT4">
                  <p:embed/>
                  <p:pic>
                    <p:nvPicPr>
                      <p:cNvPr id="305155" name="Object 3">
                        <a:extLst>
                          <a:ext uri="{FF2B5EF4-FFF2-40B4-BE49-F238E27FC236}">
                            <a16:creationId xmlns:a16="http://schemas.microsoft.com/office/drawing/2014/main" id="{AFA862B7-1D56-ED63-4FDC-4BAF50973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989139"/>
                        <a:ext cx="2887663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6" name="Object 4">
            <a:extLst>
              <a:ext uri="{FF2B5EF4-FFF2-40B4-BE49-F238E27FC236}">
                <a16:creationId xmlns:a16="http://schemas.microsoft.com/office/drawing/2014/main" id="{691EDE5C-55E8-F2FC-1757-88CF809D1A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5064" y="2060575"/>
          <a:ext cx="49482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8" r:id="rId7" imgW="50609500" imgH="9067800" progId="Equation.DSMT4">
                  <p:embed/>
                </p:oleObj>
              </mc:Choice>
              <mc:Fallback>
                <p:oleObj r:id="rId7" imgW="50609500" imgH="9067800" progId="Equation.DSMT4">
                  <p:embed/>
                  <p:pic>
                    <p:nvPicPr>
                      <p:cNvPr id="305156" name="Object 4">
                        <a:extLst>
                          <a:ext uri="{FF2B5EF4-FFF2-40B4-BE49-F238E27FC236}">
                            <a16:creationId xmlns:a16="http://schemas.microsoft.com/office/drawing/2014/main" id="{691EDE5C-55E8-F2FC-1757-88CF809D1A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4" y="2060575"/>
                        <a:ext cx="494823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7" name="Object 5">
            <a:extLst>
              <a:ext uri="{FF2B5EF4-FFF2-40B4-BE49-F238E27FC236}">
                <a16:creationId xmlns:a16="http://schemas.microsoft.com/office/drawing/2014/main" id="{80F6BD4B-B690-11AA-B550-B29753CEA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357563"/>
          <a:ext cx="21748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9" r:id="rId9" imgW="22237700" imgH="5270500" progId="Equation.DSMT4">
                  <p:embed/>
                </p:oleObj>
              </mc:Choice>
              <mc:Fallback>
                <p:oleObj r:id="rId9" imgW="22237700" imgH="5270500" progId="Equation.DSMT4">
                  <p:embed/>
                  <p:pic>
                    <p:nvPicPr>
                      <p:cNvPr id="305157" name="Object 5">
                        <a:extLst>
                          <a:ext uri="{FF2B5EF4-FFF2-40B4-BE49-F238E27FC236}">
                            <a16:creationId xmlns:a16="http://schemas.microsoft.com/office/drawing/2014/main" id="{80F6BD4B-B690-11AA-B550-B29753CEA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357563"/>
                        <a:ext cx="21748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>
            <a:extLst>
              <a:ext uri="{FF2B5EF4-FFF2-40B4-BE49-F238E27FC236}">
                <a16:creationId xmlns:a16="http://schemas.microsoft.com/office/drawing/2014/main" id="{EB53BD7C-9320-34E1-6B6D-1584C83D7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4365625"/>
          <a:ext cx="2489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0" r:id="rId11" imgW="25450800" imgH="5270500" progId="Equation.DSMT4">
                  <p:embed/>
                </p:oleObj>
              </mc:Choice>
              <mc:Fallback>
                <p:oleObj r:id="rId11" imgW="25450800" imgH="5270500" progId="Equation.DSMT4">
                  <p:embed/>
                  <p:pic>
                    <p:nvPicPr>
                      <p:cNvPr id="305158" name="Object 6">
                        <a:extLst>
                          <a:ext uri="{FF2B5EF4-FFF2-40B4-BE49-F238E27FC236}">
                            <a16:creationId xmlns:a16="http://schemas.microsoft.com/office/drawing/2014/main" id="{EB53BD7C-9320-34E1-6B6D-1584C83D7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365625"/>
                        <a:ext cx="2489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9" name="AutoShape 7">
            <a:extLst>
              <a:ext uri="{FF2B5EF4-FFF2-40B4-BE49-F238E27FC236}">
                <a16:creationId xmlns:a16="http://schemas.microsoft.com/office/drawing/2014/main" id="{B98E2DA8-4983-23FF-0B22-F119BA2835DD}"/>
              </a:ext>
            </a:extLst>
          </p:cNvPr>
          <p:cNvSpPr>
            <a:spLocks/>
          </p:cNvSpPr>
          <p:nvPr/>
        </p:nvSpPr>
        <p:spPr bwMode="auto">
          <a:xfrm>
            <a:off x="3105150" y="49085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05160" name="Object 8">
            <a:extLst>
              <a:ext uri="{FF2B5EF4-FFF2-40B4-BE49-F238E27FC236}">
                <a16:creationId xmlns:a16="http://schemas.microsoft.com/office/drawing/2014/main" id="{277E4C52-1866-4027-D083-C466DC4D3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0876" y="3141663"/>
          <a:ext cx="37750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1" r:id="rId13" imgW="38620700" imgH="9652000" progId="Equation.DSMT4">
                  <p:embed/>
                </p:oleObj>
              </mc:Choice>
              <mc:Fallback>
                <p:oleObj r:id="rId13" imgW="38620700" imgH="9652000" progId="Equation.DSMT4">
                  <p:embed/>
                  <p:pic>
                    <p:nvPicPr>
                      <p:cNvPr id="305160" name="Object 8">
                        <a:extLst>
                          <a:ext uri="{FF2B5EF4-FFF2-40B4-BE49-F238E27FC236}">
                            <a16:creationId xmlns:a16="http://schemas.microsoft.com/office/drawing/2014/main" id="{277E4C52-1866-4027-D083-C466DC4D3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6" y="3141663"/>
                        <a:ext cx="37750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1A0D70DB-CECD-A379-68E1-99701977D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692150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D8B83E02-ED69-B2F0-15AD-3D2CE2A17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191000"/>
            <a:ext cx="5181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80" name="AutoShape 4">
            <a:extLst>
              <a:ext uri="{FF2B5EF4-FFF2-40B4-BE49-F238E27FC236}">
                <a16:creationId xmlns:a16="http://schemas.microsoft.com/office/drawing/2014/main" id="{C9E5B9DC-8D18-B0E4-F0B8-5A9CC4ABECD1}"/>
              </a:ext>
            </a:extLst>
          </p:cNvPr>
          <p:cNvSpPr>
            <a:spLocks/>
          </p:cNvSpPr>
          <p:nvPr/>
        </p:nvSpPr>
        <p:spPr bwMode="auto">
          <a:xfrm>
            <a:off x="3105150" y="49085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81" name="Rectangle 5">
            <a:extLst>
              <a:ext uri="{FF2B5EF4-FFF2-40B4-BE49-F238E27FC236}">
                <a16:creationId xmlns:a16="http://schemas.microsoft.com/office/drawing/2014/main" id="{C4EC1279-51F3-9EAB-E54B-38EA02EB6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924175"/>
            <a:ext cx="1003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解得</a:t>
            </a:r>
          </a:p>
        </p:txBody>
      </p:sp>
      <p:sp>
        <p:nvSpPr>
          <p:cNvPr id="306182" name="AutoShape 6">
            <a:extLst>
              <a:ext uri="{FF2B5EF4-FFF2-40B4-BE49-F238E27FC236}">
                <a16:creationId xmlns:a16="http://schemas.microsoft.com/office/drawing/2014/main" id="{3C56A7A8-FEA0-A243-7FA2-4ABA83B45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188913"/>
            <a:ext cx="2057400" cy="1219200"/>
          </a:xfrm>
          <a:prstGeom prst="wedgeRoundRectCallout">
            <a:avLst>
              <a:gd name="adj1" fmla="val -73995"/>
              <a:gd name="adj2" fmla="val 79949"/>
              <a:gd name="adj3" fmla="val 16667"/>
            </a:avLst>
          </a:prstGeom>
          <a:solidFill>
            <a:srgbClr val="FFFF99">
              <a:alpha val="57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用样本矩估计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总体矩</a:t>
            </a:r>
          </a:p>
        </p:txBody>
      </p:sp>
      <p:grpSp>
        <p:nvGrpSpPr>
          <p:cNvPr id="306183" name="Group 7">
            <a:extLst>
              <a:ext uri="{FF2B5EF4-FFF2-40B4-BE49-F238E27FC236}">
                <a16:creationId xmlns:a16="http://schemas.microsoft.com/office/drawing/2014/main" id="{AB9BE2CB-44C2-0705-729E-A5FDE1A0D700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765175"/>
            <a:ext cx="4079875" cy="1919288"/>
            <a:chOff x="0" y="0"/>
            <a:chExt cx="2570" cy="1209"/>
          </a:xfrm>
        </p:grpSpPr>
        <p:graphicFrame>
          <p:nvGraphicFramePr>
            <p:cNvPr id="306184" name="Object 8">
              <a:extLst>
                <a:ext uri="{FF2B5EF4-FFF2-40B4-BE49-F238E27FC236}">
                  <a16:creationId xmlns:a16="http://schemas.microsoft.com/office/drawing/2014/main" id="{7114FBBB-AFF9-3625-C4ED-A0F5A0E555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0"/>
            <a:ext cx="1028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5" r:id="rId3" imgW="16675100" imgH="5562600" progId="Equation.DSMT4">
                    <p:embed/>
                  </p:oleObj>
                </mc:Choice>
                <mc:Fallback>
                  <p:oleObj r:id="rId3" imgW="16675100" imgH="5562600" progId="Equation.DSMT4">
                    <p:embed/>
                    <p:pic>
                      <p:nvPicPr>
                        <p:cNvPr id="306184" name="Object 8">
                          <a:extLst>
                            <a:ext uri="{FF2B5EF4-FFF2-40B4-BE49-F238E27FC236}">
                              <a16:creationId xmlns:a16="http://schemas.microsoft.com/office/drawing/2014/main" id="{7114FBBB-AFF9-3625-C4ED-A0F5A0E555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0"/>
                          <a:ext cx="1028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6185" name="Object 9">
              <a:extLst>
                <a:ext uri="{FF2B5EF4-FFF2-40B4-BE49-F238E27FC236}">
                  <a16:creationId xmlns:a16="http://schemas.microsoft.com/office/drawing/2014/main" id="{53DB0AF9-E167-87DF-66FE-AF2FE03665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544"/>
            <a:ext cx="2343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6" r:id="rId5" imgW="38036500" imgH="9944100" progId="Equation.DSMT4">
                    <p:embed/>
                  </p:oleObj>
                </mc:Choice>
                <mc:Fallback>
                  <p:oleObj r:id="rId5" imgW="38036500" imgH="9944100" progId="Equation.DSMT4">
                    <p:embed/>
                    <p:pic>
                      <p:nvPicPr>
                        <p:cNvPr id="306185" name="Object 9">
                          <a:extLst>
                            <a:ext uri="{FF2B5EF4-FFF2-40B4-BE49-F238E27FC236}">
                              <a16:creationId xmlns:a16="http://schemas.microsoft.com/office/drawing/2014/main" id="{53DB0AF9-E167-87DF-66FE-AF2FE03665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544"/>
                          <a:ext cx="2343" cy="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6186" name="AutoShape 10">
              <a:extLst>
                <a:ext uri="{FF2B5EF4-FFF2-40B4-BE49-F238E27FC236}">
                  <a16:creationId xmlns:a16="http://schemas.microsoft.com/office/drawing/2014/main" id="{04FB84C6-66CA-69CE-5D4B-FC738D33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81"/>
              <a:ext cx="136" cy="771"/>
            </a:xfrm>
            <a:prstGeom prst="leftBrace">
              <a:avLst>
                <a:gd name="adj1" fmla="val 47243"/>
                <a:gd name="adj2" fmla="val 50000"/>
              </a:avLst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6187" name="Group 11">
            <a:extLst>
              <a:ext uri="{FF2B5EF4-FFF2-40B4-BE49-F238E27FC236}">
                <a16:creationId xmlns:a16="http://schemas.microsoft.com/office/drawing/2014/main" id="{CC0FE860-98C7-3B19-FB28-9F2A4AADA8B6}"/>
              </a:ext>
            </a:extLst>
          </p:cNvPr>
          <p:cNvGrpSpPr>
            <a:grpSpLocks/>
          </p:cNvGrpSpPr>
          <p:nvPr/>
        </p:nvGrpSpPr>
        <p:grpSpPr bwMode="auto">
          <a:xfrm>
            <a:off x="3143251" y="2997201"/>
            <a:ext cx="4264025" cy="2479675"/>
            <a:chOff x="0" y="0"/>
            <a:chExt cx="2686" cy="1562"/>
          </a:xfrm>
        </p:grpSpPr>
        <p:graphicFrame>
          <p:nvGraphicFramePr>
            <p:cNvPr id="306188" name="Object 12">
              <a:extLst>
                <a:ext uri="{FF2B5EF4-FFF2-40B4-BE49-F238E27FC236}">
                  <a16:creationId xmlns:a16="http://schemas.microsoft.com/office/drawing/2014/main" id="{EC5F1898-83CF-667A-9380-F80EADA49B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" y="862"/>
            <a:ext cx="1959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7" r:id="rId7" imgW="30721300" imgH="11112500" progId="Equation.3">
                    <p:embed/>
                  </p:oleObj>
                </mc:Choice>
                <mc:Fallback>
                  <p:oleObj r:id="rId7" imgW="30721300" imgH="11112500" progId="Equation.3">
                    <p:embed/>
                    <p:pic>
                      <p:nvPicPr>
                        <p:cNvPr id="306188" name="Object 12">
                          <a:extLst>
                            <a:ext uri="{FF2B5EF4-FFF2-40B4-BE49-F238E27FC236}">
                              <a16:creationId xmlns:a16="http://schemas.microsoft.com/office/drawing/2014/main" id="{EC5F1898-83CF-667A-9380-F80EADA49B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" y="862"/>
                          <a:ext cx="1959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6189" name="Group 13">
              <a:extLst>
                <a:ext uri="{FF2B5EF4-FFF2-40B4-BE49-F238E27FC236}">
                  <a16:creationId xmlns:a16="http://schemas.microsoft.com/office/drawing/2014/main" id="{D6191188-1B3D-BFBA-6DF7-B4D13BF6EF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" y="0"/>
              <a:ext cx="2550" cy="700"/>
              <a:chOff x="0" y="0"/>
              <a:chExt cx="2550" cy="700"/>
            </a:xfrm>
          </p:grpSpPr>
          <p:graphicFrame>
            <p:nvGraphicFramePr>
              <p:cNvPr id="306190" name="Object 14">
                <a:extLst>
                  <a:ext uri="{FF2B5EF4-FFF2-40B4-BE49-F238E27FC236}">
                    <a16:creationId xmlns:a16="http://schemas.microsoft.com/office/drawing/2014/main" id="{E29549B4-6676-7250-63F9-CAA4A406CA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48"/>
              <a:ext cx="961" cy="3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68" r:id="rId9" imgW="13169900" imgH="5270500" progId="Equation.3">
                      <p:embed/>
                    </p:oleObj>
                  </mc:Choice>
                  <mc:Fallback>
                    <p:oleObj r:id="rId9" imgW="13169900" imgH="5270500" progId="Equation.3">
                      <p:embed/>
                      <p:pic>
                        <p:nvPicPr>
                          <p:cNvPr id="306190" name="Object 14">
                            <a:extLst>
                              <a:ext uri="{FF2B5EF4-FFF2-40B4-BE49-F238E27FC236}">
                                <a16:creationId xmlns:a16="http://schemas.microsoft.com/office/drawing/2014/main" id="{E29549B4-6676-7250-63F9-CAA4A406CA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48"/>
                            <a:ext cx="961" cy="3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6191" name="Object 15">
                <a:extLst>
                  <a:ext uri="{FF2B5EF4-FFF2-40B4-BE49-F238E27FC236}">
                    <a16:creationId xmlns:a16="http://schemas.microsoft.com/office/drawing/2014/main" id="{1486BACA-773D-965F-070B-5408C0554B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4" y="0"/>
              <a:ext cx="1586" cy="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69" r:id="rId11" imgW="24866600" imgH="11112500" progId="Equation.3">
                      <p:embed/>
                    </p:oleObj>
                  </mc:Choice>
                  <mc:Fallback>
                    <p:oleObj r:id="rId11" imgW="24866600" imgH="11112500" progId="Equation.3">
                      <p:embed/>
                      <p:pic>
                        <p:nvPicPr>
                          <p:cNvPr id="306191" name="Object 15">
                            <a:extLst>
                              <a:ext uri="{FF2B5EF4-FFF2-40B4-BE49-F238E27FC236}">
                                <a16:creationId xmlns:a16="http://schemas.microsoft.com/office/drawing/2014/main" id="{1486BACA-773D-965F-070B-5408C0554B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4" y="0"/>
                            <a:ext cx="1586" cy="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6192" name="AutoShape 16">
              <a:extLst>
                <a:ext uri="{FF2B5EF4-FFF2-40B4-BE49-F238E27FC236}">
                  <a16:creationId xmlns:a16="http://schemas.microsoft.com/office/drawing/2014/main" id="{304BE492-4C52-91D0-19A1-15C8E9AAB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17"/>
              <a:ext cx="46" cy="1044"/>
            </a:xfrm>
            <a:prstGeom prst="leftBrace">
              <a:avLst>
                <a:gd name="adj1" fmla="val 189130"/>
                <a:gd name="adj2" fmla="val 50000"/>
              </a:avLst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0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autoUpdateAnimBg="0"/>
      <p:bldP spid="306181" grpId="0" autoUpdateAnimBg="0"/>
      <p:bldP spid="30618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Text Box 2">
            <a:extLst>
              <a:ext uri="{FF2B5EF4-FFF2-40B4-BE49-F238E27FC236}">
                <a16:creationId xmlns:a16="http://schemas.microsoft.com/office/drawing/2014/main" id="{0E4C03EB-A0BC-3715-2147-F902AB148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60350"/>
            <a:ext cx="8086725" cy="294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设从某灯泡厂某天生产的灯泡中随机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抽取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只灯泡，测得其寿命为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单位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小时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1050,   1100,   1080,   1120,   1200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1250,   1040,   1130,   1300,   1200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试用矩法估计该厂这天生产的灯泡的平均寿命及寿命分布的方差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8227" name="Text Box 3">
            <a:extLst>
              <a:ext uri="{FF2B5EF4-FFF2-40B4-BE49-F238E27FC236}">
                <a16:creationId xmlns:a16="http://schemas.microsoft.com/office/drawing/2014/main" id="{C198818B-04E8-58DB-E18E-BFF4B2A4C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644900"/>
            <a:ext cx="1144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8228" name="Object 4">
            <a:extLst>
              <a:ext uri="{FF2B5EF4-FFF2-40B4-BE49-F238E27FC236}">
                <a16:creationId xmlns:a16="http://schemas.microsoft.com/office/drawing/2014/main" id="{2F2220F1-4656-3FFD-2052-6C821BDCF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4941888"/>
          <a:ext cx="444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r:id="rId3" imgW="4686300" imgH="4686300" progId="Equation.DSMT4">
                  <p:embed/>
                </p:oleObj>
              </mc:Choice>
              <mc:Fallback>
                <p:oleObj r:id="rId3" imgW="4686300" imgH="4686300" progId="Equation.DSMT4">
                  <p:embed/>
                  <p:pic>
                    <p:nvPicPr>
                      <p:cNvPr id="308228" name="Object 4">
                        <a:extLst>
                          <a:ext uri="{FF2B5EF4-FFF2-40B4-BE49-F238E27FC236}">
                            <a16:creationId xmlns:a16="http://schemas.microsoft.com/office/drawing/2014/main" id="{2F2220F1-4656-3FFD-2052-6C821BDCF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941888"/>
                        <a:ext cx="444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29" name="Text Box 5">
            <a:extLst>
              <a:ext uri="{FF2B5EF4-FFF2-40B4-BE49-F238E27FC236}">
                <a16:creationId xmlns:a16="http://schemas.microsoft.com/office/drawing/2014/main" id="{07C6D1F7-E08B-0D1B-62FC-1E1763E2F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7-14</a:t>
            </a:r>
          </a:p>
        </p:txBody>
      </p:sp>
      <p:graphicFrame>
        <p:nvGraphicFramePr>
          <p:cNvPr id="308230" name="Object 6">
            <a:extLst>
              <a:ext uri="{FF2B5EF4-FFF2-40B4-BE49-F238E27FC236}">
                <a16:creationId xmlns:a16="http://schemas.microsoft.com/office/drawing/2014/main" id="{CF71D885-E677-30E7-7934-5DB2D8773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3644900"/>
          <a:ext cx="12049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r:id="rId5" imgW="9359900" imgH="4978400" progId="Equation.3">
                  <p:embed/>
                </p:oleObj>
              </mc:Choice>
              <mc:Fallback>
                <p:oleObj r:id="rId5" imgW="9359900" imgH="4978400" progId="Equation.3">
                  <p:embed/>
                  <p:pic>
                    <p:nvPicPr>
                      <p:cNvPr id="308230" name="Object 6">
                        <a:extLst>
                          <a:ext uri="{FF2B5EF4-FFF2-40B4-BE49-F238E27FC236}">
                            <a16:creationId xmlns:a16="http://schemas.microsoft.com/office/drawing/2014/main" id="{CF71D885-E677-30E7-7934-5DB2D8773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644900"/>
                        <a:ext cx="12049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1" name="Object 7">
            <a:extLst>
              <a:ext uri="{FF2B5EF4-FFF2-40B4-BE49-F238E27FC236}">
                <a16:creationId xmlns:a16="http://schemas.microsoft.com/office/drawing/2014/main" id="{4977A21D-6E9B-12DE-84B3-C563867D1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3" y="3357564"/>
          <a:ext cx="36004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r:id="rId7" imgW="31305500" imgH="9944100" progId="Equation.3">
                  <p:embed/>
                </p:oleObj>
              </mc:Choice>
              <mc:Fallback>
                <p:oleObj r:id="rId7" imgW="31305500" imgH="9944100" progId="Equation.3">
                  <p:embed/>
                  <p:pic>
                    <p:nvPicPr>
                      <p:cNvPr id="308231" name="Object 7">
                        <a:extLst>
                          <a:ext uri="{FF2B5EF4-FFF2-40B4-BE49-F238E27FC236}">
                            <a16:creationId xmlns:a16="http://schemas.microsoft.com/office/drawing/2014/main" id="{4977A21D-6E9B-12DE-84B3-C563867D1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357564"/>
                        <a:ext cx="360045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2" name="Object 8">
            <a:extLst>
              <a:ext uri="{FF2B5EF4-FFF2-40B4-BE49-F238E27FC236}">
                <a16:creationId xmlns:a16="http://schemas.microsoft.com/office/drawing/2014/main" id="{D02D053A-91BB-4F37-385C-5DC58D90B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2726" y="4654550"/>
          <a:ext cx="249872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r:id="rId9" imgW="25450800" imgH="9944100" progId="Equation.DSMT4">
                  <p:embed/>
                </p:oleObj>
              </mc:Choice>
              <mc:Fallback>
                <p:oleObj r:id="rId9" imgW="25450800" imgH="9944100" progId="Equation.DSMT4">
                  <p:embed/>
                  <p:pic>
                    <p:nvPicPr>
                      <p:cNvPr id="308232" name="Object 8">
                        <a:extLst>
                          <a:ext uri="{FF2B5EF4-FFF2-40B4-BE49-F238E27FC236}">
                            <a16:creationId xmlns:a16="http://schemas.microsoft.com/office/drawing/2014/main" id="{D02D053A-91BB-4F37-385C-5DC58D90BA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6" y="4654550"/>
                        <a:ext cx="249872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3" name="Object 9">
            <a:extLst>
              <a:ext uri="{FF2B5EF4-FFF2-40B4-BE49-F238E27FC236}">
                <a16:creationId xmlns:a16="http://schemas.microsoft.com/office/drawing/2014/main" id="{3D8EFB08-BC7B-1EE2-3833-CA3A7CA36F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941888"/>
          <a:ext cx="9366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r:id="rId11" imgW="8483600" imgH="4978400" progId="Equation.3">
                  <p:embed/>
                </p:oleObj>
              </mc:Choice>
              <mc:Fallback>
                <p:oleObj r:id="rId11" imgW="8483600" imgH="4978400" progId="Equation.3">
                  <p:embed/>
                  <p:pic>
                    <p:nvPicPr>
                      <p:cNvPr id="308233" name="Object 9">
                        <a:extLst>
                          <a:ext uri="{FF2B5EF4-FFF2-40B4-BE49-F238E27FC236}">
                            <a16:creationId xmlns:a16="http://schemas.microsoft.com/office/drawing/2014/main" id="{3D8EFB08-BC7B-1EE2-3833-CA3A7CA36F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941888"/>
                        <a:ext cx="9366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4" name="Object 10">
            <a:extLst>
              <a:ext uri="{FF2B5EF4-FFF2-40B4-BE49-F238E27FC236}">
                <a16:creationId xmlns:a16="http://schemas.microsoft.com/office/drawing/2014/main" id="{9DAF829B-984B-1A7A-E15C-4DB45371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3" y="4941889"/>
          <a:ext cx="15113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r:id="rId13" imgW="17843500" imgH="5270500" progId="Equation.DSMT4">
                  <p:embed/>
                </p:oleObj>
              </mc:Choice>
              <mc:Fallback>
                <p:oleObj r:id="rId13" imgW="17843500" imgH="5270500" progId="Equation.DSMT4">
                  <p:embed/>
                  <p:pic>
                    <p:nvPicPr>
                      <p:cNvPr id="308234" name="Object 10">
                        <a:extLst>
                          <a:ext uri="{FF2B5EF4-FFF2-40B4-BE49-F238E27FC236}">
                            <a16:creationId xmlns:a16="http://schemas.microsoft.com/office/drawing/2014/main" id="{9DAF829B-984B-1A7A-E15C-4DB4537144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4941889"/>
                        <a:ext cx="15113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 autoUpdateAnimBg="0"/>
      <p:bldP spid="30822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>
            <a:extLst>
              <a:ext uri="{FF2B5EF4-FFF2-40B4-BE49-F238E27FC236}">
                <a16:creationId xmlns:a16="http://schemas.microsoft.com/office/drawing/2014/main" id="{C02BE85E-5E7D-8EEA-9F7D-9CADF0321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188913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 极大似然估计法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B13B1221-494F-1232-24E5-6F758A5DA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797426"/>
            <a:ext cx="8424862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即：在一次试验中，概率最大的事件最有可能发生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D106C58F-E30D-24B8-DF1D-D8E14134F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052513"/>
            <a:ext cx="8496300" cy="67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引例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有两个外形相同的箱子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各装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个球，一箱中</a:t>
            </a: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1B7F1FAF-E322-0407-8E38-B56A58A5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284539"/>
            <a:ext cx="8137525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取得的球是白球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问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所取的球来自哪一箱？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90651EF1-992C-6BC9-D174-DCEF37948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076701"/>
            <a:ext cx="19992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答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第一箱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9255" name="Rectangle 7">
            <a:extLst>
              <a:ext uri="{FF2B5EF4-FFF2-40B4-BE49-F238E27FC236}">
                <a16:creationId xmlns:a16="http://schemas.microsoft.com/office/drawing/2014/main" id="{005AFE43-CE3E-46FA-7467-C03A5E6C0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987550"/>
            <a:ext cx="86934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中有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99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个白球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个红球，一箱中有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个白球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99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个红球。</a:t>
            </a:r>
          </a:p>
        </p:txBody>
      </p:sp>
      <p:sp>
        <p:nvSpPr>
          <p:cNvPr id="309256" name="Rectangle 8">
            <a:extLst>
              <a:ext uri="{FF2B5EF4-FFF2-40B4-BE49-F238E27FC236}">
                <a16:creationId xmlns:a16="http://schemas.microsoft.com/office/drawing/2014/main" id="{59E261D7-70B7-D638-C69C-063339CC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36838"/>
            <a:ext cx="7829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现从两箱中任取一箱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并从箱中任取一球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结果所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autoUpdateAnimBg="0"/>
      <p:bldP spid="309251" grpId="0" autoUpdateAnimBg="0"/>
      <p:bldP spid="309252" grpId="0" autoUpdateAnimBg="0"/>
      <p:bldP spid="309253" grpId="0" autoUpdateAnimBg="0"/>
      <p:bldP spid="309254" grpId="0" autoUpdateAnimBg="0"/>
      <p:bldP spid="309255" grpId="0" autoUpdateAnimBg="0"/>
      <p:bldP spid="30925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642B4FD2-29B4-4642-4369-471A671D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1844676"/>
            <a:ext cx="8137525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一般说，若事件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发生的概率与参数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有关，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取值不同，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P(A)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也不同。则应记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发生的概率为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P(A|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).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若一次试验，事件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发生了，可认为此时的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值应是在中使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P(A|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)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达到最大的那一个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。这就是</a:t>
            </a:r>
            <a:r>
              <a:rPr lang="zh-CN" altLang="en-US" sz="28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极大似然原理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FA4B3FFC-CD29-B947-2877-2F684EFB4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908051"/>
            <a:ext cx="3531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（极大似然原理）</a:t>
            </a:r>
          </a:p>
        </p:txBody>
      </p:sp>
      <p:sp>
        <p:nvSpPr>
          <p:cNvPr id="310276" name="Rectangle 4">
            <a:extLst>
              <a:ext uri="{FF2B5EF4-FFF2-40B4-BE49-F238E27FC236}">
                <a16:creationId xmlns:a16="http://schemas.microsoft.com/office/drawing/2014/main" id="{31544E0F-736A-CF11-6C79-600A8740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908050"/>
            <a:ext cx="5761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极大似然估计法的理论依据：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 autoUpdateAnimBg="0"/>
      <p:bldP spid="310275" grpId="0" autoUpdateAnimBg="0"/>
      <p:bldP spid="31027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B6BC76FF-615F-601E-0362-46D5F3FA3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4" y="908051"/>
            <a:ext cx="8694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是取自总体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是样本值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5923973C-4657-81A0-3A48-FCD3C595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716338"/>
            <a:ext cx="5761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样本的联合分布律为：</a:t>
            </a:r>
          </a:p>
        </p:txBody>
      </p:sp>
      <p:graphicFrame>
        <p:nvGraphicFramePr>
          <p:cNvPr id="311300" name="Object 4">
            <a:extLst>
              <a:ext uri="{FF2B5EF4-FFF2-40B4-BE49-F238E27FC236}">
                <a16:creationId xmlns:a16="http://schemas.microsoft.com/office/drawing/2014/main" id="{7B621BD9-82A0-A5A4-CF9C-46C71D32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2349501"/>
          <a:ext cx="44323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r:id="rId3" imgW="42418000" imgH="5270500" progId="Equation.DSMT4">
                  <p:embed/>
                </p:oleObj>
              </mc:Choice>
              <mc:Fallback>
                <p:oleObj r:id="rId3" imgW="42418000" imgH="5270500" progId="Equation.DSMT4">
                  <p:embed/>
                  <p:pic>
                    <p:nvPicPr>
                      <p:cNvPr id="311300" name="Object 4">
                        <a:extLst>
                          <a:ext uri="{FF2B5EF4-FFF2-40B4-BE49-F238E27FC236}">
                            <a16:creationId xmlns:a16="http://schemas.microsoft.com/office/drawing/2014/main" id="{7B621BD9-82A0-A5A4-CF9C-46C71D324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2349501"/>
                        <a:ext cx="44323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1" name="Rectangle 5">
            <a:extLst>
              <a:ext uri="{FF2B5EF4-FFF2-40B4-BE49-F238E27FC236}">
                <a16:creationId xmlns:a16="http://schemas.microsoft.com/office/drawing/2014/main" id="{FFFF3205-4FF2-563F-C808-E192E32E0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60351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似然函数：</a:t>
            </a:r>
          </a:p>
        </p:txBody>
      </p:sp>
      <p:graphicFrame>
        <p:nvGraphicFramePr>
          <p:cNvPr id="311302" name="Object 6">
            <a:extLst>
              <a:ext uri="{FF2B5EF4-FFF2-40B4-BE49-F238E27FC236}">
                <a16:creationId xmlns:a16="http://schemas.microsoft.com/office/drawing/2014/main" id="{125EDBF1-E567-07B3-2A89-DD96826B05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5445125"/>
          <a:ext cx="36004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r:id="rId5" imgW="33350200" imgH="9944100" progId="Equation.DSMT4">
                  <p:embed/>
                </p:oleObj>
              </mc:Choice>
              <mc:Fallback>
                <p:oleObj r:id="rId5" imgW="33350200" imgH="9944100" progId="Equation.DSMT4">
                  <p:embed/>
                  <p:pic>
                    <p:nvPicPr>
                      <p:cNvPr id="311302" name="Object 6">
                        <a:extLst>
                          <a:ext uri="{FF2B5EF4-FFF2-40B4-BE49-F238E27FC236}">
                            <a16:creationId xmlns:a16="http://schemas.microsoft.com/office/drawing/2014/main" id="{125EDBF1-E567-07B3-2A89-DD96826B05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445125"/>
                        <a:ext cx="36004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1303" name="Group 7">
            <a:extLst>
              <a:ext uri="{FF2B5EF4-FFF2-40B4-BE49-F238E27FC236}">
                <a16:creationId xmlns:a16="http://schemas.microsoft.com/office/drawing/2014/main" id="{EF3E624F-8EB9-F999-1FCD-21B5E581B0F4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2997200"/>
            <a:ext cx="6481763" cy="622300"/>
            <a:chOff x="0" y="0"/>
            <a:chExt cx="4083" cy="392"/>
          </a:xfrm>
        </p:grpSpPr>
        <p:sp>
          <p:nvSpPr>
            <p:cNvPr id="311304" name="Rectangle 8">
              <a:extLst>
                <a:ext uri="{FF2B5EF4-FFF2-40B4-BE49-F238E27FC236}">
                  <a16:creationId xmlns:a16="http://schemas.microsoft.com/office/drawing/2014/main" id="{B5E0F747-4123-4309-5465-A80A44A3E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311305" name="Object 9">
              <a:extLst>
                <a:ext uri="{FF2B5EF4-FFF2-40B4-BE49-F238E27FC236}">
                  <a16:creationId xmlns:a16="http://schemas.microsoft.com/office/drawing/2014/main" id="{2277D1BB-D8A9-F118-B51C-D007649A9F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45"/>
            <a:ext cx="1059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5" r:id="rId7" imgW="16090900" imgH="5270500" progId="Equation.DSMT4">
                    <p:embed/>
                  </p:oleObj>
                </mc:Choice>
                <mc:Fallback>
                  <p:oleObj r:id="rId7" imgW="16090900" imgH="5270500" progId="Equation.DSMT4">
                    <p:embed/>
                    <p:pic>
                      <p:nvPicPr>
                        <p:cNvPr id="311305" name="Object 9">
                          <a:extLst>
                            <a:ext uri="{FF2B5EF4-FFF2-40B4-BE49-F238E27FC236}">
                              <a16:creationId xmlns:a16="http://schemas.microsoft.com/office/drawing/2014/main" id="{2277D1BB-D8A9-F118-B51C-D007649A9F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45"/>
                          <a:ext cx="1059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306" name="Rectangle 10">
              <a:extLst>
                <a:ext uri="{FF2B5EF4-FFF2-40B4-BE49-F238E27FC236}">
                  <a16:creationId xmlns:a16="http://schemas.microsoft.com/office/drawing/2014/main" id="{4755BC50-4A19-DD88-46B9-C38DA419A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0"/>
              <a:ext cx="2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未知待估参数，</a:t>
              </a:r>
            </a:p>
          </p:txBody>
        </p:sp>
      </p:grpSp>
      <p:graphicFrame>
        <p:nvGraphicFramePr>
          <p:cNvPr id="311307" name="Object 11">
            <a:extLst>
              <a:ext uri="{FF2B5EF4-FFF2-40B4-BE49-F238E27FC236}">
                <a16:creationId xmlns:a16="http://schemas.microsoft.com/office/drawing/2014/main" id="{25619149-FD3E-1E1B-BDC0-09C21C9B4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4365626"/>
          <a:ext cx="4591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r:id="rId9" imgW="47980600" imgH="5270500" progId="Equation.DSMT4">
                  <p:embed/>
                </p:oleObj>
              </mc:Choice>
              <mc:Fallback>
                <p:oleObj r:id="rId9" imgW="47980600" imgH="5270500" progId="Equation.DSMT4">
                  <p:embed/>
                  <p:pic>
                    <p:nvPicPr>
                      <p:cNvPr id="311307" name="Object 11">
                        <a:extLst>
                          <a:ext uri="{FF2B5EF4-FFF2-40B4-BE49-F238E27FC236}">
                            <a16:creationId xmlns:a16="http://schemas.microsoft.com/office/drawing/2014/main" id="{25619149-FD3E-1E1B-BDC0-09C21C9B4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4365626"/>
                        <a:ext cx="45910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8" name="Object 12">
            <a:extLst>
              <a:ext uri="{FF2B5EF4-FFF2-40B4-BE49-F238E27FC236}">
                <a16:creationId xmlns:a16="http://schemas.microsoft.com/office/drawing/2014/main" id="{FD8D49DE-75BA-E64B-BBEB-B62FD22E3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7714" y="4941888"/>
          <a:ext cx="86502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" r:id="rId11" imgW="82804000" imgH="5270500" progId="Equation.DSMT4">
                  <p:embed/>
                </p:oleObj>
              </mc:Choice>
              <mc:Fallback>
                <p:oleObj r:id="rId11" imgW="82804000" imgH="5270500" progId="Equation.DSMT4">
                  <p:embed/>
                  <p:pic>
                    <p:nvPicPr>
                      <p:cNvPr id="311308" name="Object 12">
                        <a:extLst>
                          <a:ext uri="{FF2B5EF4-FFF2-40B4-BE49-F238E27FC236}">
                            <a16:creationId xmlns:a16="http://schemas.microsoft.com/office/drawing/2014/main" id="{FD8D49DE-75BA-E64B-BBEB-B62FD22E37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4" y="4941888"/>
                        <a:ext cx="8650287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9" name="Rectangle 13">
            <a:extLst>
              <a:ext uri="{FF2B5EF4-FFF2-40B4-BE49-F238E27FC236}">
                <a16:creationId xmlns:a16="http://schemas.microsoft.com/office/drawing/2014/main" id="{36AFAA64-2910-4E4D-5F63-71494FCF8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700213"/>
            <a:ext cx="5256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离散型总体，其分布律为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utoUpdateAnimBg="0"/>
      <p:bldP spid="311299" grpId="0" autoUpdateAnimBg="0"/>
      <p:bldP spid="311301" grpId="0" autoUpdateAnimBg="0"/>
      <p:bldP spid="31130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322" name="Group 2">
            <a:extLst>
              <a:ext uri="{FF2B5EF4-FFF2-40B4-BE49-F238E27FC236}">
                <a16:creationId xmlns:a16="http://schemas.microsoft.com/office/drawing/2014/main" id="{87E112A4-E9C0-F18A-C1E8-22C633C52E72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04813"/>
            <a:ext cx="6078538" cy="965200"/>
            <a:chOff x="0" y="0"/>
            <a:chExt cx="3829" cy="608"/>
          </a:xfrm>
        </p:grpSpPr>
        <p:sp>
          <p:nvSpPr>
            <p:cNvPr id="312323" name="Rectangle 3">
              <a:extLst>
                <a:ext uri="{FF2B5EF4-FFF2-40B4-BE49-F238E27FC236}">
                  <a16:creationId xmlns:a16="http://schemas.microsoft.com/office/drawing/2014/main" id="{FFF11E1E-CCE7-D6D1-7006-84B96600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17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</a:t>
              </a:r>
              <a:endPara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12324" name="Object 4">
              <a:extLst>
                <a:ext uri="{FF2B5EF4-FFF2-40B4-BE49-F238E27FC236}">
                  <a16:creationId xmlns:a16="http://schemas.microsoft.com/office/drawing/2014/main" id="{EF8BF87D-6118-985D-732D-6D28772048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333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7" r:id="rId3" imgW="54419500" imgH="9944100" progId="Equation.DSMT4">
                    <p:embed/>
                  </p:oleObj>
                </mc:Choice>
                <mc:Fallback>
                  <p:oleObj r:id="rId3" imgW="54419500" imgH="9944100" progId="Equation.DSMT4">
                    <p:embed/>
                    <p:pic>
                      <p:nvPicPr>
                        <p:cNvPr id="312324" name="Object 4">
                          <a:extLst>
                            <a:ext uri="{FF2B5EF4-FFF2-40B4-BE49-F238E27FC236}">
                              <a16:creationId xmlns:a16="http://schemas.microsoft.com/office/drawing/2014/main" id="{EF8BF87D-6118-985D-732D-6D28772048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3330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25" name="Group 5">
            <a:extLst>
              <a:ext uri="{FF2B5EF4-FFF2-40B4-BE49-F238E27FC236}">
                <a16:creationId xmlns:a16="http://schemas.microsoft.com/office/drawing/2014/main" id="{8F520ED6-F11E-FCAF-33ED-D0BCE13D68EA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492376"/>
            <a:ext cx="8029575" cy="550863"/>
            <a:chOff x="0" y="0"/>
            <a:chExt cx="5058" cy="347"/>
          </a:xfrm>
        </p:grpSpPr>
        <p:graphicFrame>
          <p:nvGraphicFramePr>
            <p:cNvPr id="312326" name="Object 6">
              <a:extLst>
                <a:ext uri="{FF2B5EF4-FFF2-40B4-BE49-F238E27FC236}">
                  <a16:creationId xmlns:a16="http://schemas.microsoft.com/office/drawing/2014/main" id="{3FFC463B-69D4-D2A8-81A7-544802AD2A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2" y="0"/>
            <a:ext cx="165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8" r:id="rId5" imgW="25158700" imgH="5270500" progId="Equation.DSMT4">
                    <p:embed/>
                  </p:oleObj>
                </mc:Choice>
                <mc:Fallback>
                  <p:oleObj r:id="rId5" imgW="25158700" imgH="5270500" progId="Equation.DSMT4">
                    <p:embed/>
                    <p:pic>
                      <p:nvPicPr>
                        <p:cNvPr id="312326" name="Object 6">
                          <a:extLst>
                            <a:ext uri="{FF2B5EF4-FFF2-40B4-BE49-F238E27FC236}">
                              <a16:creationId xmlns:a16="http://schemas.microsoft.com/office/drawing/2014/main" id="{3FFC463B-69D4-D2A8-81A7-544802AD2A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" y="0"/>
                          <a:ext cx="1656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327" name="Rectangle 7">
              <a:extLst>
                <a:ext uri="{FF2B5EF4-FFF2-40B4-BE49-F238E27FC236}">
                  <a16:creationId xmlns:a16="http://schemas.microsoft.com/office/drawing/2014/main" id="{546262D3-6080-F020-CFA7-CFCE1A65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1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连续型总体，其概率密度为 </a:t>
              </a:r>
            </a:p>
          </p:txBody>
        </p:sp>
      </p:grpSp>
      <p:sp>
        <p:nvSpPr>
          <p:cNvPr id="312328" name="Rectangle 8">
            <a:extLst>
              <a:ext uri="{FF2B5EF4-FFF2-40B4-BE49-F238E27FC236}">
                <a16:creationId xmlns:a16="http://schemas.microsoft.com/office/drawing/2014/main" id="{6A549BF7-7679-D27B-DA7E-88A45D477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933825"/>
            <a:ext cx="3506088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为其样本的似然函数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12329" name="Group 9">
            <a:extLst>
              <a:ext uri="{FF2B5EF4-FFF2-40B4-BE49-F238E27FC236}">
                <a16:creationId xmlns:a16="http://schemas.microsoft.com/office/drawing/2014/main" id="{B609E641-8F7B-52E2-C927-13F946D10B84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068638"/>
            <a:ext cx="7135812" cy="965200"/>
            <a:chOff x="0" y="0"/>
            <a:chExt cx="4019" cy="608"/>
          </a:xfrm>
        </p:grpSpPr>
        <p:sp>
          <p:nvSpPr>
            <p:cNvPr id="312330" name="Rectangle 10">
              <a:extLst>
                <a:ext uri="{FF2B5EF4-FFF2-40B4-BE49-F238E27FC236}">
                  <a16:creationId xmlns:a16="http://schemas.microsoft.com/office/drawing/2014/main" id="{E7731EF9-A42F-800E-ADB5-0FFA9B5BF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"/>
              <a:ext cx="566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则称</a:t>
              </a:r>
            </a:p>
          </p:txBody>
        </p:sp>
        <p:graphicFrame>
          <p:nvGraphicFramePr>
            <p:cNvPr id="312331" name="Object 11">
              <a:extLst>
                <a:ext uri="{FF2B5EF4-FFF2-40B4-BE49-F238E27FC236}">
                  <a16:creationId xmlns:a16="http://schemas.microsoft.com/office/drawing/2014/main" id="{50DF07EC-8706-AE93-2825-25DAA73FB8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1" y="0"/>
            <a:ext cx="3348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9" r:id="rId7" imgW="54711600" imgH="9944100" progId="Equation.DSMT4">
                    <p:embed/>
                  </p:oleObj>
                </mc:Choice>
                <mc:Fallback>
                  <p:oleObj r:id="rId7" imgW="54711600" imgH="9944100" progId="Equation.DSMT4">
                    <p:embed/>
                    <p:pic>
                      <p:nvPicPr>
                        <p:cNvPr id="312331" name="Object 11">
                          <a:extLst>
                            <a:ext uri="{FF2B5EF4-FFF2-40B4-BE49-F238E27FC236}">
                              <a16:creationId xmlns:a16="http://schemas.microsoft.com/office/drawing/2014/main" id="{50DF07EC-8706-AE93-2825-25DAA73FB8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0"/>
                          <a:ext cx="3348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32" name="Group 12">
            <a:extLst>
              <a:ext uri="{FF2B5EF4-FFF2-40B4-BE49-F238E27FC236}">
                <a16:creationId xmlns:a16="http://schemas.microsoft.com/office/drawing/2014/main" id="{7FF31505-AC4F-5551-751D-85BCD6EF144F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557338"/>
            <a:ext cx="5810250" cy="654050"/>
            <a:chOff x="0" y="0"/>
            <a:chExt cx="3660" cy="412"/>
          </a:xfrm>
        </p:grpSpPr>
        <p:sp>
          <p:nvSpPr>
            <p:cNvPr id="312333" name="Rectangle 13">
              <a:extLst>
                <a:ext uri="{FF2B5EF4-FFF2-40B4-BE49-F238E27FC236}">
                  <a16:creationId xmlns:a16="http://schemas.microsoft.com/office/drawing/2014/main" id="{F874045A-1AA3-B688-0312-E4B4461DC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4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sp>
          <p:nvSpPr>
            <p:cNvPr id="312334" name="Rectangle 14">
              <a:extLst>
                <a:ext uri="{FF2B5EF4-FFF2-40B4-BE49-F238E27FC236}">
                  <a16:creationId xmlns:a16="http://schemas.microsoft.com/office/drawing/2014/main" id="{707D58F6-CE8B-C46D-E40F-11448334B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0"/>
              <a:ext cx="198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为样本的似然函数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12335" name="Object 15">
              <a:extLst>
                <a:ext uri="{FF2B5EF4-FFF2-40B4-BE49-F238E27FC236}">
                  <a16:creationId xmlns:a16="http://schemas.microsoft.com/office/drawing/2014/main" id="{CFD81CFA-590F-0787-C8C2-910D7CF927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90"/>
            <a:ext cx="13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0" r:id="rId9" imgW="21361400" imgH="5270500" progId="Equation.DSMT4">
                    <p:embed/>
                  </p:oleObj>
                </mc:Choice>
                <mc:Fallback>
                  <p:oleObj r:id="rId9" imgW="21361400" imgH="5270500" progId="Equation.DSMT4">
                    <p:embed/>
                    <p:pic>
                      <p:nvPicPr>
                        <p:cNvPr id="312335" name="Object 15">
                          <a:extLst>
                            <a:ext uri="{FF2B5EF4-FFF2-40B4-BE49-F238E27FC236}">
                              <a16:creationId xmlns:a16="http://schemas.microsoft.com/office/drawing/2014/main" id="{CFD81CFA-590F-0787-C8C2-910D7CF927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90"/>
                          <a:ext cx="130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36" name="Group 16">
            <a:extLst>
              <a:ext uri="{FF2B5EF4-FFF2-40B4-BE49-F238E27FC236}">
                <a16:creationId xmlns:a16="http://schemas.microsoft.com/office/drawing/2014/main" id="{6C2CC07E-1389-3AAC-6889-C46B96529F30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768851"/>
            <a:ext cx="8569325" cy="684213"/>
            <a:chOff x="0" y="0"/>
            <a:chExt cx="5398" cy="431"/>
          </a:xfrm>
        </p:grpSpPr>
        <p:sp>
          <p:nvSpPr>
            <p:cNvPr id="312337" name="Rectangle 17">
              <a:extLst>
                <a:ext uri="{FF2B5EF4-FFF2-40B4-BE49-F238E27FC236}">
                  <a16:creationId xmlns:a16="http://schemas.microsoft.com/office/drawing/2014/main" id="{C14AAE6B-8A71-FAA3-262F-BB4269EE3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65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似然函数</a:t>
              </a:r>
            </a:p>
          </p:txBody>
        </p:sp>
        <p:graphicFrame>
          <p:nvGraphicFramePr>
            <p:cNvPr id="312338" name="Object 18">
              <a:extLst>
                <a:ext uri="{FF2B5EF4-FFF2-40B4-BE49-F238E27FC236}">
                  <a16:creationId xmlns:a16="http://schemas.microsoft.com/office/drawing/2014/main" id="{2BDD5C99-1A74-CD8B-92FD-47D18872C9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" y="109"/>
            <a:ext cx="132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1" r:id="rId11" imgW="21361400" imgH="5270500" progId="Equation.DSMT4">
                    <p:embed/>
                  </p:oleObj>
                </mc:Choice>
                <mc:Fallback>
                  <p:oleObj r:id="rId11" imgW="21361400" imgH="5270500" progId="Equation.DSMT4">
                    <p:embed/>
                    <p:pic>
                      <p:nvPicPr>
                        <p:cNvPr id="312338" name="Object 18">
                          <a:extLst>
                            <a:ext uri="{FF2B5EF4-FFF2-40B4-BE49-F238E27FC236}">
                              <a16:creationId xmlns:a16="http://schemas.microsoft.com/office/drawing/2014/main" id="{2BDD5C99-1A74-CD8B-92FD-47D18872C9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109"/>
                          <a:ext cx="1325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339" name="Rectangle 19">
              <a:extLst>
                <a:ext uri="{FF2B5EF4-FFF2-40B4-BE49-F238E27FC236}">
                  <a16:creationId xmlns:a16="http://schemas.microsoft.com/office/drawing/2014/main" id="{63D7B2FC-73D8-D169-78F0-B37A67056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18"/>
              <a:ext cx="2948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的值的大小实质上反映的是</a:t>
              </a:r>
            </a:p>
          </p:txBody>
        </p:sp>
      </p:grpSp>
      <p:sp>
        <p:nvSpPr>
          <p:cNvPr id="312340" name="Rectangle 20">
            <a:extLst>
              <a:ext uri="{FF2B5EF4-FFF2-40B4-BE49-F238E27FC236}">
                <a16:creationId xmlns:a16="http://schemas.microsoft.com/office/drawing/2014/main" id="{14C16D94-A278-2D9D-93BD-D16DC19A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5589588"/>
            <a:ext cx="5041900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该样本值出现的可能性大小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8" grpId="0" autoUpdateAnimBg="0"/>
      <p:bldP spid="31234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47E9780C-263B-7201-9B17-20AF00C87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765175"/>
            <a:ext cx="5688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极大似然估计的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方法：</a:t>
            </a:r>
          </a:p>
        </p:txBody>
      </p:sp>
      <p:grpSp>
        <p:nvGrpSpPr>
          <p:cNvPr id="313347" name="Group 3">
            <a:extLst>
              <a:ext uri="{FF2B5EF4-FFF2-40B4-BE49-F238E27FC236}">
                <a16:creationId xmlns:a16="http://schemas.microsoft.com/office/drawing/2014/main" id="{E9431E57-FFE5-B293-71CF-2EFBBC7A45E0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1628776"/>
            <a:ext cx="8431212" cy="550863"/>
            <a:chOff x="0" y="0"/>
            <a:chExt cx="5194" cy="347"/>
          </a:xfrm>
        </p:grpSpPr>
        <p:sp>
          <p:nvSpPr>
            <p:cNvPr id="313348" name="Rectangle 4">
              <a:extLst>
                <a:ext uri="{FF2B5EF4-FFF2-40B4-BE49-F238E27FC236}">
                  <a16:creationId xmlns:a16="http://schemas.microsoft.com/office/drawing/2014/main" id="{21DE178D-3986-080D-D268-72890E61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"/>
              <a:ext cx="38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对于给定的样本值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800" b="1">
                  <a:solidFill>
                    <a:srgbClr val="007A7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,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，选取</a:t>
              </a:r>
            </a:p>
          </p:txBody>
        </p:sp>
        <p:graphicFrame>
          <p:nvGraphicFramePr>
            <p:cNvPr id="313349" name="Object 5">
              <a:extLst>
                <a:ext uri="{FF2B5EF4-FFF2-40B4-BE49-F238E27FC236}">
                  <a16:creationId xmlns:a16="http://schemas.microsoft.com/office/drawing/2014/main" id="{80B98446-8215-12C1-6255-C3F09F4F6B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7" y="0"/>
            <a:ext cx="138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6" r:id="rId3" imgW="21069300" imgH="5270500" progId="Equation.DSMT4">
                    <p:embed/>
                  </p:oleObj>
                </mc:Choice>
                <mc:Fallback>
                  <p:oleObj r:id="rId3" imgW="21069300" imgH="5270500" progId="Equation.DSMT4">
                    <p:embed/>
                    <p:pic>
                      <p:nvPicPr>
                        <p:cNvPr id="313349" name="Object 5">
                          <a:extLst>
                            <a:ext uri="{FF2B5EF4-FFF2-40B4-BE49-F238E27FC236}">
                              <a16:creationId xmlns:a16="http://schemas.microsoft.com/office/drawing/2014/main" id="{80B98446-8215-12C1-6255-C3F09F4F6B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0"/>
                          <a:ext cx="138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3350" name="Group 6">
            <a:extLst>
              <a:ext uri="{FF2B5EF4-FFF2-40B4-BE49-F238E27FC236}">
                <a16:creationId xmlns:a16="http://schemas.microsoft.com/office/drawing/2014/main" id="{E0F0C908-933A-EE3C-523A-F47998F3C8B5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2420938"/>
            <a:ext cx="8353425" cy="582612"/>
            <a:chOff x="0" y="0"/>
            <a:chExt cx="5262" cy="367"/>
          </a:xfrm>
        </p:grpSpPr>
        <p:sp>
          <p:nvSpPr>
            <p:cNvPr id="313351" name="Rectangle 7">
              <a:extLst>
                <a:ext uri="{FF2B5EF4-FFF2-40B4-BE49-F238E27FC236}">
                  <a16:creationId xmlns:a16="http://schemas.microsoft.com/office/drawing/2014/main" id="{3AE27E23-340C-CF57-E45C-32548F2A9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使得其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似然函数</a:t>
              </a:r>
            </a:p>
          </p:txBody>
        </p:sp>
        <p:graphicFrame>
          <p:nvGraphicFramePr>
            <p:cNvPr id="313352" name="Object 8">
              <a:extLst>
                <a:ext uri="{FF2B5EF4-FFF2-40B4-BE49-F238E27FC236}">
                  <a16:creationId xmlns:a16="http://schemas.microsoft.com/office/drawing/2014/main" id="{BD46B684-54C3-A15C-E59F-12B271469B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8" y="45"/>
            <a:ext cx="13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7" r:id="rId5" imgW="21361400" imgH="5270500" progId="Equation.DSMT4">
                    <p:embed/>
                  </p:oleObj>
                </mc:Choice>
                <mc:Fallback>
                  <p:oleObj r:id="rId5" imgW="21361400" imgH="5270500" progId="Equation.DSMT4">
                    <p:embed/>
                    <p:pic>
                      <p:nvPicPr>
                        <p:cNvPr id="313352" name="Object 8">
                          <a:extLst>
                            <a:ext uri="{FF2B5EF4-FFF2-40B4-BE49-F238E27FC236}">
                              <a16:creationId xmlns:a16="http://schemas.microsoft.com/office/drawing/2014/main" id="{BD46B684-54C3-A15C-E59F-12B271469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45"/>
                          <a:ext cx="130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353" name="Rectangle 9">
              <a:extLst>
                <a:ext uri="{FF2B5EF4-FFF2-40B4-BE49-F238E27FC236}">
                  <a16:creationId xmlns:a16="http://schemas.microsoft.com/office/drawing/2014/main" id="{673E21A2-4FFB-0627-54DE-16336CA40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4" y="0"/>
              <a:ext cx="22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达到最大值。即求</a:t>
              </a:r>
              <a:endPara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13354" name="Group 10">
            <a:extLst>
              <a:ext uri="{FF2B5EF4-FFF2-40B4-BE49-F238E27FC236}">
                <a16:creationId xmlns:a16="http://schemas.microsoft.com/office/drawing/2014/main" id="{819CE09C-1A04-9F98-0A6F-919CD7EC157B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3141664"/>
            <a:ext cx="7272337" cy="611187"/>
            <a:chOff x="0" y="0"/>
            <a:chExt cx="4581" cy="385"/>
          </a:xfrm>
        </p:grpSpPr>
        <p:graphicFrame>
          <p:nvGraphicFramePr>
            <p:cNvPr id="313355" name="Object 11">
              <a:extLst>
                <a:ext uri="{FF2B5EF4-FFF2-40B4-BE49-F238E27FC236}">
                  <a16:creationId xmlns:a16="http://schemas.microsoft.com/office/drawing/2014/main" id="{6D9533C8-84BC-9E78-AD3E-2A58F846E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06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8" r:id="rId7" imgW="51790600" imgH="5854700" progId="Equation.DSMT4">
                    <p:embed/>
                  </p:oleObj>
                </mc:Choice>
                <mc:Fallback>
                  <p:oleObj r:id="rId7" imgW="51790600" imgH="5854700" progId="Equation.DSMT4">
                    <p:embed/>
                    <p:pic>
                      <p:nvPicPr>
                        <p:cNvPr id="313355" name="Object 11">
                          <a:extLst>
                            <a:ext uri="{FF2B5EF4-FFF2-40B4-BE49-F238E27FC236}">
                              <a16:creationId xmlns:a16="http://schemas.microsoft.com/office/drawing/2014/main" id="{6D9533C8-84BC-9E78-AD3E-2A58F846EA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06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356" name="Rectangle 12">
              <a:extLst>
                <a:ext uri="{FF2B5EF4-FFF2-40B4-BE49-F238E27FC236}">
                  <a16:creationId xmlns:a16="http://schemas.microsoft.com/office/drawing/2014/main" id="{D9C9B513-2D09-4614-047A-83B6F9EF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45"/>
              <a:ext cx="10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使得</a:t>
              </a:r>
            </a:p>
          </p:txBody>
        </p:sp>
      </p:grpSp>
      <p:graphicFrame>
        <p:nvGraphicFramePr>
          <p:cNvPr id="313357" name="Object 13">
            <a:extLst>
              <a:ext uri="{FF2B5EF4-FFF2-40B4-BE49-F238E27FC236}">
                <a16:creationId xmlns:a16="http://schemas.microsoft.com/office/drawing/2014/main" id="{6451E00B-388B-AD2A-23BD-7ABAEC8A07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076700"/>
          <a:ext cx="58658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r:id="rId9" imgW="56172100" imgH="5854700" progId="Equation.DSMT4">
                  <p:embed/>
                </p:oleObj>
              </mc:Choice>
              <mc:Fallback>
                <p:oleObj r:id="rId9" imgW="56172100" imgH="5854700" progId="Equation.DSMT4">
                  <p:embed/>
                  <p:pic>
                    <p:nvPicPr>
                      <p:cNvPr id="313357" name="Object 13">
                        <a:extLst>
                          <a:ext uri="{FF2B5EF4-FFF2-40B4-BE49-F238E27FC236}">
                            <a16:creationId xmlns:a16="http://schemas.microsoft.com/office/drawing/2014/main" id="{6451E00B-388B-AD2A-23BD-7ABAEC8A0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076700"/>
                        <a:ext cx="586581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ext Box 2">
            <a:extLst>
              <a:ext uri="{FF2B5EF4-FFF2-40B4-BE49-F238E27FC236}">
                <a16:creationId xmlns:a16="http://schemas.microsoft.com/office/drawing/2014/main" id="{DA2C566B-F643-DF18-FA6B-CD7C49131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7-22</a:t>
            </a:r>
          </a:p>
        </p:txBody>
      </p:sp>
      <p:graphicFrame>
        <p:nvGraphicFramePr>
          <p:cNvPr id="314371" name="Object 3">
            <a:extLst>
              <a:ext uri="{FF2B5EF4-FFF2-40B4-BE49-F238E27FC236}">
                <a16:creationId xmlns:a16="http://schemas.microsoft.com/office/drawing/2014/main" id="{A34D7CC1-148C-A1E2-E10F-23D16C67B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052513"/>
          <a:ext cx="2879725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r:id="rId3" imgW="31597600" imgH="17259300" progId="Equation.DSMT4">
                  <p:embed/>
                </p:oleObj>
              </mc:Choice>
              <mc:Fallback>
                <p:oleObj r:id="rId3" imgW="31597600" imgH="17259300" progId="Equation.DSMT4">
                  <p:embed/>
                  <p:pic>
                    <p:nvPicPr>
                      <p:cNvPr id="314371" name="Object 3">
                        <a:extLst>
                          <a:ext uri="{FF2B5EF4-FFF2-40B4-BE49-F238E27FC236}">
                            <a16:creationId xmlns:a16="http://schemas.microsoft.com/office/drawing/2014/main" id="{A34D7CC1-148C-A1E2-E10F-23D16C67B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052513"/>
                        <a:ext cx="2879725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2" name="Rectangle 4">
            <a:extLst>
              <a:ext uri="{FF2B5EF4-FFF2-40B4-BE49-F238E27FC236}">
                <a16:creationId xmlns:a16="http://schemas.microsoft.com/office/drawing/2014/main" id="{B2E9DC0C-0ED8-D825-142E-ABA2BE4F3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412875"/>
            <a:ext cx="4464050" cy="1229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  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en-US" altLang="zh-CN" sz="28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 dirty="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极大似然估计值</a:t>
            </a:r>
          </a:p>
        </p:txBody>
      </p:sp>
      <p:sp>
        <p:nvSpPr>
          <p:cNvPr id="314373" name="AutoShape 5">
            <a:extLst>
              <a:ext uri="{FF2B5EF4-FFF2-40B4-BE49-F238E27FC236}">
                <a16:creationId xmlns:a16="http://schemas.microsoft.com/office/drawing/2014/main" id="{14B67369-F884-E221-DE17-1BD920B648E2}"/>
              </a:ext>
            </a:extLst>
          </p:cNvPr>
          <p:cNvSpPr>
            <a:spLocks/>
          </p:cNvSpPr>
          <p:nvPr/>
        </p:nvSpPr>
        <p:spPr bwMode="auto">
          <a:xfrm>
            <a:off x="5160963" y="1339851"/>
            <a:ext cx="304800" cy="1616075"/>
          </a:xfrm>
          <a:prstGeom prst="rightBrace">
            <a:avLst>
              <a:gd name="adj1" fmla="val 44184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C43874FA-8973-4DB8-5B00-D557A0B8A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360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这样得到的估计值</a:t>
            </a:r>
          </a:p>
        </p:txBody>
      </p:sp>
      <p:sp>
        <p:nvSpPr>
          <p:cNvPr id="314375" name="Rectangle 7">
            <a:extLst>
              <a:ext uri="{FF2B5EF4-FFF2-40B4-BE49-F238E27FC236}">
                <a16:creationId xmlns:a16="http://schemas.microsoft.com/office/drawing/2014/main" id="{AE5EEC77-6F81-D291-5F5E-92D3A9CB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284538"/>
            <a:ext cx="4176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对应的统计量</a:t>
            </a:r>
            <a:endParaRPr lang="zh-CN" altLang="en-US" sz="28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14376" name="Object 8">
            <a:extLst>
              <a:ext uri="{FF2B5EF4-FFF2-40B4-BE49-F238E27FC236}">
                <a16:creationId xmlns:a16="http://schemas.microsoft.com/office/drawing/2014/main" id="{7F305324-B01E-3BA1-B05A-59DDDDA0C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3933825"/>
          <a:ext cx="3567112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r:id="rId5" imgW="33934400" imgH="17259300" progId="Equation.DSMT4">
                  <p:embed/>
                </p:oleObj>
              </mc:Choice>
              <mc:Fallback>
                <p:oleObj r:id="rId5" imgW="33934400" imgH="17259300" progId="Equation.DSMT4">
                  <p:embed/>
                  <p:pic>
                    <p:nvPicPr>
                      <p:cNvPr id="314376" name="Object 8">
                        <a:extLst>
                          <a:ext uri="{FF2B5EF4-FFF2-40B4-BE49-F238E27FC236}">
                            <a16:creationId xmlns:a16="http://schemas.microsoft.com/office/drawing/2014/main" id="{7F305324-B01E-3BA1-B05A-59DDDDA0C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933825"/>
                        <a:ext cx="3567112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7" name="Rectangle 9">
            <a:extLst>
              <a:ext uri="{FF2B5EF4-FFF2-40B4-BE49-F238E27FC236}">
                <a16:creationId xmlns:a16="http://schemas.microsoft.com/office/drawing/2014/main" id="{137EA88F-135C-CF98-502E-1EFB4CF25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6" y="4221163"/>
            <a:ext cx="4537075" cy="1229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称为未知参数</a:t>
            </a:r>
            <a:r>
              <a:rPr lang="en-CN" altLang="en-US" sz="2800" b="1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</a:t>
            </a:r>
            <a:r>
              <a:rPr lang="en-CN" altLang="en-US" sz="2800" b="1" baseline="-25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1</a:t>
            </a:r>
            <a:r>
              <a:rPr lang="en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,,</a:t>
            </a:r>
            <a:r>
              <a:rPr lang="en-CN" altLang="en-US" sz="2800" b="1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</a:t>
            </a:r>
            <a:r>
              <a:rPr lang="en-CN" altLang="en-US" sz="2800" b="1" i="1" baseline="-25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k</a:t>
            </a:r>
            <a:r>
              <a:rPr lang="en-CN" altLang="en-US" sz="2800" i="1" baseline="-25000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 </a:t>
            </a:r>
            <a:r>
              <a:rPr lang="en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   </a:t>
            </a:r>
            <a:r>
              <a:rPr lang="en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</a:t>
            </a:r>
            <a:r>
              <a:rPr lang="zh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估计</a:t>
            </a:r>
            <a:r>
              <a:rPr lang="en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量</a:t>
            </a:r>
          </a:p>
        </p:txBody>
      </p:sp>
      <p:sp>
        <p:nvSpPr>
          <p:cNvPr id="314378" name="AutoShape 10">
            <a:extLst>
              <a:ext uri="{FF2B5EF4-FFF2-40B4-BE49-F238E27FC236}">
                <a16:creationId xmlns:a16="http://schemas.microsoft.com/office/drawing/2014/main" id="{AF99F504-FB4E-3F75-334D-82B4D910BD34}"/>
              </a:ext>
            </a:extLst>
          </p:cNvPr>
          <p:cNvSpPr>
            <a:spLocks/>
          </p:cNvSpPr>
          <p:nvPr/>
        </p:nvSpPr>
        <p:spPr bwMode="auto">
          <a:xfrm>
            <a:off x="5808663" y="4221163"/>
            <a:ext cx="304800" cy="1401762"/>
          </a:xfrm>
          <a:prstGeom prst="rightBrace">
            <a:avLst>
              <a:gd name="adj1" fmla="val 38325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 autoUpdateAnimBg="0"/>
      <p:bldP spid="314374" grpId="0" autoUpdateAnimBg="0"/>
      <p:bldP spid="314375" grpId="0" autoUpdateAnimBg="0"/>
      <p:bldP spid="31437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7C52CA76-EB09-9A1C-5FE0-B47FE5FBF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997658"/>
            <a:ext cx="8280400" cy="549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由总体分布和所给样本，求得似然函数</a:t>
            </a:r>
          </a:p>
        </p:txBody>
      </p:sp>
      <p:sp>
        <p:nvSpPr>
          <p:cNvPr id="315395" name="Text Box 3">
            <a:extLst>
              <a:ext uri="{FF2B5EF4-FFF2-40B4-BE49-F238E27FC236}">
                <a16:creationId xmlns:a16="http://schemas.microsoft.com/office/drawing/2014/main" id="{4E08F69F-2C88-5A2A-00A6-DD9B889CE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33375"/>
            <a:ext cx="1690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步骤：</a:t>
            </a:r>
          </a:p>
        </p:txBody>
      </p:sp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1A2D60D-59DB-BDC2-1F4A-DD89DE724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1649413"/>
          <a:ext cx="59769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r:id="rId3" imgW="54711600" imgH="9944100" progId="Equation.DSMT4">
                  <p:embed/>
                </p:oleObj>
              </mc:Choice>
              <mc:Fallback>
                <p:oleObj r:id="rId3" imgW="54711600" imgH="9944100" progId="Equation.DSMT4">
                  <p:embed/>
                  <p:pic>
                    <p:nvPicPr>
                      <p:cNvPr id="315396" name="Object 4">
                        <a:extLst>
                          <a:ext uri="{FF2B5EF4-FFF2-40B4-BE49-F238E27FC236}">
                            <a16:creationId xmlns:a16="http://schemas.microsoft.com/office/drawing/2014/main" id="{01A2D60D-59DB-BDC2-1F4A-DD89DE724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649413"/>
                        <a:ext cx="5976938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5397" name="Group 5">
            <a:extLst>
              <a:ext uri="{FF2B5EF4-FFF2-40B4-BE49-F238E27FC236}">
                <a16:creationId xmlns:a16="http://schemas.microsoft.com/office/drawing/2014/main" id="{A109A419-B6BF-8FCA-F8E4-0FFED45CAE0E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2543175"/>
            <a:ext cx="8351838" cy="661988"/>
            <a:chOff x="0" y="10"/>
            <a:chExt cx="5261" cy="417"/>
          </a:xfrm>
        </p:grpSpPr>
        <p:sp>
          <p:nvSpPr>
            <p:cNvPr id="315398" name="Rectangle 6">
              <a:extLst>
                <a:ext uri="{FF2B5EF4-FFF2-40B4-BE49-F238E27FC236}">
                  <a16:creationId xmlns:a16="http://schemas.microsoft.com/office/drawing/2014/main" id="{169AEBD1-C328-173A-4AA6-8029EB567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"/>
              <a:ext cx="503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lang="en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求似然函数</a:t>
              </a:r>
            </a:p>
          </p:txBody>
        </p:sp>
        <p:graphicFrame>
          <p:nvGraphicFramePr>
            <p:cNvPr id="315399" name="Object 7">
              <a:extLst>
                <a:ext uri="{FF2B5EF4-FFF2-40B4-BE49-F238E27FC236}">
                  <a16:creationId xmlns:a16="http://schemas.microsoft.com/office/drawing/2014/main" id="{799B25EC-188C-2A75-9415-ACEFE1AB76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5" y="69"/>
            <a:ext cx="1452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" r:id="rId5" imgW="21361400" imgH="5270500" progId="Equation.DSMT4">
                    <p:embed/>
                  </p:oleObj>
                </mc:Choice>
                <mc:Fallback>
                  <p:oleObj r:id="rId5" imgW="21361400" imgH="5270500" progId="Equation.DSMT4">
                    <p:embed/>
                    <p:pic>
                      <p:nvPicPr>
                        <p:cNvPr id="315399" name="Object 7">
                          <a:extLst>
                            <a:ext uri="{FF2B5EF4-FFF2-40B4-BE49-F238E27FC236}">
                              <a16:creationId xmlns:a16="http://schemas.microsoft.com/office/drawing/2014/main" id="{799B25EC-188C-2A75-9415-ACEFE1AB76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5" y="69"/>
                          <a:ext cx="1452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400" name="Rectangle 8">
              <a:extLst>
                <a:ext uri="{FF2B5EF4-FFF2-40B4-BE49-F238E27FC236}">
                  <a16:creationId xmlns:a16="http://schemas.microsoft.com/office/drawing/2014/main" id="{9BCFA07D-0650-4EFA-2752-D1FB7327F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69"/>
              <a:ext cx="19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的对数函数函数</a:t>
              </a:r>
            </a:p>
          </p:txBody>
        </p:sp>
      </p:grpSp>
      <p:grpSp>
        <p:nvGrpSpPr>
          <p:cNvPr id="315401" name="Group 9">
            <a:extLst>
              <a:ext uri="{FF2B5EF4-FFF2-40B4-BE49-F238E27FC236}">
                <a16:creationId xmlns:a16="http://schemas.microsoft.com/office/drawing/2014/main" id="{E38B4CBF-9672-4370-30AE-474AA28D1658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37063"/>
            <a:ext cx="8702675" cy="557212"/>
            <a:chOff x="0" y="0"/>
            <a:chExt cx="5482" cy="351"/>
          </a:xfrm>
        </p:grpSpPr>
        <p:sp>
          <p:nvSpPr>
            <p:cNvPr id="315402" name="Rectangle 10">
              <a:extLst>
                <a:ext uri="{FF2B5EF4-FFF2-40B4-BE49-F238E27FC236}">
                  <a16:creationId xmlns:a16="http://schemas.microsoft.com/office/drawing/2014/main" id="{9DFBA7CB-A98A-0CEB-504A-2A2B67B15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3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（化积商为和差，而</a:t>
              </a:r>
            </a:p>
          </p:txBody>
        </p:sp>
        <p:graphicFrame>
          <p:nvGraphicFramePr>
            <p:cNvPr id="315403" name="Object 11">
              <a:extLst>
                <a:ext uri="{FF2B5EF4-FFF2-40B4-BE49-F238E27FC236}">
                  <a16:creationId xmlns:a16="http://schemas.microsoft.com/office/drawing/2014/main" id="{7ACBEFA0-5A5B-C5E1-4A41-DBFAD6BE63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0"/>
            <a:ext cx="1588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1" r:id="rId7" imgW="24574500" imgH="5270500" progId="Equation.DSMT4">
                    <p:embed/>
                  </p:oleObj>
                </mc:Choice>
                <mc:Fallback>
                  <p:oleObj r:id="rId7" imgW="24574500" imgH="5270500" progId="Equation.DSMT4">
                    <p:embed/>
                    <p:pic>
                      <p:nvPicPr>
                        <p:cNvPr id="315403" name="Object 11">
                          <a:extLst>
                            <a:ext uri="{FF2B5EF4-FFF2-40B4-BE49-F238E27FC236}">
                              <a16:creationId xmlns:a16="http://schemas.microsoft.com/office/drawing/2014/main" id="{7ACBEFA0-5A5B-C5E1-4A41-DBFAD6BE63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0"/>
                          <a:ext cx="1588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404" name="Rectangle 12">
              <a:extLst>
                <a:ext uri="{FF2B5EF4-FFF2-40B4-BE49-F238E27FC236}">
                  <a16:creationId xmlns:a16="http://schemas.microsoft.com/office/drawing/2014/main" id="{C279A340-3874-1EB2-905B-8B6779D8F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0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</a:p>
          </p:txBody>
        </p:sp>
        <p:graphicFrame>
          <p:nvGraphicFramePr>
            <p:cNvPr id="315405" name="Object 13">
              <a:extLst>
                <a:ext uri="{FF2B5EF4-FFF2-40B4-BE49-F238E27FC236}">
                  <a16:creationId xmlns:a16="http://schemas.microsoft.com/office/drawing/2014/main" id="{7CD70C06-E6DB-EEF0-8D2C-FD47133DBB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0"/>
            <a:ext cx="142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2" r:id="rId9" imgW="21361400" imgH="5270500" progId="Equation.DSMT4">
                    <p:embed/>
                  </p:oleObj>
                </mc:Choice>
                <mc:Fallback>
                  <p:oleObj r:id="rId9" imgW="21361400" imgH="5270500" progId="Equation.DSMT4">
                    <p:embed/>
                    <p:pic>
                      <p:nvPicPr>
                        <p:cNvPr id="315405" name="Object 13">
                          <a:extLst>
                            <a:ext uri="{FF2B5EF4-FFF2-40B4-BE49-F238E27FC236}">
                              <a16:creationId xmlns:a16="http://schemas.microsoft.com/office/drawing/2014/main" id="{7CD70C06-E6DB-EEF0-8D2C-FD47133DBB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0"/>
                          <a:ext cx="142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5406" name="Rectangle 14">
            <a:extLst>
              <a:ext uri="{FF2B5EF4-FFF2-40B4-BE49-F238E27FC236}">
                <a16:creationId xmlns:a16="http://schemas.microsoft.com/office/drawing/2014/main" id="{F3DE01E7-3815-1287-FD7B-D73A7EE3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229226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同时取得最大值）</a:t>
            </a:r>
          </a:p>
        </p:txBody>
      </p:sp>
      <p:graphicFrame>
        <p:nvGraphicFramePr>
          <p:cNvPr id="315407" name="Object 15">
            <a:extLst>
              <a:ext uri="{FF2B5EF4-FFF2-40B4-BE49-F238E27FC236}">
                <a16:creationId xmlns:a16="http://schemas.microsoft.com/office/drawing/2014/main" id="{64BFDDAF-6C0B-E86D-E8C3-8ED0759DC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8863" y="3284538"/>
          <a:ext cx="67437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r:id="rId11" imgW="61734700" imgH="9944100" progId="Equation.DSMT4">
                  <p:embed/>
                </p:oleObj>
              </mc:Choice>
              <mc:Fallback>
                <p:oleObj r:id="rId11" imgW="61734700" imgH="9944100" progId="Equation.DSMT4">
                  <p:embed/>
                  <p:pic>
                    <p:nvPicPr>
                      <p:cNvPr id="315407" name="Object 15">
                        <a:extLst>
                          <a:ext uri="{FF2B5EF4-FFF2-40B4-BE49-F238E27FC236}">
                            <a16:creationId xmlns:a16="http://schemas.microsoft.com/office/drawing/2014/main" id="{64BFDDAF-6C0B-E86D-E8C3-8ED0759DC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3284538"/>
                        <a:ext cx="67437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10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/>
      <p:bldP spid="315395" grpId="0" autoUpdateAnimBg="0"/>
      <p:bldP spid="31540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29ECAC41-0E7D-6E72-EB8D-92CD564C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600783"/>
            <a:ext cx="7634288" cy="549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(3)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pSp>
        <p:nvGrpSpPr>
          <p:cNvPr id="316419" name="Group 3">
            <a:extLst>
              <a:ext uri="{FF2B5EF4-FFF2-40B4-BE49-F238E27FC236}">
                <a16:creationId xmlns:a16="http://schemas.microsoft.com/office/drawing/2014/main" id="{C78F1229-7071-EE47-7F5E-B2AF5E4CBC2B}"/>
              </a:ext>
            </a:extLst>
          </p:cNvPr>
          <p:cNvGrpSpPr>
            <a:grpSpLocks/>
          </p:cNvGrpSpPr>
          <p:nvPr/>
        </p:nvGrpSpPr>
        <p:grpSpPr bwMode="auto">
          <a:xfrm>
            <a:off x="3935414" y="1268414"/>
            <a:ext cx="4529137" cy="4524375"/>
            <a:chOff x="0" y="0"/>
            <a:chExt cx="2853" cy="2850"/>
          </a:xfrm>
        </p:grpSpPr>
        <p:graphicFrame>
          <p:nvGraphicFramePr>
            <p:cNvPr id="316420" name="Object 4">
              <a:extLst>
                <a:ext uri="{FF2B5EF4-FFF2-40B4-BE49-F238E27FC236}">
                  <a16:creationId xmlns:a16="http://schemas.microsoft.com/office/drawing/2014/main" id="{42B499A1-A382-289B-C13B-C3F336CB63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0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3" r:id="rId3" imgW="32766000" imgH="10236200" progId="Equation.DSMT4">
                    <p:embed/>
                  </p:oleObj>
                </mc:Choice>
                <mc:Fallback>
                  <p:oleObj r:id="rId3" imgW="32766000" imgH="10236200" progId="Equation.DSMT4">
                    <p:embed/>
                    <p:pic>
                      <p:nvPicPr>
                        <p:cNvPr id="316420" name="Object 4">
                          <a:extLst>
                            <a:ext uri="{FF2B5EF4-FFF2-40B4-BE49-F238E27FC236}">
                              <a16:creationId xmlns:a16="http://schemas.microsoft.com/office/drawing/2014/main" id="{42B499A1-A382-289B-C13B-C3F336CB63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0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1" name="Object 5">
              <a:extLst>
                <a:ext uri="{FF2B5EF4-FFF2-40B4-BE49-F238E27FC236}">
                  <a16:creationId xmlns:a16="http://schemas.microsoft.com/office/drawing/2014/main" id="{89FAD806-FC2E-4003-E66B-F15C55B2B2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" y="725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4" r:id="rId5" imgW="32766000" imgH="10236200" progId="Equation.DSMT4">
                    <p:embed/>
                  </p:oleObj>
                </mc:Choice>
                <mc:Fallback>
                  <p:oleObj r:id="rId5" imgW="32766000" imgH="10236200" progId="Equation.DSMT4">
                    <p:embed/>
                    <p:pic>
                      <p:nvPicPr>
                        <p:cNvPr id="316421" name="Object 5">
                          <a:extLst>
                            <a:ext uri="{FF2B5EF4-FFF2-40B4-BE49-F238E27FC236}">
                              <a16:creationId xmlns:a16="http://schemas.microsoft.com/office/drawing/2014/main" id="{89FAD806-FC2E-4003-E66B-F15C55B2B2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725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2" name="Object 6">
              <a:extLst>
                <a:ext uri="{FF2B5EF4-FFF2-40B4-BE49-F238E27FC236}">
                  <a16:creationId xmlns:a16="http://schemas.microsoft.com/office/drawing/2014/main" id="{C90941D4-9E04-96B0-0092-4CC944799D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2086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5" r:id="rId7" imgW="32766000" imgH="10236200" progId="Equation.DSMT4">
                    <p:embed/>
                  </p:oleObj>
                </mc:Choice>
                <mc:Fallback>
                  <p:oleObj r:id="rId7" imgW="32766000" imgH="10236200" progId="Equation.DSMT4">
                    <p:embed/>
                    <p:pic>
                      <p:nvPicPr>
                        <p:cNvPr id="316422" name="Object 6">
                          <a:extLst>
                            <a:ext uri="{FF2B5EF4-FFF2-40B4-BE49-F238E27FC236}">
                              <a16:creationId xmlns:a16="http://schemas.microsoft.com/office/drawing/2014/main" id="{C90941D4-9E04-96B0-0092-4CC944799D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2086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6423" name="Rectangle 7">
              <a:extLst>
                <a:ext uri="{FF2B5EF4-FFF2-40B4-BE49-F238E27FC236}">
                  <a16:creationId xmlns:a16="http://schemas.microsoft.com/office/drawing/2014/main" id="{91DC3B58-A449-1F5D-EB29-75C6871B0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1633"/>
              <a:ext cx="195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400" b="1">
                  <a:solidFill>
                    <a:srgbClr val="007A77"/>
                  </a:solidFill>
                  <a:latin typeface="MT Extra" pitchFamily="2" charset="77"/>
                  <a:ea typeface="宋体" panose="02010600030101010101" pitchFamily="2" charset="-122"/>
                </a:rPr>
                <a:t>LLLLLLL</a:t>
              </a:r>
              <a:endParaRPr lang="en-US" altLang="zh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6424" name="AutoShape 8">
              <a:extLst>
                <a:ext uri="{FF2B5EF4-FFF2-40B4-BE49-F238E27FC236}">
                  <a16:creationId xmlns:a16="http://schemas.microsoft.com/office/drawing/2014/main" id="{1D491676-526E-2FD6-09DA-A6945F268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08"/>
              <a:ext cx="226" cy="2132"/>
            </a:xfrm>
            <a:prstGeom prst="leftBrace">
              <a:avLst>
                <a:gd name="adj1" fmla="val 78614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Text Box 2">
            <a:extLst>
              <a:ext uri="{FF2B5EF4-FFF2-40B4-BE49-F238E27FC236}">
                <a16:creationId xmlns:a16="http://schemas.microsoft.com/office/drawing/2014/main" id="{A21E5AEA-D3AF-78A0-9A22-78ECB7063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sp>
        <p:nvSpPr>
          <p:cNvPr id="317443" name="Text Box 3">
            <a:extLst>
              <a:ext uri="{FF2B5EF4-FFF2-40B4-BE49-F238E27FC236}">
                <a16:creationId xmlns:a16="http://schemas.microsoft.com/office/drawing/2014/main" id="{583DCD86-2BB0-5775-CA78-B0838D179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93635"/>
            <a:ext cx="7632700" cy="54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(4)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得未知参数</a:t>
            </a:r>
            <a:r>
              <a:rPr lang="zh-CN" altLang="en-US" sz="2800" b="1" i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的极大似然估计值</a:t>
            </a:r>
          </a:p>
        </p:txBody>
      </p:sp>
      <p:grpSp>
        <p:nvGrpSpPr>
          <p:cNvPr id="317444" name="Group 4">
            <a:extLst>
              <a:ext uri="{FF2B5EF4-FFF2-40B4-BE49-F238E27FC236}">
                <a16:creationId xmlns:a16="http://schemas.microsoft.com/office/drawing/2014/main" id="{3C4265A9-1B0B-3F0E-9D3D-EF45A53F3BC6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1352550"/>
            <a:ext cx="3024187" cy="2051050"/>
            <a:chOff x="0" y="0"/>
            <a:chExt cx="1905" cy="1292"/>
          </a:xfrm>
        </p:grpSpPr>
        <p:graphicFrame>
          <p:nvGraphicFramePr>
            <p:cNvPr id="317445" name="Object 5">
              <a:extLst>
                <a:ext uri="{FF2B5EF4-FFF2-40B4-BE49-F238E27FC236}">
                  <a16:creationId xmlns:a16="http://schemas.microsoft.com/office/drawing/2014/main" id="{43A6E376-0018-912E-7D98-EACD9B17C1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" y="0"/>
            <a:ext cx="1814" cy="1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2" r:id="rId3" imgW="31597600" imgH="17259300" progId="Equation.DSMT4">
                    <p:embed/>
                  </p:oleObj>
                </mc:Choice>
                <mc:Fallback>
                  <p:oleObj r:id="rId3" imgW="31597600" imgH="17259300" progId="Equation.DSMT4">
                    <p:embed/>
                    <p:pic>
                      <p:nvPicPr>
                        <p:cNvPr id="317445" name="Object 5">
                          <a:extLst>
                            <a:ext uri="{FF2B5EF4-FFF2-40B4-BE49-F238E27FC236}">
                              <a16:creationId xmlns:a16="http://schemas.microsoft.com/office/drawing/2014/main" id="{43A6E376-0018-912E-7D98-EACD9B17C1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" y="0"/>
                          <a:ext cx="1814" cy="1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46" name="AutoShape 6">
              <a:extLst>
                <a:ext uri="{FF2B5EF4-FFF2-40B4-BE49-F238E27FC236}">
                  <a16:creationId xmlns:a16="http://schemas.microsoft.com/office/drawing/2014/main" id="{71808090-06B0-B715-F1B7-AA0739FEE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9"/>
              <a:ext cx="45" cy="1034"/>
            </a:xfrm>
            <a:prstGeom prst="leftBrace">
              <a:avLst>
                <a:gd name="adj1" fmla="val 191481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447" name="Rectangle 7">
            <a:extLst>
              <a:ext uri="{FF2B5EF4-FFF2-40B4-BE49-F238E27FC236}">
                <a16:creationId xmlns:a16="http://schemas.microsoft.com/office/drawing/2014/main" id="{C541C883-65BB-9037-5E6F-4FF8E67D2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644900"/>
            <a:ext cx="6697662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及其对应的极大似然估计量</a:t>
            </a:r>
          </a:p>
        </p:txBody>
      </p:sp>
      <p:grpSp>
        <p:nvGrpSpPr>
          <p:cNvPr id="317448" name="Group 8">
            <a:extLst>
              <a:ext uri="{FF2B5EF4-FFF2-40B4-BE49-F238E27FC236}">
                <a16:creationId xmlns:a16="http://schemas.microsoft.com/office/drawing/2014/main" id="{150F1793-93E9-01D9-8B56-4481BE526AB0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4508500"/>
            <a:ext cx="3744912" cy="1849438"/>
            <a:chOff x="0" y="0"/>
            <a:chExt cx="2359" cy="1165"/>
          </a:xfrm>
        </p:grpSpPr>
        <p:graphicFrame>
          <p:nvGraphicFramePr>
            <p:cNvPr id="317449" name="Object 9">
              <a:extLst>
                <a:ext uri="{FF2B5EF4-FFF2-40B4-BE49-F238E27FC236}">
                  <a16:creationId xmlns:a16="http://schemas.microsoft.com/office/drawing/2014/main" id="{AFCA29D5-C295-3F50-F71B-B533A59A33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" y="0"/>
            <a:ext cx="2223" cy="1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3" r:id="rId5" imgW="33934400" imgH="17259300" progId="Equation.DSMT4">
                    <p:embed/>
                  </p:oleObj>
                </mc:Choice>
                <mc:Fallback>
                  <p:oleObj r:id="rId5" imgW="33934400" imgH="17259300" progId="Equation.DSMT4">
                    <p:embed/>
                    <p:pic>
                      <p:nvPicPr>
                        <p:cNvPr id="317449" name="Object 9">
                          <a:extLst>
                            <a:ext uri="{FF2B5EF4-FFF2-40B4-BE49-F238E27FC236}">
                              <a16:creationId xmlns:a16="http://schemas.microsoft.com/office/drawing/2014/main" id="{AFCA29D5-C295-3F50-F71B-B533A59A33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0"/>
                          <a:ext cx="2223" cy="1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50" name="AutoShape 10">
              <a:extLst>
                <a:ext uri="{FF2B5EF4-FFF2-40B4-BE49-F238E27FC236}">
                  <a16:creationId xmlns:a16="http://schemas.microsoft.com/office/drawing/2014/main" id="{2D1E5F42-1CCA-92A2-91D4-DBEBDDB60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" cy="1089"/>
            </a:xfrm>
            <a:prstGeom prst="leftBrace">
              <a:avLst>
                <a:gd name="adj1" fmla="val 99725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utoUpdateAnimBg="0"/>
      <p:bldP spid="31744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>
            <a:extLst>
              <a:ext uri="{FF2B5EF4-FFF2-40B4-BE49-F238E27FC236}">
                <a16:creationId xmlns:a16="http://schemas.microsoft.com/office/drawing/2014/main" id="{EBE405DB-9785-624D-6A40-6BCB12F6A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508500"/>
          <a:ext cx="605155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6" r:id="rId3" imgW="57924700" imgH="9652000" progId="Equation.3">
                  <p:embed/>
                </p:oleObj>
              </mc:Choice>
              <mc:Fallback>
                <p:oleObj r:id="rId3" imgW="57924700" imgH="9652000" progId="Equation.3">
                  <p:embed/>
                  <p:pic>
                    <p:nvPicPr>
                      <p:cNvPr id="319490" name="Object 2">
                        <a:extLst>
                          <a:ext uri="{FF2B5EF4-FFF2-40B4-BE49-F238E27FC236}">
                            <a16:creationId xmlns:a16="http://schemas.microsoft.com/office/drawing/2014/main" id="{EBE405DB-9785-624D-6A40-6BCB12F6A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508500"/>
                        <a:ext cx="605155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1" name="Group 3">
            <a:extLst>
              <a:ext uri="{FF2B5EF4-FFF2-40B4-BE49-F238E27FC236}">
                <a16:creationId xmlns:a16="http://schemas.microsoft.com/office/drawing/2014/main" id="{5FD79C5E-94E4-1904-FA24-BE74669A0FFD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549275"/>
            <a:ext cx="8208962" cy="604838"/>
            <a:chOff x="0" y="0"/>
            <a:chExt cx="5171" cy="381"/>
          </a:xfrm>
        </p:grpSpPr>
        <p:sp>
          <p:nvSpPr>
            <p:cNvPr id="319492" name="Text Box 4">
              <a:extLst>
                <a:ext uri="{FF2B5EF4-FFF2-40B4-BE49-F238E27FC236}">
                  <a16:creationId xmlns:a16="http://schemas.microsoft.com/office/drawing/2014/main" id="{152DC4D5-6730-D044-9F8D-7FDFC09B2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5.</a:t>
              </a:r>
              <a:r>
                <a:rPr lang="en-US" altLang="zh-CN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服从参数为</a:t>
              </a:r>
            </a:p>
          </p:txBody>
        </p:sp>
        <p:graphicFrame>
          <p:nvGraphicFramePr>
            <p:cNvPr id="319493" name="Object 5">
              <a:extLst>
                <a:ext uri="{FF2B5EF4-FFF2-40B4-BE49-F238E27FC236}">
                  <a16:creationId xmlns:a16="http://schemas.microsoft.com/office/drawing/2014/main" id="{E06295E4-E064-1CB3-9425-BCB27B9DD4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7" y="45"/>
            <a:ext cx="82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7" r:id="rId5" imgW="12585700" imgH="4686300" progId="Equation.3">
                    <p:embed/>
                  </p:oleObj>
                </mc:Choice>
                <mc:Fallback>
                  <p:oleObj r:id="rId5" imgW="12585700" imgH="4686300" progId="Equation.3">
                    <p:embed/>
                    <p:pic>
                      <p:nvPicPr>
                        <p:cNvPr id="319493" name="Object 5">
                          <a:extLst>
                            <a:ext uri="{FF2B5EF4-FFF2-40B4-BE49-F238E27FC236}">
                              <a16:creationId xmlns:a16="http://schemas.microsoft.com/office/drawing/2014/main" id="{E06295E4-E064-1CB3-9425-BCB27B9DD4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45"/>
                          <a:ext cx="82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9494" name="Text Box 6">
              <a:extLst>
                <a:ext uri="{FF2B5EF4-FFF2-40B4-BE49-F238E27FC236}">
                  <a16:creationId xmlns:a16="http://schemas.microsoft.com/office/drawing/2014/main" id="{1B802CF6-A454-AE02-921D-A269ADA3D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45"/>
              <a:ext cx="14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的泊松分</a:t>
              </a:r>
            </a:p>
          </p:txBody>
        </p:sp>
      </p:grpSp>
      <p:sp>
        <p:nvSpPr>
          <p:cNvPr id="319495" name="Text Box 7">
            <a:extLst>
              <a:ext uri="{FF2B5EF4-FFF2-40B4-BE49-F238E27FC236}">
                <a16:creationId xmlns:a16="http://schemas.microsoft.com/office/drawing/2014/main" id="{BE0D1948-D005-E4C4-8F0E-CFE6EF5A0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344613"/>
            <a:ext cx="5162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布，求参数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的极大似然估计量</a:t>
            </a:r>
          </a:p>
        </p:txBody>
      </p:sp>
      <p:sp>
        <p:nvSpPr>
          <p:cNvPr id="319496" name="Text Box 8">
            <a:extLst>
              <a:ext uri="{FF2B5EF4-FFF2-40B4-BE49-F238E27FC236}">
                <a16:creationId xmlns:a16="http://schemas.microsoft.com/office/drawing/2014/main" id="{7360F3D8-B8E1-C4AA-3186-9FC5A32E5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060575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19497" name="Group 9">
            <a:extLst>
              <a:ext uri="{FF2B5EF4-FFF2-40B4-BE49-F238E27FC236}">
                <a16:creationId xmlns:a16="http://schemas.microsoft.com/office/drawing/2014/main" id="{A6E429BA-990E-B36F-6B54-E55974F4F5E0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852739"/>
            <a:ext cx="6248400" cy="593725"/>
            <a:chOff x="0" y="0"/>
            <a:chExt cx="3936" cy="374"/>
          </a:xfrm>
        </p:grpSpPr>
        <p:sp>
          <p:nvSpPr>
            <p:cNvPr id="319498" name="Text Box 10">
              <a:extLst>
                <a:ext uri="{FF2B5EF4-FFF2-40B4-BE49-F238E27FC236}">
                  <a16:creationId xmlns:a16="http://schemas.microsoft.com/office/drawing/2014/main" id="{825A9D77-D019-A90C-13A0-B5B2F2D95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8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的样本，样本观察值为</a:t>
              </a:r>
            </a:p>
          </p:txBody>
        </p:sp>
        <p:graphicFrame>
          <p:nvGraphicFramePr>
            <p:cNvPr id="319499" name="Object 11">
              <a:extLst>
                <a:ext uri="{FF2B5EF4-FFF2-40B4-BE49-F238E27FC236}">
                  <a16:creationId xmlns:a16="http://schemas.microsoft.com/office/drawing/2014/main" id="{E086623A-3A22-31C0-B2EC-BF3E23B525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8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8" r:id="rId7" imgW="22237700" imgH="5270500" progId="Equation.3">
                    <p:embed/>
                  </p:oleObj>
                </mc:Choice>
                <mc:Fallback>
                  <p:oleObj r:id="rId7" imgW="22237700" imgH="5270500" progId="Equation.3">
                    <p:embed/>
                    <p:pic>
                      <p:nvPicPr>
                        <p:cNvPr id="319499" name="Object 11">
                          <a:extLst>
                            <a:ext uri="{FF2B5EF4-FFF2-40B4-BE49-F238E27FC236}">
                              <a16:creationId xmlns:a16="http://schemas.microsoft.com/office/drawing/2014/main" id="{E086623A-3A22-31C0-B2EC-BF3E23B525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9500" name="AutoShape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ECBEB94-C199-3D69-DC7A-4DB1339F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1" name="AutoShape 1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01C560F-7D5F-9257-0A72-EBFCA4B8A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2" name="AutoShape 1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EE76E977-4BFC-1EA5-1E87-A842FE5F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3" name="Rectangle 15">
            <a:extLst>
              <a:ext uri="{FF2B5EF4-FFF2-40B4-BE49-F238E27FC236}">
                <a16:creationId xmlns:a16="http://schemas.microsoft.com/office/drawing/2014/main" id="{241951C5-37BC-03FA-5C0E-EE97CD1B5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7163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服从泊松分布，得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的分布律为</a:t>
            </a:r>
          </a:p>
        </p:txBody>
      </p:sp>
      <p:grpSp>
        <p:nvGrpSpPr>
          <p:cNvPr id="319504" name="Group 16">
            <a:extLst>
              <a:ext uri="{FF2B5EF4-FFF2-40B4-BE49-F238E27FC236}">
                <a16:creationId xmlns:a16="http://schemas.microsoft.com/office/drawing/2014/main" id="{5521FBA2-B67B-52CB-BA77-64396B7D3FEE}"/>
              </a:ext>
            </a:extLst>
          </p:cNvPr>
          <p:cNvGrpSpPr>
            <a:grpSpLocks/>
          </p:cNvGrpSpPr>
          <p:nvPr/>
        </p:nvGrpSpPr>
        <p:grpSpPr bwMode="auto">
          <a:xfrm>
            <a:off x="2495550" y="2133600"/>
            <a:ext cx="7416800" cy="596900"/>
            <a:chOff x="0" y="0"/>
            <a:chExt cx="4672" cy="376"/>
          </a:xfrm>
        </p:grpSpPr>
        <p:graphicFrame>
          <p:nvGraphicFramePr>
            <p:cNvPr id="319505" name="Object 17">
              <a:extLst>
                <a:ext uri="{FF2B5EF4-FFF2-40B4-BE49-F238E27FC236}">
                  <a16:creationId xmlns:a16="http://schemas.microsoft.com/office/drawing/2014/main" id="{9674E13B-2DC2-07A4-9DA7-AF74A02D49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0"/>
            <a:ext cx="172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9" r:id="rId9" imgW="24574500" imgH="5270500" progId="Equation.3">
                    <p:embed/>
                  </p:oleObj>
                </mc:Choice>
                <mc:Fallback>
                  <p:oleObj r:id="rId9" imgW="24574500" imgH="5270500" progId="Equation.3">
                    <p:embed/>
                    <p:pic>
                      <p:nvPicPr>
                        <p:cNvPr id="319505" name="Object 17">
                          <a:extLst>
                            <a:ext uri="{FF2B5EF4-FFF2-40B4-BE49-F238E27FC236}">
                              <a16:creationId xmlns:a16="http://schemas.microsoft.com/office/drawing/2014/main" id="{9674E13B-2DC2-07A4-9DA7-AF74A02D49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0"/>
                          <a:ext cx="172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9506" name="Text Box 18">
              <a:extLst>
                <a:ext uri="{FF2B5EF4-FFF2-40B4-BE49-F238E27FC236}">
                  <a16:creationId xmlns:a16="http://schemas.microsoft.com/office/drawing/2014/main" id="{095E24EA-8350-E971-3C65-4DC7BF6BC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0"/>
              <a:ext cx="25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为从总体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中随机抽取</a:t>
              </a:r>
            </a:p>
          </p:txBody>
        </p:sp>
        <p:sp>
          <p:nvSpPr>
            <p:cNvPr id="319507" name="Rectangle 19">
              <a:extLst>
                <a:ext uri="{FF2B5EF4-FFF2-40B4-BE49-F238E27FC236}">
                  <a16:creationId xmlns:a16="http://schemas.microsoft.com/office/drawing/2014/main" id="{7D78F0BB-A918-8DD6-7F7D-D924705B8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10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5" grpId="0" autoUpdateAnimBg="0"/>
      <p:bldP spid="319496" grpId="0" autoUpdateAnimBg="0"/>
      <p:bldP spid="31950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4" name="Object 2">
            <a:extLst>
              <a:ext uri="{FF2B5EF4-FFF2-40B4-BE49-F238E27FC236}">
                <a16:creationId xmlns:a16="http://schemas.microsoft.com/office/drawing/2014/main" id="{62F14F03-DCD7-CF8F-3DDD-AC2C6555D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1412876"/>
          <a:ext cx="35687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r:id="rId3" imgW="25450800" imgH="10528300" progId="Equation.3">
                  <p:embed/>
                </p:oleObj>
              </mc:Choice>
              <mc:Fallback>
                <p:oleObj r:id="rId3" imgW="25450800" imgH="10528300" progId="Equation.3">
                  <p:embed/>
                  <p:pic>
                    <p:nvPicPr>
                      <p:cNvPr id="320514" name="Object 2">
                        <a:extLst>
                          <a:ext uri="{FF2B5EF4-FFF2-40B4-BE49-F238E27FC236}">
                            <a16:creationId xmlns:a16="http://schemas.microsoft.com/office/drawing/2014/main" id="{62F14F03-DCD7-CF8F-3DDD-AC2C6555D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412876"/>
                        <a:ext cx="356870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15" name="Text Box 3">
            <a:extLst>
              <a:ext uri="{FF2B5EF4-FFF2-40B4-BE49-F238E27FC236}">
                <a16:creationId xmlns:a16="http://schemas.microsoft.com/office/drawing/2014/main" id="{3C83212C-C612-6B68-B279-A119A7B71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76251"/>
            <a:ext cx="197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似然函数为</a:t>
            </a:r>
          </a:p>
        </p:txBody>
      </p:sp>
      <p:sp>
        <p:nvSpPr>
          <p:cNvPr id="320516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21A916-69C6-64EA-9636-8C177B6D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0517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5AD44D5-C08D-5C67-C659-74BF0D08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0518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DF71B6CA-5375-778C-437C-1A32E85B5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F1A835E6-F35C-8CEC-D455-88732FB37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0" y="981075"/>
          <a:ext cx="4248150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r:id="rId5" imgW="29552900" imgH="14338300" progId="Equation.3">
                  <p:embed/>
                </p:oleObj>
              </mc:Choice>
              <mc:Fallback>
                <p:oleObj r:id="rId5" imgW="29552900" imgH="14338300" progId="Equation.3">
                  <p:embed/>
                  <p:pic>
                    <p:nvPicPr>
                      <p:cNvPr id="320519" name="Object 7">
                        <a:extLst>
                          <a:ext uri="{FF2B5EF4-FFF2-40B4-BE49-F238E27FC236}">
                            <a16:creationId xmlns:a16="http://schemas.microsoft.com/office/drawing/2014/main" id="{F1A835E6-F35C-8CEC-D455-88732FB37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981075"/>
                        <a:ext cx="4248150" cy="183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0" name="Text Box 8">
            <a:extLst>
              <a:ext uri="{FF2B5EF4-FFF2-40B4-BE49-F238E27FC236}">
                <a16:creationId xmlns:a16="http://schemas.microsoft.com/office/drawing/2014/main" id="{446C4E8E-C96A-9100-6979-630DBA0E8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3213101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24A838D1-043C-1DA1-8EF0-CD8109F2A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4149725"/>
          <a:ext cx="61214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r:id="rId7" imgW="54419500" imgH="9944100" progId="Equation.3">
                  <p:embed/>
                </p:oleObj>
              </mc:Choice>
              <mc:Fallback>
                <p:oleObj r:id="rId7" imgW="54419500" imgH="9944100" progId="Equation.3">
                  <p:embed/>
                  <p:pic>
                    <p:nvPicPr>
                      <p:cNvPr id="320521" name="Object 9">
                        <a:extLst>
                          <a:ext uri="{FF2B5EF4-FFF2-40B4-BE49-F238E27FC236}">
                            <a16:creationId xmlns:a16="http://schemas.microsoft.com/office/drawing/2014/main" id="{24A838D1-043C-1DA1-8EF0-CD8109F2A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149725"/>
                        <a:ext cx="61214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autoUpdateAnimBg="0"/>
      <p:bldP spid="3205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538" name="Object 2">
            <a:extLst>
              <a:ext uri="{FF2B5EF4-FFF2-40B4-BE49-F238E27FC236}">
                <a16:creationId xmlns:a16="http://schemas.microsoft.com/office/drawing/2014/main" id="{4E883F6A-6BEB-6F44-63AD-19C054BE95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557339"/>
          <a:ext cx="17303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4" r:id="rId3" imgW="14922500" imgH="9359900" progId="Equation.3">
                  <p:embed/>
                </p:oleObj>
              </mc:Choice>
              <mc:Fallback>
                <p:oleObj r:id="rId3" imgW="14922500" imgH="9359900" progId="Equation.3">
                  <p:embed/>
                  <p:pic>
                    <p:nvPicPr>
                      <p:cNvPr id="321538" name="Object 2">
                        <a:extLst>
                          <a:ext uri="{FF2B5EF4-FFF2-40B4-BE49-F238E27FC236}">
                            <a16:creationId xmlns:a16="http://schemas.microsoft.com/office/drawing/2014/main" id="{4E883F6A-6BEB-6F44-63AD-19C054BE9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557339"/>
                        <a:ext cx="17303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39" name="Rectangle 3">
            <a:extLst>
              <a:ext uri="{FF2B5EF4-FFF2-40B4-BE49-F238E27FC236}">
                <a16:creationId xmlns:a16="http://schemas.microsoft.com/office/drawing/2014/main" id="{50BFA374-029E-19EF-1DE0-1B998340D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19161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47030F63-1AF1-3CFE-AB8D-261C15B1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9" y="331470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9CB3874D-7445-2F63-6AD7-34B3D5DD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76251"/>
            <a:ext cx="482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1542" name="Object 6">
            <a:extLst>
              <a:ext uri="{FF2B5EF4-FFF2-40B4-BE49-F238E27FC236}">
                <a16:creationId xmlns:a16="http://schemas.microsoft.com/office/drawing/2014/main" id="{93969BE8-C7E8-0937-2495-17E36A014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2997201"/>
          <a:ext cx="32591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5" r:id="rId5" imgW="23698200" imgH="9944100" progId="Equation.3">
                  <p:embed/>
                </p:oleObj>
              </mc:Choice>
              <mc:Fallback>
                <p:oleObj r:id="rId5" imgW="23698200" imgH="9944100" progId="Equation.3">
                  <p:embed/>
                  <p:pic>
                    <p:nvPicPr>
                      <p:cNvPr id="321542" name="Object 6">
                        <a:extLst>
                          <a:ext uri="{FF2B5EF4-FFF2-40B4-BE49-F238E27FC236}">
                            <a16:creationId xmlns:a16="http://schemas.microsoft.com/office/drawing/2014/main" id="{93969BE8-C7E8-0937-2495-17E36A014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997201"/>
                        <a:ext cx="325913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3" name="Text Box 7">
            <a:extLst>
              <a:ext uri="{FF2B5EF4-FFF2-40B4-BE49-F238E27FC236}">
                <a16:creationId xmlns:a16="http://schemas.microsoft.com/office/drawing/2014/main" id="{65CEED21-A9D9-CBA3-52A9-54A25E37F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489451"/>
            <a:ext cx="6624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所以参数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的极大似然估计量为：</a:t>
            </a:r>
            <a:endParaRPr lang="en-CN" altLang="en-US" sz="2800" b="1" i="1">
              <a:solidFill>
                <a:srgbClr val="007A7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10457A6E-4686-9229-6112-AD29ADA23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6763" y="5084763"/>
          <a:ext cx="33210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6" r:id="rId7" imgW="25158700" imgH="9944100" progId="Equation.3">
                  <p:embed/>
                </p:oleObj>
              </mc:Choice>
              <mc:Fallback>
                <p:oleObj r:id="rId7" imgW="25158700" imgH="9944100" progId="Equation.3">
                  <p:embed/>
                  <p:pic>
                    <p:nvPicPr>
                      <p:cNvPr id="321544" name="Object 8">
                        <a:extLst>
                          <a:ext uri="{FF2B5EF4-FFF2-40B4-BE49-F238E27FC236}">
                            <a16:creationId xmlns:a16="http://schemas.microsoft.com/office/drawing/2014/main" id="{10457A6E-4686-9229-6112-AD29ADA23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5084763"/>
                        <a:ext cx="3321050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49DDF840-8CD8-49C3-EFDF-0A4A82AB1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9" y="1052514"/>
          <a:ext cx="2306637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7" r:id="rId9" imgW="19900900" imgH="14338300" progId="Equation.3">
                  <p:embed/>
                </p:oleObj>
              </mc:Choice>
              <mc:Fallback>
                <p:oleObj r:id="rId9" imgW="19900900" imgH="14338300" progId="Equation.3">
                  <p:embed/>
                  <p:pic>
                    <p:nvPicPr>
                      <p:cNvPr id="321545" name="Object 9">
                        <a:extLst>
                          <a:ext uri="{FF2B5EF4-FFF2-40B4-BE49-F238E27FC236}">
                            <a16:creationId xmlns:a16="http://schemas.microsoft.com/office/drawing/2014/main" id="{49DDF840-8CD8-49C3-EFDF-0A4A82AB1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1052514"/>
                        <a:ext cx="2306637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321540" grpId="0" autoUpdateAnimBg="0"/>
      <p:bldP spid="321541" grpId="0" autoUpdateAnimBg="0"/>
      <p:bldP spid="32154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>
            <a:extLst>
              <a:ext uri="{FF2B5EF4-FFF2-40B4-BE49-F238E27FC236}">
                <a16:creationId xmlns:a16="http://schemas.microsoft.com/office/drawing/2014/main" id="{987BF5E4-E1F0-FDB3-7D7E-8CAD7CFFA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1927225"/>
          <a:ext cx="55245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r:id="rId3" imgW="45351700" imgH="11696700" progId="Equation.3">
                  <p:embed/>
                </p:oleObj>
              </mc:Choice>
              <mc:Fallback>
                <p:oleObj r:id="rId3" imgW="45351700" imgH="11696700" progId="Equation.3">
                  <p:embed/>
                  <p:pic>
                    <p:nvPicPr>
                      <p:cNvPr id="322562" name="Object 2">
                        <a:extLst>
                          <a:ext uri="{FF2B5EF4-FFF2-40B4-BE49-F238E27FC236}">
                            <a16:creationId xmlns:a16="http://schemas.microsoft.com/office/drawing/2014/main" id="{987BF5E4-E1F0-FDB3-7D7E-8CAD7CFFA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927225"/>
                        <a:ext cx="55245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3" name="Rectangle 3">
            <a:extLst>
              <a:ext uri="{FF2B5EF4-FFF2-40B4-BE49-F238E27FC236}">
                <a16:creationId xmlns:a16="http://schemas.microsoft.com/office/drawing/2014/main" id="{E7049B8D-3190-189C-D17A-3F11842F2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2420939"/>
            <a:ext cx="252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&gt; 0</a:t>
            </a:r>
          </a:p>
        </p:txBody>
      </p:sp>
      <p:sp>
        <p:nvSpPr>
          <p:cNvPr id="322564" name="Rectangle 4">
            <a:extLst>
              <a:ext uri="{FF2B5EF4-FFF2-40B4-BE49-F238E27FC236}">
                <a16:creationId xmlns:a16="http://schemas.microsoft.com/office/drawing/2014/main" id="{6969D245-8F68-2BED-468D-A04BF523D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548188"/>
            <a:ext cx="828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的样本值，求参数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的极大似然估计值.</a:t>
            </a:r>
            <a:endParaRPr lang="en-CN" altLang="en-US" sz="2800" b="1" i="1">
              <a:solidFill>
                <a:srgbClr val="007A7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65" name="Rectangle 5">
            <a:extLst>
              <a:ext uri="{FF2B5EF4-FFF2-40B4-BE49-F238E27FC236}">
                <a16:creationId xmlns:a16="http://schemas.microsoft.com/office/drawing/2014/main" id="{954CA51F-722E-2BA2-37AD-6FEE4D3B3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908051"/>
            <a:ext cx="47307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en-US" altLang="zh-CN" sz="36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的概率密度为</a:t>
            </a:r>
          </a:p>
        </p:txBody>
      </p:sp>
      <p:grpSp>
        <p:nvGrpSpPr>
          <p:cNvPr id="322566" name="Group 6">
            <a:extLst>
              <a:ext uri="{FF2B5EF4-FFF2-40B4-BE49-F238E27FC236}">
                <a16:creationId xmlns:a16="http://schemas.microsoft.com/office/drawing/2014/main" id="{F37CF269-0C8E-B8E7-F9EC-AC6149E45E19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3582989"/>
            <a:ext cx="8594725" cy="593725"/>
            <a:chOff x="0" y="0"/>
            <a:chExt cx="5414" cy="374"/>
          </a:xfrm>
        </p:grpSpPr>
        <p:sp>
          <p:nvSpPr>
            <p:cNvPr id="322567" name="Rectangle 7">
              <a:extLst>
                <a:ext uri="{FF2B5EF4-FFF2-40B4-BE49-F238E27FC236}">
                  <a16:creationId xmlns:a16="http://schemas.microsoft.com/office/drawing/2014/main" id="{708F011E-E75D-CA21-36FC-EBA417260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31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为待估参数，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800" b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&gt;0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是已知常数，</a:t>
              </a:r>
            </a:p>
          </p:txBody>
        </p:sp>
        <p:graphicFrame>
          <p:nvGraphicFramePr>
            <p:cNvPr id="322568" name="Object 8">
              <a:extLst>
                <a:ext uri="{FF2B5EF4-FFF2-40B4-BE49-F238E27FC236}">
                  <a16:creationId xmlns:a16="http://schemas.microsoft.com/office/drawing/2014/main" id="{627374CD-EAB8-1D8A-0E09-3C271E8B8D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9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09" r:id="rId5" imgW="22237700" imgH="5270500" progId="Equation.3">
                    <p:embed/>
                  </p:oleObj>
                </mc:Choice>
                <mc:Fallback>
                  <p:oleObj r:id="rId5" imgW="22237700" imgH="5270500" progId="Equation.3">
                    <p:embed/>
                    <p:pic>
                      <p:nvPicPr>
                        <p:cNvPr id="322568" name="Object 8">
                          <a:extLst>
                            <a:ext uri="{FF2B5EF4-FFF2-40B4-BE49-F238E27FC236}">
                              <a16:creationId xmlns:a16="http://schemas.microsoft.com/office/drawing/2014/main" id="{627374CD-EAB8-1D8A-0E09-3C271E8B8D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2569" name="Rectangle 9">
              <a:extLst>
                <a:ext uri="{FF2B5EF4-FFF2-40B4-BE49-F238E27FC236}">
                  <a16:creationId xmlns:a16="http://schemas.microsoft.com/office/drawing/2014/main" id="{12E51DED-C352-3E3B-8BC6-3489D469D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0"/>
              <a:ext cx="7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autoUpdateAnimBg="0"/>
      <p:bldP spid="322564" grpId="0" autoUpdateAnimBg="0"/>
      <p:bldP spid="32256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Text Box 2">
            <a:extLst>
              <a:ext uri="{FF2B5EF4-FFF2-40B4-BE49-F238E27FC236}">
                <a16:creationId xmlns:a16="http://schemas.microsoft.com/office/drawing/2014/main" id="{8674BC2D-4055-D10D-58AC-2F65B56CC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620714"/>
            <a:ext cx="1150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</p:txBody>
      </p:sp>
      <p:graphicFrame>
        <p:nvGraphicFramePr>
          <p:cNvPr id="323587" name="Object 3">
            <a:extLst>
              <a:ext uri="{FF2B5EF4-FFF2-40B4-BE49-F238E27FC236}">
                <a16:creationId xmlns:a16="http://schemas.microsoft.com/office/drawing/2014/main" id="{FAE90BD0-888F-D83C-5E9F-0440CC4B4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476250"/>
          <a:ext cx="3719513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2" r:id="rId3" imgW="28092400" imgH="9944100" progId="Equation.3">
                  <p:embed/>
                </p:oleObj>
              </mc:Choice>
              <mc:Fallback>
                <p:oleObj r:id="rId3" imgW="28092400" imgH="9944100" progId="Equation.3">
                  <p:embed/>
                  <p:pic>
                    <p:nvPicPr>
                      <p:cNvPr id="323587" name="Object 3">
                        <a:extLst>
                          <a:ext uri="{FF2B5EF4-FFF2-40B4-BE49-F238E27FC236}">
                            <a16:creationId xmlns:a16="http://schemas.microsoft.com/office/drawing/2014/main" id="{FAE90BD0-888F-D83C-5E9F-0440CC4B4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476250"/>
                        <a:ext cx="3719513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>
            <a:extLst>
              <a:ext uri="{FF2B5EF4-FFF2-40B4-BE49-F238E27FC236}">
                <a16:creationId xmlns:a16="http://schemas.microsoft.com/office/drawing/2014/main" id="{4B9B247F-31F5-3EC7-7E47-3BA64BCC8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1773239"/>
          <a:ext cx="33115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3" r:id="rId5" imgW="24574500" imgH="9944100" progId="Equation.3">
                  <p:embed/>
                </p:oleObj>
              </mc:Choice>
              <mc:Fallback>
                <p:oleObj r:id="rId5" imgW="24574500" imgH="9944100" progId="Equation.3">
                  <p:embed/>
                  <p:pic>
                    <p:nvPicPr>
                      <p:cNvPr id="323588" name="Object 4">
                        <a:extLst>
                          <a:ext uri="{FF2B5EF4-FFF2-40B4-BE49-F238E27FC236}">
                            <a16:creationId xmlns:a16="http://schemas.microsoft.com/office/drawing/2014/main" id="{4B9B247F-31F5-3EC7-7E47-3BA64BCC82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1773239"/>
                        <a:ext cx="33115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>
            <a:extLst>
              <a:ext uri="{FF2B5EF4-FFF2-40B4-BE49-F238E27FC236}">
                <a16:creationId xmlns:a16="http://schemas.microsoft.com/office/drawing/2014/main" id="{C9B3D620-2A26-18B3-0799-FEA703A0D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9" y="1557338"/>
          <a:ext cx="453707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4" r:id="rId7" imgW="35394900" imgH="12001500" progId="Equation.3">
                  <p:embed/>
                </p:oleObj>
              </mc:Choice>
              <mc:Fallback>
                <p:oleObj r:id="rId7" imgW="35394900" imgH="12001500" progId="Equation.3">
                  <p:embed/>
                  <p:pic>
                    <p:nvPicPr>
                      <p:cNvPr id="323589" name="Object 5">
                        <a:extLst>
                          <a:ext uri="{FF2B5EF4-FFF2-40B4-BE49-F238E27FC236}">
                            <a16:creationId xmlns:a16="http://schemas.microsoft.com/office/drawing/2014/main" id="{C9B3D620-2A26-18B3-0799-FEA703A0D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9" y="1557338"/>
                        <a:ext cx="453707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0" name="Text Box 6">
            <a:extLst>
              <a:ext uri="{FF2B5EF4-FFF2-40B4-BE49-F238E27FC236}">
                <a16:creationId xmlns:a16="http://schemas.microsoft.com/office/drawing/2014/main" id="{FC6C59CD-EC91-E3BE-B779-F80E5F7B3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3141663"/>
            <a:ext cx="2684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3591" name="Object 7">
            <a:extLst>
              <a:ext uri="{FF2B5EF4-FFF2-40B4-BE49-F238E27FC236}">
                <a16:creationId xmlns:a16="http://schemas.microsoft.com/office/drawing/2014/main" id="{BF8B296F-4385-1D15-43DD-F91B18E109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3860801"/>
          <a:ext cx="1485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5" r:id="rId9" imgW="11112500" imgH="4686300" progId="Equation.3">
                  <p:embed/>
                </p:oleObj>
              </mc:Choice>
              <mc:Fallback>
                <p:oleObj r:id="rId9" imgW="11112500" imgH="4686300" progId="Equation.3">
                  <p:embed/>
                  <p:pic>
                    <p:nvPicPr>
                      <p:cNvPr id="323591" name="Object 7">
                        <a:extLst>
                          <a:ext uri="{FF2B5EF4-FFF2-40B4-BE49-F238E27FC236}">
                            <a16:creationId xmlns:a16="http://schemas.microsoft.com/office/drawing/2014/main" id="{BF8B296F-4385-1D15-43DD-F91B18E10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860801"/>
                        <a:ext cx="14859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3592" name="Group 8">
            <a:extLst>
              <a:ext uri="{FF2B5EF4-FFF2-40B4-BE49-F238E27FC236}">
                <a16:creationId xmlns:a16="http://schemas.microsoft.com/office/drawing/2014/main" id="{723E6925-72E2-C178-5C1C-60B7252DA1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4000" y="4221164"/>
            <a:ext cx="8281988" cy="1171575"/>
            <a:chOff x="0" y="0"/>
            <a:chExt cx="5217" cy="738"/>
          </a:xfrm>
        </p:grpSpPr>
        <p:graphicFrame>
          <p:nvGraphicFramePr>
            <p:cNvPr id="323593" name="Object 9">
              <a:extLst>
                <a:ext uri="{FF2B5EF4-FFF2-40B4-BE49-F238E27FC236}">
                  <a16:creationId xmlns:a16="http://schemas.microsoft.com/office/drawing/2014/main" id="{65E121D9-E8DC-B3E5-B761-599ED2AD5C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27"/>
            <a:ext cx="1814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6" r:id="rId11" imgW="22821900" imgH="4102100" progId="Equation.3">
                    <p:embed/>
                  </p:oleObj>
                </mc:Choice>
                <mc:Fallback>
                  <p:oleObj r:id="rId11" imgW="22821900" imgH="4102100" progId="Equation.3">
                    <p:embed/>
                    <p:pic>
                      <p:nvPicPr>
                        <p:cNvPr id="323593" name="Object 9">
                          <a:extLst>
                            <a:ext uri="{FF2B5EF4-FFF2-40B4-BE49-F238E27FC236}">
                              <a16:creationId xmlns:a16="http://schemas.microsoft.com/office/drawing/2014/main" id="{65E121D9-E8DC-B3E5-B761-599ED2AD5C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7"/>
                          <a:ext cx="1814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3594" name="Object 10">
              <a:extLst>
                <a:ext uri="{FF2B5EF4-FFF2-40B4-BE49-F238E27FC236}">
                  <a16:creationId xmlns:a16="http://schemas.microsoft.com/office/drawing/2014/main" id="{F3433EE5-F635-F466-0726-F812E6E602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7" y="0"/>
            <a:ext cx="3380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7" r:id="rId13" imgW="41833800" imgH="9944100" progId="Equation.3">
                    <p:embed/>
                  </p:oleObj>
                </mc:Choice>
                <mc:Fallback>
                  <p:oleObj r:id="rId13" imgW="41833800" imgH="9944100" progId="Equation.3">
                    <p:embed/>
                    <p:pic>
                      <p:nvPicPr>
                        <p:cNvPr id="323594" name="Object 10">
                          <a:extLst>
                            <a:ext uri="{FF2B5EF4-FFF2-40B4-BE49-F238E27FC236}">
                              <a16:creationId xmlns:a16="http://schemas.microsoft.com/office/drawing/2014/main" id="{F3433EE5-F635-F466-0726-F812E6E602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0"/>
                          <a:ext cx="3380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30822DD3-CCCD-C012-0DB6-D0F60240B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319" y="474197"/>
            <a:ext cx="3539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4611" name="Object 3">
            <a:extLst>
              <a:ext uri="{FF2B5EF4-FFF2-40B4-BE49-F238E27FC236}">
                <a16:creationId xmlns:a16="http://schemas.microsoft.com/office/drawing/2014/main" id="{30DCDABA-7DAA-A433-36A0-B8416A214F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484314"/>
          <a:ext cx="19685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r:id="rId3" imgW="14046200" imgH="9359900" progId="Equation.3">
                  <p:embed/>
                </p:oleObj>
              </mc:Choice>
              <mc:Fallback>
                <p:oleObj r:id="rId3" imgW="14046200" imgH="9359900" progId="Equation.3">
                  <p:embed/>
                  <p:pic>
                    <p:nvPicPr>
                      <p:cNvPr id="324611" name="Object 3">
                        <a:extLst>
                          <a:ext uri="{FF2B5EF4-FFF2-40B4-BE49-F238E27FC236}">
                            <a16:creationId xmlns:a16="http://schemas.microsoft.com/office/drawing/2014/main" id="{30DCDABA-7DAA-A433-36A0-B8416A214F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84314"/>
                        <a:ext cx="19685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>
            <a:extLst>
              <a:ext uri="{FF2B5EF4-FFF2-40B4-BE49-F238E27FC236}">
                <a16:creationId xmlns:a16="http://schemas.microsoft.com/office/drawing/2014/main" id="{8C15F058-BC66-C154-D421-83B361D9C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1346200"/>
          <a:ext cx="280828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r:id="rId5" imgW="18427700" imgH="9944100" progId="Equation.3">
                  <p:embed/>
                </p:oleObj>
              </mc:Choice>
              <mc:Fallback>
                <p:oleObj r:id="rId5" imgW="18427700" imgH="9944100" progId="Equation.3">
                  <p:embed/>
                  <p:pic>
                    <p:nvPicPr>
                      <p:cNvPr id="324612" name="Object 4">
                        <a:extLst>
                          <a:ext uri="{FF2B5EF4-FFF2-40B4-BE49-F238E27FC236}">
                            <a16:creationId xmlns:a16="http://schemas.microsoft.com/office/drawing/2014/main" id="{8C15F058-BC66-C154-D421-83B361D9C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1346200"/>
                        <a:ext cx="2808287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3" name="Object 5">
            <a:extLst>
              <a:ext uri="{FF2B5EF4-FFF2-40B4-BE49-F238E27FC236}">
                <a16:creationId xmlns:a16="http://schemas.microsoft.com/office/drawing/2014/main" id="{59B1A5E8-5590-AEDB-D1B2-4D0DFC1CA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9601" y="1700214"/>
          <a:ext cx="10461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24613" name="Object 5">
                        <a:extLst>
                          <a:ext uri="{FF2B5EF4-FFF2-40B4-BE49-F238E27FC236}">
                            <a16:creationId xmlns:a16="http://schemas.microsoft.com/office/drawing/2014/main" id="{59B1A5E8-5590-AEDB-D1B2-4D0DFC1CA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1" y="1700214"/>
                        <a:ext cx="104616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4" name="Text Box 6">
            <a:extLst>
              <a:ext uri="{FF2B5EF4-FFF2-40B4-BE49-F238E27FC236}">
                <a16:creationId xmlns:a16="http://schemas.microsoft.com/office/drawing/2014/main" id="{27A10B0D-9953-9924-57E0-37C3B631A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14166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97E0B772-B5B3-E91A-7023-72FC186DE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2924175"/>
          <a:ext cx="2519362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r:id="rId9" imgW="15798800" imgH="14922500" progId="Equation.3">
                  <p:embed/>
                </p:oleObj>
              </mc:Choice>
              <mc:Fallback>
                <p:oleObj r:id="rId9" imgW="15798800" imgH="14922500" progId="Equation.3">
                  <p:embed/>
                  <p:pic>
                    <p:nvPicPr>
                      <p:cNvPr id="324615" name="Object 7">
                        <a:extLst>
                          <a:ext uri="{FF2B5EF4-FFF2-40B4-BE49-F238E27FC236}">
                            <a16:creationId xmlns:a16="http://schemas.microsoft.com/office/drawing/2014/main" id="{97E0B772-B5B3-E91A-7023-72FC186DE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924175"/>
                        <a:ext cx="2519362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6" name="Rectangle 8">
            <a:extLst>
              <a:ext uri="{FF2B5EF4-FFF2-40B4-BE49-F238E27FC236}">
                <a16:creationId xmlns:a16="http://schemas.microsoft.com/office/drawing/2014/main" id="{941BBF7D-B519-3466-5D51-336C894C4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5229226"/>
            <a:ext cx="5313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这就是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的极大似然估计值.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utoUpdateAnimBg="0"/>
      <p:bldP spid="324614" grpId="0" autoUpdateAnimBg="0"/>
      <p:bldP spid="32461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634" name="Group 2">
            <a:extLst>
              <a:ext uri="{FF2B5EF4-FFF2-40B4-BE49-F238E27FC236}">
                <a16:creationId xmlns:a16="http://schemas.microsoft.com/office/drawing/2014/main" id="{2B0203FC-48FB-EF92-3A84-34D1E0422E17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33376"/>
            <a:ext cx="8569325" cy="4678363"/>
            <a:chOff x="0" y="0"/>
            <a:chExt cx="5398" cy="2947"/>
          </a:xfrm>
        </p:grpSpPr>
        <p:grpSp>
          <p:nvGrpSpPr>
            <p:cNvPr id="325635" name="Group 3">
              <a:extLst>
                <a:ext uri="{FF2B5EF4-FFF2-40B4-BE49-F238E27FC236}">
                  <a16:creationId xmlns:a16="http://schemas.microsoft.com/office/drawing/2014/main" id="{18CD876D-9A0E-9C31-69A8-22910F887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" y="680"/>
              <a:ext cx="4078" cy="761"/>
              <a:chOff x="0" y="0"/>
              <a:chExt cx="4078" cy="761"/>
            </a:xfrm>
          </p:grpSpPr>
          <p:sp>
            <p:nvSpPr>
              <p:cNvPr id="325636" name="Line 4">
                <a:extLst>
                  <a:ext uri="{FF2B5EF4-FFF2-40B4-BE49-F238E27FC236}">
                    <a16:creationId xmlns:a16="http://schemas.microsoft.com/office/drawing/2014/main" id="{BFBCE974-5CF7-5E51-CB22-AD807E7B8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" y="58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25637" name="Group 5">
                <a:extLst>
                  <a:ext uri="{FF2B5EF4-FFF2-40B4-BE49-F238E27FC236}">
                    <a16:creationId xmlns:a16="http://schemas.microsoft.com/office/drawing/2014/main" id="{A66FC561-30BD-4435-8AA2-B4DB5B4352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078" cy="761"/>
                <a:chOff x="0" y="0"/>
                <a:chExt cx="4078" cy="761"/>
              </a:xfrm>
            </p:grpSpPr>
            <p:sp>
              <p:nvSpPr>
                <p:cNvPr id="325638" name="Line 6">
                  <a:extLst>
                    <a:ext uri="{FF2B5EF4-FFF2-40B4-BE49-F238E27FC236}">
                      <a16:creationId xmlns:a16="http://schemas.microsoft.com/office/drawing/2014/main" id="{4C25AC4C-544E-22A8-AB67-8B7CA6526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363"/>
                  <a:ext cx="4037" cy="1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7A7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25639" name="Object 7">
                  <a:extLst>
                    <a:ext uri="{FF2B5EF4-FFF2-40B4-BE49-F238E27FC236}">
                      <a16:creationId xmlns:a16="http://schemas.microsoft.com/office/drawing/2014/main" id="{DE96AC23-E23C-CC0B-51C8-7F04A71BDB5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5" y="0"/>
                <a:ext cx="2875" cy="3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25" r:id="rId3" imgW="35699700" imgH="4686300" progId="Equation.DSMT4">
                        <p:embed/>
                      </p:oleObj>
                    </mc:Choice>
                    <mc:Fallback>
                      <p:oleObj r:id="rId3" imgW="35699700" imgH="4686300" progId="Equation.DSMT4">
                        <p:embed/>
                        <p:pic>
                          <p:nvPicPr>
                            <p:cNvPr id="325639" name="Object 7">
                              <a:extLst>
                                <a:ext uri="{FF2B5EF4-FFF2-40B4-BE49-F238E27FC236}">
                                  <a16:creationId xmlns:a16="http://schemas.microsoft.com/office/drawing/2014/main" id="{DE96AC23-E23C-CC0B-51C8-7F04A71BDB5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" y="0"/>
                              <a:ext cx="2875" cy="3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0" name="Object 8">
                  <a:extLst>
                    <a:ext uri="{FF2B5EF4-FFF2-40B4-BE49-F238E27FC236}">
                      <a16:creationId xmlns:a16="http://schemas.microsoft.com/office/drawing/2014/main" id="{2D12A9F8-1F2B-B569-C72D-8E68C552A79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5" y="363"/>
                <a:ext cx="3443" cy="3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26" r:id="rId5" imgW="42710100" imgH="5270500" progId="Equation.DSMT4">
                        <p:embed/>
                      </p:oleObj>
                    </mc:Choice>
                    <mc:Fallback>
                      <p:oleObj r:id="rId5" imgW="42710100" imgH="5270500" progId="Equation.DSMT4">
                        <p:embed/>
                        <p:pic>
                          <p:nvPicPr>
                            <p:cNvPr id="325640" name="Object 8">
                              <a:extLst>
                                <a:ext uri="{FF2B5EF4-FFF2-40B4-BE49-F238E27FC236}">
                                  <a16:creationId xmlns:a16="http://schemas.microsoft.com/office/drawing/2014/main" id="{2D12A9F8-1F2B-B569-C72D-8E68C552A79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" y="363"/>
                              <a:ext cx="3443" cy="3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1" name="Object 9">
                  <a:extLst>
                    <a:ext uri="{FF2B5EF4-FFF2-40B4-BE49-F238E27FC236}">
                      <a16:creationId xmlns:a16="http://schemas.microsoft.com/office/drawing/2014/main" id="{D0D57178-877D-9950-C37A-2A10CA25F96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54" y="58"/>
                <a:ext cx="306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27" r:id="rId7" imgW="3797300" imgH="3505200" progId="Equation.DSMT4">
                        <p:embed/>
                      </p:oleObj>
                    </mc:Choice>
                    <mc:Fallback>
                      <p:oleObj r:id="rId7" imgW="3797300" imgH="3505200" progId="Equation.DSMT4">
                        <p:embed/>
                        <p:pic>
                          <p:nvPicPr>
                            <p:cNvPr id="325641" name="Object 9">
                              <a:extLst>
                                <a:ext uri="{FF2B5EF4-FFF2-40B4-BE49-F238E27FC236}">
                                  <a16:creationId xmlns:a16="http://schemas.microsoft.com/office/drawing/2014/main" id="{D0D57178-877D-9950-C37A-2A10CA25F96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4" y="58"/>
                              <a:ext cx="306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2" name="Object 10">
                  <a:extLst>
                    <a:ext uri="{FF2B5EF4-FFF2-40B4-BE49-F238E27FC236}">
                      <a16:creationId xmlns:a16="http://schemas.microsoft.com/office/drawing/2014/main" id="{FE3E7500-C081-046D-8946-FF9E726977F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7" y="421"/>
                <a:ext cx="259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28" r:id="rId9" imgW="3213100" imgH="3505200" progId="Equation.DSMT4">
                        <p:embed/>
                      </p:oleObj>
                    </mc:Choice>
                    <mc:Fallback>
                      <p:oleObj r:id="rId9" imgW="3213100" imgH="3505200" progId="Equation.DSMT4">
                        <p:embed/>
                        <p:pic>
                          <p:nvPicPr>
                            <p:cNvPr id="325642" name="Object 10">
                              <a:extLst>
                                <a:ext uri="{FF2B5EF4-FFF2-40B4-BE49-F238E27FC236}">
                                  <a16:creationId xmlns:a16="http://schemas.microsoft.com/office/drawing/2014/main" id="{FE3E7500-C081-046D-8946-FF9E726977F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7" y="421"/>
                              <a:ext cx="259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25643" name="Group 11">
              <a:extLst>
                <a:ext uri="{FF2B5EF4-FFF2-40B4-BE49-F238E27FC236}">
                  <a16:creationId xmlns:a16="http://schemas.microsoft.com/office/drawing/2014/main" id="{2F2FD488-1145-B42F-1A37-AA3C48A39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32"/>
              <a:ext cx="5398" cy="1315"/>
              <a:chOff x="0" y="0"/>
              <a:chExt cx="5398" cy="1315"/>
            </a:xfrm>
          </p:grpSpPr>
          <p:sp>
            <p:nvSpPr>
              <p:cNvPr id="325644" name="Rectangle 12">
                <a:extLst>
                  <a:ext uri="{FF2B5EF4-FFF2-40B4-BE49-F238E27FC236}">
                    <a16:creationId xmlns:a16="http://schemas.microsoft.com/office/drawing/2014/main" id="{23EE1E57-C333-E03E-83EE-864DE42F5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5"/>
                <a:ext cx="5398" cy="1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其中</a:t>
                </a:r>
                <a:r>
                  <a:rPr lang="el-GR" altLang="en-US" sz="2800" b="1" i="1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θ</a:t>
                </a:r>
                <a:r>
                  <a:rPr lang="en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                     是未知参数</a:t>
                </a:r>
                <a:r>
                  <a:rPr lang="en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，3，1，3，0，3，1，2，3，</a:t>
                </a:r>
                <a:r>
                  <a:rPr lang="en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是来自总体X的样本观察值,求参数</a:t>
                </a:r>
                <a:r>
                  <a:rPr lang="el-GR" altLang="en-US" sz="2800" b="1" i="1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θ</a:t>
                </a:r>
                <a:r>
                  <a:rPr lang="en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的极大似然估计值.</a:t>
                </a:r>
              </a:p>
            </p:txBody>
          </p:sp>
          <p:graphicFrame>
            <p:nvGraphicFramePr>
              <p:cNvPr id="325645" name="Object 13">
                <a:extLst>
                  <a:ext uri="{FF2B5EF4-FFF2-40B4-BE49-F238E27FC236}">
                    <a16:creationId xmlns:a16="http://schemas.microsoft.com/office/drawing/2014/main" id="{25053F3D-0CC1-C76F-C9F5-328EB07136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1" y="0"/>
              <a:ext cx="1155" cy="6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29" r:id="rId11" imgW="17551400" imgH="9359900" progId="Equation.3">
                      <p:embed/>
                    </p:oleObj>
                  </mc:Choice>
                  <mc:Fallback>
                    <p:oleObj r:id="rId11" imgW="17551400" imgH="9359900" progId="Equation.3">
                      <p:embed/>
                      <p:pic>
                        <p:nvPicPr>
                          <p:cNvPr id="325645" name="Object 13">
                            <a:extLst>
                              <a:ext uri="{FF2B5EF4-FFF2-40B4-BE49-F238E27FC236}">
                                <a16:creationId xmlns:a16="http://schemas.microsoft.com/office/drawing/2014/main" id="{25053F3D-0CC1-C76F-C9F5-328EB071366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1" y="0"/>
                            <a:ext cx="1155" cy="6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5646" name="Rectangle 14">
              <a:extLst>
                <a:ext uri="{FF2B5EF4-FFF2-40B4-BE49-F238E27FC236}">
                  <a16:creationId xmlns:a16="http://schemas.microsoft.com/office/drawing/2014/main" id="{756F7126-B499-C88D-CB30-FB268F2E3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0"/>
              <a:ext cx="25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7.</a:t>
              </a:r>
              <a:r>
                <a:rPr lang="en-US" altLang="zh-CN" sz="3600" b="1">
                  <a:solidFill>
                    <a:srgbClr val="66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的分布律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>
            <a:extLst>
              <a:ext uri="{FF2B5EF4-FFF2-40B4-BE49-F238E27FC236}">
                <a16:creationId xmlns:a16="http://schemas.microsoft.com/office/drawing/2014/main" id="{FBDED8D6-B226-71F4-FD8B-E3DD7654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635" y="473583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6659" name="Object 3">
            <a:extLst>
              <a:ext uri="{FF2B5EF4-FFF2-40B4-BE49-F238E27FC236}">
                <a16:creationId xmlns:a16="http://schemas.microsoft.com/office/drawing/2014/main" id="{A1AD80F5-7D14-E6E6-37B3-5A1B4DACF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412875"/>
          <a:ext cx="16256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4" r:id="rId3" imgW="10820400" imgH="4686300" progId="Equation.3">
                  <p:embed/>
                </p:oleObj>
              </mc:Choice>
              <mc:Fallback>
                <p:oleObj r:id="rId3" imgW="10820400" imgH="4686300" progId="Equation.3">
                  <p:embed/>
                  <p:pic>
                    <p:nvPicPr>
                      <p:cNvPr id="326659" name="Object 3">
                        <a:extLst>
                          <a:ext uri="{FF2B5EF4-FFF2-40B4-BE49-F238E27FC236}">
                            <a16:creationId xmlns:a16="http://schemas.microsoft.com/office/drawing/2014/main" id="{A1AD80F5-7D14-E6E6-37B3-5A1B4DACF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412875"/>
                        <a:ext cx="16256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0" name="Object 4">
            <a:extLst>
              <a:ext uri="{FF2B5EF4-FFF2-40B4-BE49-F238E27FC236}">
                <a16:creationId xmlns:a16="http://schemas.microsoft.com/office/drawing/2014/main" id="{BE3DBDA7-C7D7-DC78-6DB6-9B68E1F94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1" y="1412876"/>
          <a:ext cx="61817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5" r:id="rId5" imgW="47396400" imgH="4978400" progId="Equation.3">
                  <p:embed/>
                </p:oleObj>
              </mc:Choice>
              <mc:Fallback>
                <p:oleObj r:id="rId5" imgW="47396400" imgH="4978400" progId="Equation.3">
                  <p:embed/>
                  <p:pic>
                    <p:nvPicPr>
                      <p:cNvPr id="326660" name="Object 4">
                        <a:extLst>
                          <a:ext uri="{FF2B5EF4-FFF2-40B4-BE49-F238E27FC236}">
                            <a16:creationId xmlns:a16="http://schemas.microsoft.com/office/drawing/2014/main" id="{BE3DBDA7-C7D7-DC78-6DB6-9B68E1F94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412876"/>
                        <a:ext cx="61817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1" name="Object 5">
            <a:extLst>
              <a:ext uri="{FF2B5EF4-FFF2-40B4-BE49-F238E27FC236}">
                <a16:creationId xmlns:a16="http://schemas.microsoft.com/office/drawing/2014/main" id="{1B354838-7360-F774-181E-5171CDF7B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2276476"/>
          <a:ext cx="64103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6" r:id="rId7" imgW="49149000" imgH="4978400" progId="Equation.3">
                  <p:embed/>
                </p:oleObj>
              </mc:Choice>
              <mc:Fallback>
                <p:oleObj r:id="rId7" imgW="49149000" imgH="4978400" progId="Equation.3">
                  <p:embed/>
                  <p:pic>
                    <p:nvPicPr>
                      <p:cNvPr id="326661" name="Object 5">
                        <a:extLst>
                          <a:ext uri="{FF2B5EF4-FFF2-40B4-BE49-F238E27FC236}">
                            <a16:creationId xmlns:a16="http://schemas.microsoft.com/office/drawing/2014/main" id="{1B354838-7360-F774-181E-5171CDF7B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276476"/>
                        <a:ext cx="64103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2" name="Object 6">
            <a:extLst>
              <a:ext uri="{FF2B5EF4-FFF2-40B4-BE49-F238E27FC236}">
                <a16:creationId xmlns:a16="http://schemas.microsoft.com/office/drawing/2014/main" id="{CFA071A9-47C6-CBFF-720D-8CBB78A2B2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5839" y="3124200"/>
          <a:ext cx="44275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7" r:id="rId9" imgW="33934400" imgH="5270500" progId="Equation.3">
                  <p:embed/>
                </p:oleObj>
              </mc:Choice>
              <mc:Fallback>
                <p:oleObj r:id="rId9" imgW="33934400" imgH="5270500" progId="Equation.3">
                  <p:embed/>
                  <p:pic>
                    <p:nvPicPr>
                      <p:cNvPr id="326662" name="Object 6">
                        <a:extLst>
                          <a:ext uri="{FF2B5EF4-FFF2-40B4-BE49-F238E27FC236}">
                            <a16:creationId xmlns:a16="http://schemas.microsoft.com/office/drawing/2014/main" id="{CFA071A9-47C6-CBFF-720D-8CBB78A2B2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9" y="3124200"/>
                        <a:ext cx="442753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3" name="Text Box 7">
            <a:extLst>
              <a:ext uri="{FF2B5EF4-FFF2-40B4-BE49-F238E27FC236}">
                <a16:creationId xmlns:a16="http://schemas.microsoft.com/office/drawing/2014/main" id="{61846519-AF29-9190-EC11-62F4ACEB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3986213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6664" name="Object 8">
            <a:extLst>
              <a:ext uri="{FF2B5EF4-FFF2-40B4-BE49-F238E27FC236}">
                <a16:creationId xmlns:a16="http://schemas.microsoft.com/office/drawing/2014/main" id="{57EA37F8-9164-52AC-1362-0403468D1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1" y="4797425"/>
          <a:ext cx="18716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8" r:id="rId11" imgW="14046200" imgH="4686300" progId="Equation.3">
                  <p:embed/>
                </p:oleObj>
              </mc:Choice>
              <mc:Fallback>
                <p:oleObj r:id="rId11" imgW="14046200" imgH="4686300" progId="Equation.3">
                  <p:embed/>
                  <p:pic>
                    <p:nvPicPr>
                      <p:cNvPr id="326664" name="Object 8">
                        <a:extLst>
                          <a:ext uri="{FF2B5EF4-FFF2-40B4-BE49-F238E27FC236}">
                            <a16:creationId xmlns:a16="http://schemas.microsoft.com/office/drawing/2014/main" id="{57EA37F8-9164-52AC-1362-0403468D1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4797425"/>
                        <a:ext cx="18716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5" name="Object 9">
            <a:extLst>
              <a:ext uri="{FF2B5EF4-FFF2-40B4-BE49-F238E27FC236}">
                <a16:creationId xmlns:a16="http://schemas.microsoft.com/office/drawing/2014/main" id="{97FB4AB1-4CE7-FFE8-AAE9-B5DF29CDD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8538" y="4797426"/>
          <a:ext cx="71294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9" r:id="rId13" imgW="54419500" imgH="4686300" progId="Equation.3">
                  <p:embed/>
                </p:oleObj>
              </mc:Choice>
              <mc:Fallback>
                <p:oleObj r:id="rId13" imgW="54419500" imgH="4686300" progId="Equation.3">
                  <p:embed/>
                  <p:pic>
                    <p:nvPicPr>
                      <p:cNvPr id="326665" name="Object 9">
                        <a:extLst>
                          <a:ext uri="{FF2B5EF4-FFF2-40B4-BE49-F238E27FC236}">
                            <a16:creationId xmlns:a16="http://schemas.microsoft.com/office/drawing/2014/main" id="{97FB4AB1-4CE7-FFE8-AAE9-B5DF29CDD0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538" y="4797426"/>
                        <a:ext cx="712946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10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10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8" grpId="0" autoUpdateAnimBg="0"/>
      <p:bldP spid="32666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1A8F4F38-E710-FE08-E010-DC6757A2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226" y="506413"/>
            <a:ext cx="3935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7683" name="Object 3">
            <a:extLst>
              <a:ext uri="{FF2B5EF4-FFF2-40B4-BE49-F238E27FC236}">
                <a16:creationId xmlns:a16="http://schemas.microsoft.com/office/drawing/2014/main" id="{61F3AD66-0707-5C24-3A3D-275BDD63B8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4725" y="1600201"/>
          <a:ext cx="3111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3" r:id="rId3" imgW="2628900" imgH="4978400" progId="Equation.3">
                  <p:embed/>
                </p:oleObj>
              </mc:Choice>
              <mc:Fallback>
                <p:oleObj r:id="rId3" imgW="2628900" imgH="4978400" progId="Equation.3">
                  <p:embed/>
                  <p:pic>
                    <p:nvPicPr>
                      <p:cNvPr id="327683" name="Object 3">
                        <a:extLst>
                          <a:ext uri="{FF2B5EF4-FFF2-40B4-BE49-F238E27FC236}">
                            <a16:creationId xmlns:a16="http://schemas.microsoft.com/office/drawing/2014/main" id="{61F3AD66-0707-5C24-3A3D-275BDD63B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1600201"/>
                        <a:ext cx="3111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4" name="Rectangle 4">
            <a:extLst>
              <a:ext uri="{FF2B5EF4-FFF2-40B4-BE49-F238E27FC236}">
                <a16:creationId xmlns:a16="http://schemas.microsoft.com/office/drawing/2014/main" id="{D9F8CFED-C519-0A87-2491-230A3755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1557338"/>
            <a:ext cx="565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grpSp>
        <p:nvGrpSpPr>
          <p:cNvPr id="327685" name="Group 5">
            <a:extLst>
              <a:ext uri="{FF2B5EF4-FFF2-40B4-BE49-F238E27FC236}">
                <a16:creationId xmlns:a16="http://schemas.microsoft.com/office/drawing/2014/main" id="{33870222-6848-AC12-DB99-9E0F8CEE680E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708276"/>
            <a:ext cx="6696075" cy="1127125"/>
            <a:chOff x="0" y="0"/>
            <a:chExt cx="4218" cy="710"/>
          </a:xfrm>
        </p:grpSpPr>
        <p:sp>
          <p:nvSpPr>
            <p:cNvPr id="327686" name="Rectangle 6">
              <a:extLst>
                <a:ext uri="{FF2B5EF4-FFF2-40B4-BE49-F238E27FC236}">
                  <a16:creationId xmlns:a16="http://schemas.microsoft.com/office/drawing/2014/main" id="{FA90C03E-F3F0-D46C-2305-F2E51598F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</a:t>
              </a:r>
            </a:p>
          </p:txBody>
        </p:sp>
        <p:graphicFrame>
          <p:nvGraphicFramePr>
            <p:cNvPr id="327687" name="Object 7">
              <a:extLst>
                <a:ext uri="{FF2B5EF4-FFF2-40B4-BE49-F238E27FC236}">
                  <a16:creationId xmlns:a16="http://schemas.microsoft.com/office/drawing/2014/main" id="{E9E2AC24-9FCC-0CE8-E565-04015058D7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1316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4" r:id="rId5" imgW="18719800" imgH="9944100" progId="Equation.3">
                    <p:embed/>
                  </p:oleObj>
                </mc:Choice>
                <mc:Fallback>
                  <p:oleObj r:id="rId5" imgW="18719800" imgH="9944100" progId="Equation.3">
                    <p:embed/>
                    <p:pic>
                      <p:nvPicPr>
                        <p:cNvPr id="327687" name="Object 7">
                          <a:extLst>
                            <a:ext uri="{FF2B5EF4-FFF2-40B4-BE49-F238E27FC236}">
                              <a16:creationId xmlns:a16="http://schemas.microsoft.com/office/drawing/2014/main" id="{E9E2AC24-9FCC-0CE8-E565-04015058D7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1316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688" name="Object 8">
              <a:extLst>
                <a:ext uri="{FF2B5EF4-FFF2-40B4-BE49-F238E27FC236}">
                  <a16:creationId xmlns:a16="http://schemas.microsoft.com/office/drawing/2014/main" id="{FE7D8768-882E-EAF5-42A8-F7EBA30EA6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3" y="0"/>
            <a:ext cx="1315" cy="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5" r:id="rId7" imgW="18427700" imgH="9944100" progId="Equation.3">
                    <p:embed/>
                  </p:oleObj>
                </mc:Choice>
                <mc:Fallback>
                  <p:oleObj r:id="rId7" imgW="18427700" imgH="9944100" progId="Equation.3">
                    <p:embed/>
                    <p:pic>
                      <p:nvPicPr>
                        <p:cNvPr id="327688" name="Object 8">
                          <a:extLst>
                            <a:ext uri="{FF2B5EF4-FFF2-40B4-BE49-F238E27FC236}">
                              <a16:creationId xmlns:a16="http://schemas.microsoft.com/office/drawing/2014/main" id="{FE7D8768-882E-EAF5-42A8-F7EBA30EA6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0"/>
                          <a:ext cx="1315" cy="7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689" name="Rectangle 9">
              <a:extLst>
                <a:ext uri="{FF2B5EF4-FFF2-40B4-BE49-F238E27FC236}">
                  <a16:creationId xmlns:a16="http://schemas.microsoft.com/office/drawing/2014/main" id="{8E28AA85-F82E-28D8-8858-86E97FEF7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201"/>
              <a:ext cx="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</a:p>
          </p:txBody>
        </p:sp>
      </p:grpSp>
      <p:grpSp>
        <p:nvGrpSpPr>
          <p:cNvPr id="327690" name="Group 10">
            <a:extLst>
              <a:ext uri="{FF2B5EF4-FFF2-40B4-BE49-F238E27FC236}">
                <a16:creationId xmlns:a16="http://schemas.microsoft.com/office/drawing/2014/main" id="{93D897ED-9057-C524-70C1-0B46F4B565FD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4005264"/>
            <a:ext cx="7005638" cy="1100137"/>
            <a:chOff x="0" y="0"/>
            <a:chExt cx="4413" cy="693"/>
          </a:xfrm>
        </p:grpSpPr>
        <p:sp>
          <p:nvSpPr>
            <p:cNvPr id="327691" name="Rectangle 11">
              <a:extLst>
                <a:ext uri="{FF2B5EF4-FFF2-40B4-BE49-F238E27FC236}">
                  <a16:creationId xmlns:a16="http://schemas.microsoft.com/office/drawing/2014/main" id="{78A40F7A-B21E-A1BE-88E0-9C244262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55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因为</a:t>
              </a:r>
            </a:p>
          </p:txBody>
        </p:sp>
        <p:graphicFrame>
          <p:nvGraphicFramePr>
            <p:cNvPr id="327692" name="Object 12">
              <a:extLst>
                <a:ext uri="{FF2B5EF4-FFF2-40B4-BE49-F238E27FC236}">
                  <a16:creationId xmlns:a16="http://schemas.microsoft.com/office/drawing/2014/main" id="{BC086187-2A51-98A1-1956-AC8A7BD221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9" y="0"/>
            <a:ext cx="1814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6" r:id="rId9" imgW="26035000" imgH="9944100" progId="Equation.3">
                    <p:embed/>
                  </p:oleObj>
                </mc:Choice>
                <mc:Fallback>
                  <p:oleObj r:id="rId9" imgW="26035000" imgH="9944100" progId="Equation.3">
                    <p:embed/>
                    <p:pic>
                      <p:nvPicPr>
                        <p:cNvPr id="327692" name="Object 12">
                          <a:extLst>
                            <a:ext uri="{FF2B5EF4-FFF2-40B4-BE49-F238E27FC236}">
                              <a16:creationId xmlns:a16="http://schemas.microsoft.com/office/drawing/2014/main" id="{BC086187-2A51-98A1-1956-AC8A7BD221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0"/>
                          <a:ext cx="1814" cy="6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693" name="Rectangle 13">
              <a:extLst>
                <a:ext uri="{FF2B5EF4-FFF2-40B4-BE49-F238E27FC236}">
                  <a16:creationId xmlns:a16="http://schemas.microsoft.com/office/drawing/2014/main" id="{E982F55E-7CA8-F159-4F12-B56A2FBF4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81"/>
              <a:ext cx="17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不合题意，</a:t>
              </a:r>
            </a:p>
          </p:txBody>
        </p:sp>
      </p:grpSp>
      <p:grpSp>
        <p:nvGrpSpPr>
          <p:cNvPr id="327694" name="Group 14">
            <a:extLst>
              <a:ext uri="{FF2B5EF4-FFF2-40B4-BE49-F238E27FC236}">
                <a16:creationId xmlns:a16="http://schemas.microsoft.com/office/drawing/2014/main" id="{D9AD45DA-17D5-13CE-34D5-9A5FBEB4508A}"/>
              </a:ext>
            </a:extLst>
          </p:cNvPr>
          <p:cNvGrpSpPr>
            <a:grpSpLocks/>
          </p:cNvGrpSpPr>
          <p:nvPr/>
        </p:nvGrpSpPr>
        <p:grpSpPr bwMode="auto">
          <a:xfrm>
            <a:off x="2438401" y="5075239"/>
            <a:ext cx="6970713" cy="1089025"/>
            <a:chOff x="0" y="0"/>
            <a:chExt cx="4391" cy="686"/>
          </a:xfrm>
        </p:grpSpPr>
        <p:sp>
          <p:nvSpPr>
            <p:cNvPr id="327695" name="Rectangle 15">
              <a:extLst>
                <a:ext uri="{FF2B5EF4-FFF2-40B4-BE49-F238E27FC236}">
                  <a16:creationId xmlns:a16="http://schemas.microsoft.com/office/drawing/2014/main" id="{4EBFCA56-EA21-BDD9-F38F-7364E75D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3"/>
              <a:ext cx="3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  <a:r>
                <a:rPr lang="el-GR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的极大似然估计值为                 </a:t>
              </a:r>
            </a:p>
          </p:txBody>
        </p:sp>
        <p:graphicFrame>
          <p:nvGraphicFramePr>
            <p:cNvPr id="327696" name="Object 16">
              <a:extLst>
                <a:ext uri="{FF2B5EF4-FFF2-40B4-BE49-F238E27FC236}">
                  <a16:creationId xmlns:a16="http://schemas.microsoft.com/office/drawing/2014/main" id="{AAC41182-5A91-A057-703A-964D8B847B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0"/>
            <a:ext cx="1271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7" r:id="rId11" imgW="18427700" imgH="9944100" progId="Equation.3">
                    <p:embed/>
                  </p:oleObj>
                </mc:Choice>
                <mc:Fallback>
                  <p:oleObj r:id="rId11" imgW="18427700" imgH="9944100" progId="Equation.3">
                    <p:embed/>
                    <p:pic>
                      <p:nvPicPr>
                        <p:cNvPr id="327696" name="Object 16">
                          <a:extLst>
                            <a:ext uri="{FF2B5EF4-FFF2-40B4-BE49-F238E27FC236}">
                              <a16:creationId xmlns:a16="http://schemas.microsoft.com/office/drawing/2014/main" id="{AAC41182-5A91-A057-703A-964D8B847B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0"/>
                          <a:ext cx="1271" cy="6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697" name="Object 17">
            <a:extLst>
              <a:ext uri="{FF2B5EF4-FFF2-40B4-BE49-F238E27FC236}">
                <a16:creationId xmlns:a16="http://schemas.microsoft.com/office/drawing/2014/main" id="{22D85EFB-9FDF-0228-F6EB-8FCF46487B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1341438"/>
          <a:ext cx="19732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" r:id="rId13" imgW="17259300" imgH="9359900" progId="Equation.3">
                  <p:embed/>
                </p:oleObj>
              </mc:Choice>
              <mc:Fallback>
                <p:oleObj r:id="rId13" imgW="17259300" imgH="9359900" progId="Equation.3">
                  <p:embed/>
                  <p:pic>
                    <p:nvPicPr>
                      <p:cNvPr id="327697" name="Object 17">
                        <a:extLst>
                          <a:ext uri="{FF2B5EF4-FFF2-40B4-BE49-F238E27FC236}">
                            <a16:creationId xmlns:a16="http://schemas.microsoft.com/office/drawing/2014/main" id="{22D85EFB-9FDF-0228-F6EB-8FCF46487B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341438"/>
                        <a:ext cx="19732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98" name="Object 18">
            <a:extLst>
              <a:ext uri="{FF2B5EF4-FFF2-40B4-BE49-F238E27FC236}">
                <a16:creationId xmlns:a16="http://schemas.microsoft.com/office/drawing/2014/main" id="{B053BD1E-B045-CDB2-901A-A6571A762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1268414"/>
          <a:ext cx="33797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9" r:id="rId15" imgW="26911300" imgH="9359900" progId="Equation.3">
                  <p:embed/>
                </p:oleObj>
              </mc:Choice>
              <mc:Fallback>
                <p:oleObj r:id="rId15" imgW="26911300" imgH="9359900" progId="Equation.3">
                  <p:embed/>
                  <p:pic>
                    <p:nvPicPr>
                      <p:cNvPr id="327698" name="Object 18">
                        <a:extLst>
                          <a:ext uri="{FF2B5EF4-FFF2-40B4-BE49-F238E27FC236}">
                            <a16:creationId xmlns:a16="http://schemas.microsoft.com/office/drawing/2014/main" id="{B053BD1E-B045-CDB2-901A-A6571A7628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1268414"/>
                        <a:ext cx="3379787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autoUpdateAnimBg="0"/>
      <p:bldP spid="32768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F6251F88-994C-27AF-67EB-C178A856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484313"/>
            <a:ext cx="6257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可证明极大似然估计具有下述性质：</a:t>
            </a:r>
            <a:endParaRPr lang="zh-CN" altLang="en-US" sz="2800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28707" name="Group 3">
            <a:extLst>
              <a:ext uri="{FF2B5EF4-FFF2-40B4-BE49-F238E27FC236}">
                <a16:creationId xmlns:a16="http://schemas.microsoft.com/office/drawing/2014/main" id="{7F3BB10C-A4A3-6DE9-475A-355F962CDBFD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2349501"/>
            <a:ext cx="8280400" cy="2016125"/>
            <a:chOff x="0" y="0"/>
            <a:chExt cx="5216" cy="1270"/>
          </a:xfrm>
        </p:grpSpPr>
        <p:sp>
          <p:nvSpPr>
            <p:cNvPr id="328708" name="Text Box 4">
              <a:extLst>
                <a:ext uri="{FF2B5EF4-FFF2-40B4-BE49-F238E27FC236}">
                  <a16:creationId xmlns:a16="http://schemas.microsoft.com/office/drawing/2014/main" id="{F7B4770B-1474-0108-A5BB-957F9014A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216" cy="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设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的函数g=g(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)是  </a:t>
              </a:r>
              <a:r>
                <a:rPr lang="en-US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上的实值函数,且有唯一反函数 .  如果   是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的极大似然估计，</a:t>
              </a:r>
              <a:r>
                <a:rPr lang="en-US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则g(   )也是g(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)的极大似然估计.</a:t>
              </a:r>
            </a:p>
          </p:txBody>
        </p:sp>
        <p:graphicFrame>
          <p:nvGraphicFramePr>
            <p:cNvPr id="328709" name="Object 5">
              <a:extLst>
                <a:ext uri="{FF2B5EF4-FFF2-40B4-BE49-F238E27FC236}">
                  <a16:creationId xmlns:a16="http://schemas.microsoft.com/office/drawing/2014/main" id="{594022C0-EDF1-7F82-82EF-5EB4155629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8" y="508"/>
            <a:ext cx="19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7" r:id="rId3" imgW="3213100" imgH="4978400" progId="Equation.3">
                    <p:embed/>
                  </p:oleObj>
                </mc:Choice>
                <mc:Fallback>
                  <p:oleObj r:id="rId3" imgW="3213100" imgH="4978400" progId="Equation.3">
                    <p:embed/>
                    <p:pic>
                      <p:nvPicPr>
                        <p:cNvPr id="328709" name="Object 5">
                          <a:extLst>
                            <a:ext uri="{FF2B5EF4-FFF2-40B4-BE49-F238E27FC236}">
                              <a16:creationId xmlns:a16="http://schemas.microsoft.com/office/drawing/2014/main" id="{594022C0-EDF1-7F82-82EF-5EB4155629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8" y="508"/>
                          <a:ext cx="19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0" name="Object 6">
              <a:extLst>
                <a:ext uri="{FF2B5EF4-FFF2-40B4-BE49-F238E27FC236}">
                  <a16:creationId xmlns:a16="http://schemas.microsoft.com/office/drawing/2014/main" id="{EBE5F80F-F90A-B910-1B67-DA3BB1091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6" y="463"/>
            <a:ext cx="22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8" r:id="rId5" imgW="3213100" imgH="4978400" progId="Equation.3">
                    <p:embed/>
                  </p:oleObj>
                </mc:Choice>
                <mc:Fallback>
                  <p:oleObj r:id="rId5" imgW="3213100" imgH="4978400" progId="Equation.3">
                    <p:embed/>
                    <p:pic>
                      <p:nvPicPr>
                        <p:cNvPr id="328710" name="Object 6">
                          <a:extLst>
                            <a:ext uri="{FF2B5EF4-FFF2-40B4-BE49-F238E27FC236}">
                              <a16:creationId xmlns:a16="http://schemas.microsoft.com/office/drawing/2014/main" id="{EBE5F80F-F90A-B910-1B67-DA3BB1091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463"/>
                          <a:ext cx="22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1" name="Object 7">
              <a:extLst>
                <a:ext uri="{FF2B5EF4-FFF2-40B4-BE49-F238E27FC236}">
                  <a16:creationId xmlns:a16="http://schemas.microsoft.com/office/drawing/2014/main" id="{707F5D5F-53BA-99FF-922B-26D09DD381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5" y="100"/>
            <a:ext cx="27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9" r:id="rId6" imgW="3505200" imgH="4102100" progId="Equation.3">
                    <p:embed/>
                  </p:oleObj>
                </mc:Choice>
                <mc:Fallback>
                  <p:oleObj r:id="rId6" imgW="3505200" imgH="4102100" progId="Equation.3">
                    <p:embed/>
                    <p:pic>
                      <p:nvPicPr>
                        <p:cNvPr id="328711" name="Object 7">
                          <a:extLst>
                            <a:ext uri="{FF2B5EF4-FFF2-40B4-BE49-F238E27FC236}">
                              <a16:creationId xmlns:a16="http://schemas.microsoft.com/office/drawing/2014/main" id="{707F5D5F-53BA-99FF-922B-26D09DD381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5" y="100"/>
                          <a:ext cx="276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8712" name="Rectangle 8">
            <a:extLst>
              <a:ext uri="{FF2B5EF4-FFF2-40B4-BE49-F238E27FC236}">
                <a16:creationId xmlns:a16="http://schemas.microsoft.com/office/drawing/2014/main" id="{D9D984E0-2FC5-6689-83FD-110EAAF5B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476250"/>
            <a:ext cx="5991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关于极大似然估计的两点说明：</a:t>
            </a:r>
          </a:p>
        </p:txBody>
      </p:sp>
      <p:sp>
        <p:nvSpPr>
          <p:cNvPr id="328713" name="Rectangle 9">
            <a:extLst>
              <a:ext uri="{FF2B5EF4-FFF2-40B4-BE49-F238E27FC236}">
                <a16:creationId xmlns:a16="http://schemas.microsoft.com/office/drawing/2014/main" id="{390206B6-233E-987B-54A1-EF1EE886B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797426"/>
            <a:ext cx="633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此性质称为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极大似然估计的不变性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utoUpdateAnimBg="0"/>
      <p:bldP spid="328712" grpId="0" autoUpdateAnimBg="0"/>
      <p:bldP spid="32871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CB370255-76F6-C9EC-D6BD-A9AD868E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76251"/>
            <a:ext cx="8382000" cy="210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例8.</a:t>
            </a:r>
            <a:r>
              <a:rPr lang="en-CN" altLang="en-US" sz="2800" b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，…  ，X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为取自参数为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总体的样本，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&gt;0为一给定实数。求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p=P{X&lt;a}的极大似然估计</a:t>
            </a:r>
          </a:p>
        </p:txBody>
      </p:sp>
      <p:graphicFrame>
        <p:nvGraphicFramePr>
          <p:cNvPr id="329731" name="Object 3">
            <a:extLst>
              <a:ext uri="{FF2B5EF4-FFF2-40B4-BE49-F238E27FC236}">
                <a16:creationId xmlns:a16="http://schemas.microsoft.com/office/drawing/2014/main" id="{A6B02AEA-1B2C-3101-9C8C-4BF835F61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4149726"/>
          <a:ext cx="375285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6" r:id="rId3" imgW="38328600" imgH="15798800" progId="Equation.3">
                  <p:embed/>
                </p:oleObj>
              </mc:Choice>
              <mc:Fallback>
                <p:oleObj r:id="rId3" imgW="38328600" imgH="15798800" progId="Equation.3">
                  <p:embed/>
                  <p:pic>
                    <p:nvPicPr>
                      <p:cNvPr id="329731" name="Object 3">
                        <a:extLst>
                          <a:ext uri="{FF2B5EF4-FFF2-40B4-BE49-F238E27FC236}">
                            <a16:creationId xmlns:a16="http://schemas.microsoft.com/office/drawing/2014/main" id="{A6B02AEA-1B2C-3101-9C8C-4BF835F617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149726"/>
                        <a:ext cx="3752850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2" name="Text Box 4">
            <a:extLst>
              <a:ext uri="{FF2B5EF4-FFF2-40B4-BE49-F238E27FC236}">
                <a16:creationId xmlns:a16="http://schemas.microsoft.com/office/drawing/2014/main" id="{A30E8BC6-CE62-70FE-8202-B0D6FE5A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708275"/>
            <a:ext cx="1296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29733" name="Text Box 5">
            <a:extLst>
              <a:ext uri="{FF2B5EF4-FFF2-40B4-BE49-F238E27FC236}">
                <a16:creationId xmlns:a16="http://schemas.microsoft.com/office/drawing/2014/main" id="{5696B274-3370-AE2C-74A3-1B6496723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3429001"/>
            <a:ext cx="489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概率密度和分布函数分别为</a:t>
            </a:r>
            <a:endParaRPr lang="zh-CN" altLang="en-US" sz="2800" b="1" i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9734" name="Object 6">
            <a:extLst>
              <a:ext uri="{FF2B5EF4-FFF2-40B4-BE49-F238E27FC236}">
                <a16:creationId xmlns:a16="http://schemas.microsoft.com/office/drawing/2014/main" id="{6F6C373F-C2F7-32BA-02BE-AC6D0161B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4292600"/>
          <a:ext cx="35941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r:id="rId5" imgW="39204900" imgH="13754100" progId="Equation.3">
                  <p:embed/>
                </p:oleObj>
              </mc:Choice>
              <mc:Fallback>
                <p:oleObj r:id="rId5" imgW="39204900" imgH="13754100" progId="Equation.3">
                  <p:embed/>
                  <p:pic>
                    <p:nvPicPr>
                      <p:cNvPr id="329734" name="Object 6">
                        <a:extLst>
                          <a:ext uri="{FF2B5EF4-FFF2-40B4-BE49-F238E27FC236}">
                            <a16:creationId xmlns:a16="http://schemas.microsoft.com/office/drawing/2014/main" id="{6F6C373F-C2F7-32BA-02BE-AC6D0161B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292600"/>
                        <a:ext cx="35941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5" name="Rectangle 7">
            <a:extLst>
              <a:ext uri="{FF2B5EF4-FFF2-40B4-BE49-F238E27FC236}">
                <a16:creationId xmlns:a16="http://schemas.microsoft.com/office/drawing/2014/main" id="{6AABA8AE-5701-CD3A-948B-660D300D4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708276"/>
            <a:ext cx="7488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由总体X服从参数为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知， 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 autoUpdateAnimBg="0"/>
      <p:bldP spid="329732" grpId="0" autoUpdateAnimBg="0"/>
      <p:bldP spid="329733" grpId="0" autoUpdateAnimBg="0"/>
      <p:bldP spid="32973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754" name="Object 2">
            <a:extLst>
              <a:ext uri="{FF2B5EF4-FFF2-40B4-BE49-F238E27FC236}">
                <a16:creationId xmlns:a16="http://schemas.microsoft.com/office/drawing/2014/main" id="{E2433F60-774F-231C-E2AC-E6B81EA88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620713"/>
          <a:ext cx="33845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r:id="rId3" imgW="28384500" imgH="9944100" progId="Equation.3">
                  <p:embed/>
                </p:oleObj>
              </mc:Choice>
              <mc:Fallback>
                <p:oleObj r:id="rId3" imgW="28384500" imgH="9944100" progId="Equation.3">
                  <p:embed/>
                  <p:pic>
                    <p:nvPicPr>
                      <p:cNvPr id="330754" name="Object 2">
                        <a:extLst>
                          <a:ext uri="{FF2B5EF4-FFF2-40B4-BE49-F238E27FC236}">
                            <a16:creationId xmlns:a16="http://schemas.microsoft.com/office/drawing/2014/main" id="{E2433F60-774F-231C-E2AC-E6B81EA88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620713"/>
                        <a:ext cx="33845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5" name="Object 3">
            <a:extLst>
              <a:ext uri="{FF2B5EF4-FFF2-40B4-BE49-F238E27FC236}">
                <a16:creationId xmlns:a16="http://schemas.microsoft.com/office/drawing/2014/main" id="{6D604C29-D887-5A3B-F187-0A259A273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476251"/>
          <a:ext cx="2160588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r:id="rId5" imgW="16675100" imgH="10528300" progId="Equation.3">
                  <p:embed/>
                </p:oleObj>
              </mc:Choice>
              <mc:Fallback>
                <p:oleObj r:id="rId5" imgW="16675100" imgH="10528300" progId="Equation.3">
                  <p:embed/>
                  <p:pic>
                    <p:nvPicPr>
                      <p:cNvPr id="330755" name="Object 3">
                        <a:extLst>
                          <a:ext uri="{FF2B5EF4-FFF2-40B4-BE49-F238E27FC236}">
                            <a16:creationId xmlns:a16="http://schemas.microsoft.com/office/drawing/2014/main" id="{6D604C29-D887-5A3B-F187-0A259A273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476251"/>
                        <a:ext cx="2160588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>
            <a:extLst>
              <a:ext uri="{FF2B5EF4-FFF2-40B4-BE49-F238E27FC236}">
                <a16:creationId xmlns:a16="http://schemas.microsoft.com/office/drawing/2014/main" id="{EEE9AEE2-0229-6825-B937-B26D1035E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1773239"/>
          <a:ext cx="2808287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r:id="rId7" imgW="17259300" imgH="13754100" progId="Equation.3">
                  <p:embed/>
                </p:oleObj>
              </mc:Choice>
              <mc:Fallback>
                <p:oleObj r:id="rId7" imgW="17259300" imgH="13754100" progId="Equation.3">
                  <p:embed/>
                  <p:pic>
                    <p:nvPicPr>
                      <p:cNvPr id="330756" name="Object 4">
                        <a:extLst>
                          <a:ext uri="{FF2B5EF4-FFF2-40B4-BE49-F238E27FC236}">
                            <a16:creationId xmlns:a16="http://schemas.microsoft.com/office/drawing/2014/main" id="{EEE9AEE2-0229-6825-B937-B26D1035E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773239"/>
                        <a:ext cx="2808287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7" name="Object 5">
            <a:extLst>
              <a:ext uri="{FF2B5EF4-FFF2-40B4-BE49-F238E27FC236}">
                <a16:creationId xmlns:a16="http://schemas.microsoft.com/office/drawing/2014/main" id="{C93AA365-6F40-2BD1-E7FC-06AC8104C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4797426"/>
          <a:ext cx="15589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r:id="rId9" imgW="11112500" imgH="4686300" progId="Equation.3">
                  <p:embed/>
                </p:oleObj>
              </mc:Choice>
              <mc:Fallback>
                <p:oleObj r:id="rId9" imgW="11112500" imgH="4686300" progId="Equation.3">
                  <p:embed/>
                  <p:pic>
                    <p:nvPicPr>
                      <p:cNvPr id="330757" name="Object 5">
                        <a:extLst>
                          <a:ext uri="{FF2B5EF4-FFF2-40B4-BE49-F238E27FC236}">
                            <a16:creationId xmlns:a16="http://schemas.microsoft.com/office/drawing/2014/main" id="{C93AA365-6F40-2BD1-E7FC-06AC8104C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797426"/>
                        <a:ext cx="15589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>
            <a:extLst>
              <a:ext uri="{FF2B5EF4-FFF2-40B4-BE49-F238E27FC236}">
                <a16:creationId xmlns:a16="http://schemas.microsoft.com/office/drawing/2014/main" id="{89D365BA-8BC3-A766-88BB-38A1B7C8D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005263"/>
          <a:ext cx="38877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r:id="rId11" imgW="26911300" imgH="12877800" progId="Equation.3">
                  <p:embed/>
                </p:oleObj>
              </mc:Choice>
              <mc:Fallback>
                <p:oleObj r:id="rId11" imgW="26911300" imgH="12877800" progId="Equation.3">
                  <p:embed/>
                  <p:pic>
                    <p:nvPicPr>
                      <p:cNvPr id="330758" name="Object 6">
                        <a:extLst>
                          <a:ext uri="{FF2B5EF4-FFF2-40B4-BE49-F238E27FC236}">
                            <a16:creationId xmlns:a16="http://schemas.microsoft.com/office/drawing/2014/main" id="{89D365BA-8BC3-A766-88BB-38A1B7C8D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005263"/>
                        <a:ext cx="38877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9" name="Text Box 7">
            <a:extLst>
              <a:ext uri="{FF2B5EF4-FFF2-40B4-BE49-F238E27FC236}">
                <a16:creationId xmlns:a16="http://schemas.microsoft.com/office/drawing/2014/main" id="{3DA900B4-0063-11BC-35CA-65BBAE49A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933826"/>
            <a:ext cx="3671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996241A0-E882-6365-687B-8C339A54F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6251"/>
            <a:ext cx="3935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1779" name="Object 3">
            <a:extLst>
              <a:ext uri="{FF2B5EF4-FFF2-40B4-BE49-F238E27FC236}">
                <a16:creationId xmlns:a16="http://schemas.microsoft.com/office/drawing/2014/main" id="{9FFF12A0-D9F5-1442-2205-FA9FA48E8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341439"/>
          <a:ext cx="20097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r:id="rId3" imgW="14338300" imgH="9359900" progId="Equation.3">
                  <p:embed/>
                </p:oleObj>
              </mc:Choice>
              <mc:Fallback>
                <p:oleObj r:id="rId3" imgW="14338300" imgH="9359900" progId="Equation.3">
                  <p:embed/>
                  <p:pic>
                    <p:nvPicPr>
                      <p:cNvPr id="331779" name="Object 3">
                        <a:extLst>
                          <a:ext uri="{FF2B5EF4-FFF2-40B4-BE49-F238E27FC236}">
                            <a16:creationId xmlns:a16="http://schemas.microsoft.com/office/drawing/2014/main" id="{9FFF12A0-D9F5-1442-2205-FA9FA48E8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341439"/>
                        <a:ext cx="2009775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0" name="Object 4">
            <a:extLst>
              <a:ext uri="{FF2B5EF4-FFF2-40B4-BE49-F238E27FC236}">
                <a16:creationId xmlns:a16="http://schemas.microsoft.com/office/drawing/2014/main" id="{43AA72C0-9384-B134-B42E-91363EF8B2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765176"/>
          <a:ext cx="2808287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r:id="rId5" imgW="21069300" imgH="14338300" progId="Equation.3">
                  <p:embed/>
                </p:oleObj>
              </mc:Choice>
              <mc:Fallback>
                <p:oleObj r:id="rId5" imgW="21069300" imgH="14338300" progId="Equation.3">
                  <p:embed/>
                  <p:pic>
                    <p:nvPicPr>
                      <p:cNvPr id="331780" name="Object 4">
                        <a:extLst>
                          <a:ext uri="{FF2B5EF4-FFF2-40B4-BE49-F238E27FC236}">
                            <a16:creationId xmlns:a16="http://schemas.microsoft.com/office/drawing/2014/main" id="{43AA72C0-9384-B134-B42E-91363EF8B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765176"/>
                        <a:ext cx="2808287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1" name="Object 5">
            <a:extLst>
              <a:ext uri="{FF2B5EF4-FFF2-40B4-BE49-F238E27FC236}">
                <a16:creationId xmlns:a16="http://schemas.microsoft.com/office/drawing/2014/main" id="{A6FEDD07-5CE8-70DD-B97C-10F45D504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1" y="1628776"/>
          <a:ext cx="100806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6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31781" name="Object 5">
                        <a:extLst>
                          <a:ext uri="{FF2B5EF4-FFF2-40B4-BE49-F238E27FC236}">
                            <a16:creationId xmlns:a16="http://schemas.microsoft.com/office/drawing/2014/main" id="{A6FEDD07-5CE8-70DD-B97C-10F45D504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1628776"/>
                        <a:ext cx="1008063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2" name="Rectangle 6">
            <a:extLst>
              <a:ext uri="{FF2B5EF4-FFF2-40B4-BE49-F238E27FC236}">
                <a16:creationId xmlns:a16="http://schemas.microsoft.com/office/drawing/2014/main" id="{3DAB7EF7-17D4-2BCF-F8A1-68623244A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852738"/>
            <a:ext cx="5624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的极大似然估计值为                 </a:t>
            </a:r>
          </a:p>
        </p:txBody>
      </p:sp>
      <p:graphicFrame>
        <p:nvGraphicFramePr>
          <p:cNvPr id="331783" name="Object 7">
            <a:extLst>
              <a:ext uri="{FF2B5EF4-FFF2-40B4-BE49-F238E27FC236}">
                <a16:creationId xmlns:a16="http://schemas.microsoft.com/office/drawing/2014/main" id="{E546AA30-5C3E-11F6-1627-DCF9E2EF3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716338"/>
          <a:ext cx="3168650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7" r:id="rId9" imgW="21361400" imgH="14338300" progId="Equation.3">
                  <p:embed/>
                </p:oleObj>
              </mc:Choice>
              <mc:Fallback>
                <p:oleObj r:id="rId9" imgW="21361400" imgH="14338300" progId="Equation.3">
                  <p:embed/>
                  <p:pic>
                    <p:nvPicPr>
                      <p:cNvPr id="331783" name="Object 7">
                        <a:extLst>
                          <a:ext uri="{FF2B5EF4-FFF2-40B4-BE49-F238E27FC236}">
                            <a16:creationId xmlns:a16="http://schemas.microsoft.com/office/drawing/2014/main" id="{E546AA30-5C3E-11F6-1627-DCF9E2EF37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16338"/>
                        <a:ext cx="3168650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1EFDA158-D99C-8A3C-E354-6B5613EC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49276"/>
            <a:ext cx="2087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因为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933AA94A-25EB-2BD0-3209-49E1C5572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492376"/>
            <a:ext cx="5986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所以，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=P{X&lt;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}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的极大似然估计值为</a:t>
            </a:r>
          </a:p>
        </p:txBody>
      </p:sp>
      <p:graphicFrame>
        <p:nvGraphicFramePr>
          <p:cNvPr id="332804" name="Object 4">
            <a:extLst>
              <a:ext uri="{FF2B5EF4-FFF2-40B4-BE49-F238E27FC236}">
                <a16:creationId xmlns:a16="http://schemas.microsoft.com/office/drawing/2014/main" id="{C56A9F4F-3531-EBEB-25F4-326ADB13F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3716338"/>
          <a:ext cx="345757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r:id="rId3" imgW="21069300" imgH="10820400" progId="Equation.3">
                  <p:embed/>
                </p:oleObj>
              </mc:Choice>
              <mc:Fallback>
                <p:oleObj r:id="rId3" imgW="21069300" imgH="10820400" progId="Equation.3">
                  <p:embed/>
                  <p:pic>
                    <p:nvPicPr>
                      <p:cNvPr id="332804" name="Object 4">
                        <a:extLst>
                          <a:ext uri="{FF2B5EF4-FFF2-40B4-BE49-F238E27FC236}">
                            <a16:creationId xmlns:a16="http://schemas.microsoft.com/office/drawing/2014/main" id="{C56A9F4F-3531-EBEB-25F4-326ADB13F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3716338"/>
                        <a:ext cx="3457575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2805" name="Group 5">
            <a:extLst>
              <a:ext uri="{FF2B5EF4-FFF2-40B4-BE49-F238E27FC236}">
                <a16:creationId xmlns:a16="http://schemas.microsoft.com/office/drawing/2014/main" id="{65A829D6-9AC7-46CF-98BC-4888BA380D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5189" y="1125538"/>
            <a:ext cx="5697537" cy="893762"/>
            <a:chOff x="0" y="0"/>
            <a:chExt cx="3589" cy="563"/>
          </a:xfrm>
        </p:grpSpPr>
        <p:graphicFrame>
          <p:nvGraphicFramePr>
            <p:cNvPr id="332806" name="Object 6">
              <a:extLst>
                <a:ext uri="{FF2B5EF4-FFF2-40B4-BE49-F238E27FC236}">
                  <a16:creationId xmlns:a16="http://schemas.microsoft.com/office/drawing/2014/main" id="{9C78F536-C11D-5B53-8DE5-E0D1731C47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1" y="0"/>
            <a:ext cx="958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9" r:id="rId5" imgW="13462000" imgH="7315200" progId="Equation.3">
                    <p:embed/>
                  </p:oleObj>
                </mc:Choice>
                <mc:Fallback>
                  <p:oleObj r:id="rId5" imgW="13462000" imgH="7315200" progId="Equation.3">
                    <p:embed/>
                    <p:pic>
                      <p:nvPicPr>
                        <p:cNvPr id="332806" name="Object 6">
                          <a:extLst>
                            <a:ext uri="{FF2B5EF4-FFF2-40B4-BE49-F238E27FC236}">
                              <a16:creationId xmlns:a16="http://schemas.microsoft.com/office/drawing/2014/main" id="{9C78F536-C11D-5B53-8DE5-E0D1731C47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0"/>
                          <a:ext cx="958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807" name="Object 7">
              <a:extLst>
                <a:ext uri="{FF2B5EF4-FFF2-40B4-BE49-F238E27FC236}">
                  <a16:creationId xmlns:a16="http://schemas.microsoft.com/office/drawing/2014/main" id="{F0C0FE34-D7AB-EDE7-B6DF-85F385AE0C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26"/>
            <a:ext cx="158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0" r:id="rId7" imgW="22237700" imgH="4686300" progId="Equation.3">
                    <p:embed/>
                  </p:oleObj>
                </mc:Choice>
                <mc:Fallback>
                  <p:oleObj r:id="rId7" imgW="22237700" imgH="4686300" progId="Equation.3">
                    <p:embed/>
                    <p:pic>
                      <p:nvPicPr>
                        <p:cNvPr id="332807" name="Object 7">
                          <a:extLst>
                            <a:ext uri="{FF2B5EF4-FFF2-40B4-BE49-F238E27FC236}">
                              <a16:creationId xmlns:a16="http://schemas.microsoft.com/office/drawing/2014/main" id="{F0C0FE34-D7AB-EDE7-B6DF-85F385AE0C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6"/>
                          <a:ext cx="158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808" name="Object 8">
              <a:extLst>
                <a:ext uri="{FF2B5EF4-FFF2-40B4-BE49-F238E27FC236}">
                  <a16:creationId xmlns:a16="http://schemas.microsoft.com/office/drawing/2014/main" id="{0C5D9D15-0137-2614-D44A-B43AC00849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9" y="226"/>
            <a:ext cx="85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1" r:id="rId9" imgW="12001500" imgH="4686300" progId="Equation.3">
                    <p:embed/>
                  </p:oleObj>
                </mc:Choice>
                <mc:Fallback>
                  <p:oleObj r:id="rId9" imgW="12001500" imgH="4686300" progId="Equation.3">
                    <p:embed/>
                    <p:pic>
                      <p:nvPicPr>
                        <p:cNvPr id="332808" name="Object 8">
                          <a:extLst>
                            <a:ext uri="{FF2B5EF4-FFF2-40B4-BE49-F238E27FC236}">
                              <a16:creationId xmlns:a16="http://schemas.microsoft.com/office/drawing/2014/main" id="{0C5D9D15-0137-2614-D44A-B43AC00849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" y="226"/>
                          <a:ext cx="85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2" grpId="0" autoUpdateAnimBg="0"/>
      <p:bldP spid="33280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8819AFD4-E35B-B2B6-FF81-FCAB0296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6320"/>
            <a:ext cx="7391400" cy="130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、当似然函数不是可微函数时，须用极大似然原理来求待估参数的极大似然估计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33827" name="Text Box 3">
            <a:extLst>
              <a:ext uri="{FF2B5EF4-FFF2-40B4-BE49-F238E27FC236}">
                <a16:creationId xmlns:a16="http://schemas.microsoft.com/office/drawing/2014/main" id="{4805EEB5-95B5-C245-7CA6-A74789D41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839914"/>
            <a:ext cx="7777162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9.</a:t>
            </a:r>
            <a:r>
              <a:rPr lang="en-US" altLang="zh-CN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U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的一个样本值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, 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的极大似然估计值与极大似然估计量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sp>
        <p:nvSpPr>
          <p:cNvPr id="333828" name="Text Box 4">
            <a:extLst>
              <a:ext uri="{FF2B5EF4-FFF2-40B4-BE49-F238E27FC236}">
                <a16:creationId xmlns:a16="http://schemas.microsoft.com/office/drawing/2014/main" id="{E383BB9A-FE0A-02F8-1600-C27DE41D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573464"/>
            <a:ext cx="1655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33829" name="Text Box 5">
            <a:extLst>
              <a:ext uri="{FF2B5EF4-FFF2-40B4-BE49-F238E27FC236}">
                <a16:creationId xmlns:a16="http://schemas.microsoft.com/office/drawing/2014/main" id="{5B9B8739-5586-9793-3B09-D4AAB430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3573463"/>
            <a:ext cx="5473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U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知，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的密度函数为</a:t>
            </a:r>
          </a:p>
        </p:txBody>
      </p:sp>
      <p:graphicFrame>
        <p:nvGraphicFramePr>
          <p:cNvPr id="333830" name="Object 6">
            <a:extLst>
              <a:ext uri="{FF2B5EF4-FFF2-40B4-BE49-F238E27FC236}">
                <a16:creationId xmlns:a16="http://schemas.microsoft.com/office/drawing/2014/main" id="{0EBAADB3-602C-AD86-581B-A5AB1154A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4292600"/>
          <a:ext cx="4246563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7" r:id="rId3" imgW="45935900" imgH="13754100" progId="Equation.3">
                  <p:embed/>
                </p:oleObj>
              </mc:Choice>
              <mc:Fallback>
                <p:oleObj r:id="rId3" imgW="45935900" imgH="13754100" progId="Equation.3">
                  <p:embed/>
                  <p:pic>
                    <p:nvPicPr>
                      <p:cNvPr id="333830" name="Object 6">
                        <a:extLst>
                          <a:ext uri="{FF2B5EF4-FFF2-40B4-BE49-F238E27FC236}">
                            <a16:creationId xmlns:a16="http://schemas.microsoft.com/office/drawing/2014/main" id="{0EBAADB3-602C-AD86-581B-A5AB1154A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4292600"/>
                        <a:ext cx="4246563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utoUpdateAnimBg="0"/>
      <p:bldP spid="333827" grpId="0" autoUpdateAnimBg="0"/>
      <p:bldP spid="333828" grpId="0" autoUpdateAnimBg="0"/>
      <p:bldP spid="33382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>
            <a:extLst>
              <a:ext uri="{FF2B5EF4-FFF2-40B4-BE49-F238E27FC236}">
                <a16:creationId xmlns:a16="http://schemas.microsoft.com/office/drawing/2014/main" id="{59174025-6C67-1819-001E-6492847B7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404813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似然函数为</a:t>
            </a:r>
          </a:p>
        </p:txBody>
      </p:sp>
      <p:graphicFrame>
        <p:nvGraphicFramePr>
          <p:cNvPr id="334851" name="Object 3">
            <a:extLst>
              <a:ext uri="{FF2B5EF4-FFF2-40B4-BE49-F238E27FC236}">
                <a16:creationId xmlns:a16="http://schemas.microsoft.com/office/drawing/2014/main" id="{926E9FE1-6A7E-5987-E7E9-A8B26D2DE2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1196975"/>
          <a:ext cx="43307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6" r:id="rId3" imgW="34226500" imgH="9944100" progId="Equation.3">
                  <p:embed/>
                </p:oleObj>
              </mc:Choice>
              <mc:Fallback>
                <p:oleObj r:id="rId3" imgW="34226500" imgH="9944100" progId="Equation.3">
                  <p:embed/>
                  <p:pic>
                    <p:nvPicPr>
                      <p:cNvPr id="334851" name="Object 3">
                        <a:extLst>
                          <a:ext uri="{FF2B5EF4-FFF2-40B4-BE49-F238E27FC236}">
                            <a16:creationId xmlns:a16="http://schemas.microsoft.com/office/drawing/2014/main" id="{926E9FE1-6A7E-5987-E7E9-A8B26D2DE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196975"/>
                        <a:ext cx="43307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2" name="Object 4">
            <a:extLst>
              <a:ext uri="{FF2B5EF4-FFF2-40B4-BE49-F238E27FC236}">
                <a16:creationId xmlns:a16="http://schemas.microsoft.com/office/drawing/2014/main" id="{A0873C0D-12A1-8B40-ECD9-9C21BD19B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9" y="981076"/>
          <a:ext cx="395922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7" r:id="rId5" imgW="38328600" imgH="14630400" progId="Equation.3">
                  <p:embed/>
                </p:oleObj>
              </mc:Choice>
              <mc:Fallback>
                <p:oleObj r:id="rId5" imgW="38328600" imgH="14630400" progId="Equation.3">
                  <p:embed/>
                  <p:pic>
                    <p:nvPicPr>
                      <p:cNvPr id="334852" name="Object 4">
                        <a:extLst>
                          <a:ext uri="{FF2B5EF4-FFF2-40B4-BE49-F238E27FC236}">
                            <a16:creationId xmlns:a16="http://schemas.microsoft.com/office/drawing/2014/main" id="{A0873C0D-12A1-8B40-ECD9-9C21BD19B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981076"/>
                        <a:ext cx="3959225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3" name="Text Box 5">
            <a:extLst>
              <a:ext uri="{FF2B5EF4-FFF2-40B4-BE49-F238E27FC236}">
                <a16:creationId xmlns:a16="http://schemas.microsoft.com/office/drawing/2014/main" id="{87368A37-5BC5-A2DC-AE24-DB2EE7D9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2638425"/>
            <a:ext cx="849788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似然函数只有当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&lt; 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&lt; b, i =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1,2,…,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时才能获得最大值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且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越大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越大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34854" name="Text Box 6">
            <a:extLst>
              <a:ext uri="{FF2B5EF4-FFF2-40B4-BE49-F238E27FC236}">
                <a16:creationId xmlns:a16="http://schemas.microsoft.com/office/drawing/2014/main" id="{A8094695-CAE9-CD46-C0C1-A8313B6F1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4473576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sp>
        <p:nvSpPr>
          <p:cNvPr id="334855" name="Rectangle 7">
            <a:extLst>
              <a:ext uri="{FF2B5EF4-FFF2-40B4-BE49-F238E27FC236}">
                <a16:creationId xmlns:a16="http://schemas.microsoft.com/office/drawing/2014/main" id="{B13F3745-613C-5DEB-FDD7-59954005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1" y="4437063"/>
            <a:ext cx="443743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min 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= min {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max 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= max {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autoUpdateAnimBg="0"/>
      <p:bldP spid="334853" grpId="0" autoUpdateAnimBg="0"/>
      <p:bldP spid="334854" grpId="0" autoUpdateAnimBg="0"/>
      <p:bldP spid="33485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Text Box 2">
            <a:extLst>
              <a:ext uri="{FF2B5EF4-FFF2-40B4-BE49-F238E27FC236}">
                <a16:creationId xmlns:a16="http://schemas.microsoft.com/office/drawing/2014/main" id="{C420D20A-ECF0-6DF4-1E58-F09AD9411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7625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取</a:t>
            </a:r>
          </a:p>
        </p:txBody>
      </p:sp>
      <p:graphicFrame>
        <p:nvGraphicFramePr>
          <p:cNvPr id="335875" name="Object 3">
            <a:extLst>
              <a:ext uri="{FF2B5EF4-FFF2-40B4-BE49-F238E27FC236}">
                <a16:creationId xmlns:a16="http://schemas.microsoft.com/office/drawing/2014/main" id="{25C1CCF2-BF17-7E5F-F23F-0D0EACAEA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404813"/>
          <a:ext cx="2741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5" r:id="rId3" imgW="27495500" imgH="5854700" progId="Equation.3">
                  <p:embed/>
                </p:oleObj>
              </mc:Choice>
              <mc:Fallback>
                <p:oleObj r:id="rId3" imgW="27495500" imgH="5854700" progId="Equation.3">
                  <p:embed/>
                  <p:pic>
                    <p:nvPicPr>
                      <p:cNvPr id="335875" name="Object 3">
                        <a:extLst>
                          <a:ext uri="{FF2B5EF4-FFF2-40B4-BE49-F238E27FC236}">
                            <a16:creationId xmlns:a16="http://schemas.microsoft.com/office/drawing/2014/main" id="{25C1CCF2-BF17-7E5F-F23F-0D0EACAEA1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404813"/>
                        <a:ext cx="27416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5876" name="Group 4">
            <a:extLst>
              <a:ext uri="{FF2B5EF4-FFF2-40B4-BE49-F238E27FC236}">
                <a16:creationId xmlns:a16="http://schemas.microsoft.com/office/drawing/2014/main" id="{53D95E03-6CB4-2C9D-9342-E7E5DCC7A26F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412875"/>
            <a:ext cx="7893050" cy="617538"/>
            <a:chOff x="0" y="0"/>
            <a:chExt cx="4972" cy="389"/>
          </a:xfrm>
        </p:grpSpPr>
        <p:sp>
          <p:nvSpPr>
            <p:cNvPr id="335877" name="Text Box 5">
              <a:extLst>
                <a:ext uri="{FF2B5EF4-FFF2-40B4-BE49-F238E27FC236}">
                  <a16:creationId xmlns:a16="http://schemas.microsoft.com/office/drawing/2014/main" id="{F43DFD39-4ED8-2278-BDC1-7D2B0CE3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3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则对满足</a:t>
              </a:r>
            </a:p>
          </p:txBody>
        </p:sp>
        <p:graphicFrame>
          <p:nvGraphicFramePr>
            <p:cNvPr id="335878" name="Object 6">
              <a:extLst>
                <a:ext uri="{FF2B5EF4-FFF2-40B4-BE49-F238E27FC236}">
                  <a16:creationId xmlns:a16="http://schemas.microsoft.com/office/drawing/2014/main" id="{8CE09E2B-BAA7-A86A-0F7F-E91C7A90B7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" y="0"/>
            <a:ext cx="226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6" r:id="rId5" imgW="28676600" imgH="5270500" progId="Equation.3">
                    <p:embed/>
                  </p:oleObj>
                </mc:Choice>
                <mc:Fallback>
                  <p:oleObj r:id="rId5" imgW="28676600" imgH="5270500" progId="Equation.3">
                    <p:embed/>
                    <p:pic>
                      <p:nvPicPr>
                        <p:cNvPr id="335878" name="Object 6">
                          <a:extLst>
                            <a:ext uri="{FF2B5EF4-FFF2-40B4-BE49-F238E27FC236}">
                              <a16:creationId xmlns:a16="http://schemas.microsoft.com/office/drawing/2014/main" id="{8CE09E2B-BAA7-A86A-0F7F-E91C7A90B7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0"/>
                          <a:ext cx="2268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5879" name="Text Box 7">
              <a:extLst>
                <a:ext uri="{FF2B5EF4-FFF2-40B4-BE49-F238E27FC236}">
                  <a16:creationId xmlns:a16="http://schemas.microsoft.com/office/drawing/2014/main" id="{2FCE20F0-7BF7-08C5-E4ED-2EA3B5ACC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0"/>
              <a:ext cx="14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的一切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 &lt; b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, </a:t>
              </a:r>
            </a:p>
          </p:txBody>
        </p:sp>
      </p:grpSp>
      <p:grpSp>
        <p:nvGrpSpPr>
          <p:cNvPr id="335880" name="Group 8">
            <a:extLst>
              <a:ext uri="{FF2B5EF4-FFF2-40B4-BE49-F238E27FC236}">
                <a16:creationId xmlns:a16="http://schemas.microsoft.com/office/drawing/2014/main" id="{336D9B08-C194-38E8-7F4B-2E60593C6E19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276475"/>
            <a:ext cx="5040312" cy="990600"/>
            <a:chOff x="0" y="0"/>
            <a:chExt cx="3175" cy="624"/>
          </a:xfrm>
        </p:grpSpPr>
        <p:graphicFrame>
          <p:nvGraphicFramePr>
            <p:cNvPr id="335881" name="Object 9">
              <a:extLst>
                <a:ext uri="{FF2B5EF4-FFF2-40B4-BE49-F238E27FC236}">
                  <a16:creationId xmlns:a16="http://schemas.microsoft.com/office/drawing/2014/main" id="{50DD4CFB-D9E7-B55E-082B-EF76E6C7EE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0"/>
            <a:ext cx="2404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7" r:id="rId7" imgW="39497000" imgH="10236200" progId="Equation.3">
                    <p:embed/>
                  </p:oleObj>
                </mc:Choice>
                <mc:Fallback>
                  <p:oleObj r:id="rId7" imgW="39497000" imgH="10236200" progId="Equation.3">
                    <p:embed/>
                    <p:pic>
                      <p:nvPicPr>
                        <p:cNvPr id="335881" name="Object 9">
                          <a:extLst>
                            <a:ext uri="{FF2B5EF4-FFF2-40B4-BE49-F238E27FC236}">
                              <a16:creationId xmlns:a16="http://schemas.microsoft.com/office/drawing/2014/main" id="{50DD4CFB-D9E7-B55E-082B-EF76E6C7EE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0"/>
                          <a:ext cx="2404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5882" name="Text Box 10">
              <a:extLst>
                <a:ext uri="{FF2B5EF4-FFF2-40B4-BE49-F238E27FC236}">
                  <a16:creationId xmlns:a16="http://schemas.microsoft.com/office/drawing/2014/main" id="{3E2BE234-43C0-D390-7C3B-7F28AE6A5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82"/>
              <a:ext cx="9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都有</a:t>
              </a:r>
            </a:p>
          </p:txBody>
        </p:sp>
      </p:grpSp>
      <p:sp>
        <p:nvSpPr>
          <p:cNvPr id="335883" name="Text Box 11">
            <a:extLst>
              <a:ext uri="{FF2B5EF4-FFF2-40B4-BE49-F238E27FC236}">
                <a16:creationId xmlns:a16="http://schemas.microsoft.com/office/drawing/2014/main" id="{ABC31DE5-31D5-C82C-06E3-07971F6A6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644901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335884" name="Object 12">
            <a:extLst>
              <a:ext uri="{FF2B5EF4-FFF2-40B4-BE49-F238E27FC236}">
                <a16:creationId xmlns:a16="http://schemas.microsoft.com/office/drawing/2014/main" id="{F2D1DB1E-EE09-912B-83FA-3B3CA209D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573463"/>
          <a:ext cx="35290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8" r:id="rId9" imgW="27495500" imgH="5854700" progId="Equation.3">
                  <p:embed/>
                </p:oleObj>
              </mc:Choice>
              <mc:Fallback>
                <p:oleObj r:id="rId9" imgW="27495500" imgH="5854700" progId="Equation.3">
                  <p:embed/>
                  <p:pic>
                    <p:nvPicPr>
                      <p:cNvPr id="335884" name="Object 12">
                        <a:extLst>
                          <a:ext uri="{FF2B5EF4-FFF2-40B4-BE49-F238E27FC236}">
                            <a16:creationId xmlns:a16="http://schemas.microsoft.com/office/drawing/2014/main" id="{F2D1DB1E-EE09-912B-83FA-3B3CA209D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573463"/>
                        <a:ext cx="35290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85" name="Text Box 13">
            <a:extLst>
              <a:ext uri="{FF2B5EF4-FFF2-40B4-BE49-F238E27FC236}">
                <a16:creationId xmlns:a16="http://schemas.microsoft.com/office/drawing/2014/main" id="{99186BD4-58E8-693A-DF47-CCE0852C8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3716338"/>
            <a:ext cx="4287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335886" name="Object 14">
            <a:extLst>
              <a:ext uri="{FF2B5EF4-FFF2-40B4-BE49-F238E27FC236}">
                <a16:creationId xmlns:a16="http://schemas.microsoft.com/office/drawing/2014/main" id="{42C79636-E34A-B940-13CE-7BCCF3ECE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365626"/>
          <a:ext cx="59594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9" r:id="rId11" imgW="49441100" imgH="11112500" progId="Equation.3">
                  <p:embed/>
                </p:oleObj>
              </mc:Choice>
              <mc:Fallback>
                <p:oleObj r:id="rId11" imgW="49441100" imgH="11112500" progId="Equation.3">
                  <p:embed/>
                  <p:pic>
                    <p:nvPicPr>
                      <p:cNvPr id="335886" name="Object 14">
                        <a:extLst>
                          <a:ext uri="{FF2B5EF4-FFF2-40B4-BE49-F238E27FC236}">
                            <a16:creationId xmlns:a16="http://schemas.microsoft.com/office/drawing/2014/main" id="{42C79636-E34A-B940-13CE-7BCCF3ECE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365626"/>
                        <a:ext cx="595947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87" name="Text Box 15">
            <a:extLst>
              <a:ext uri="{FF2B5EF4-FFF2-40B4-BE49-F238E27FC236}">
                <a16:creationId xmlns:a16="http://schemas.microsoft.com/office/drawing/2014/main" id="{AEB3FC2D-9CBC-B7C4-4C4D-D5269DBE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734051"/>
            <a:ext cx="5002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分别是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, 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 autoUpdateAnimBg="0"/>
      <p:bldP spid="335883" grpId="0" autoUpdateAnimBg="0"/>
      <p:bldP spid="335885" grpId="0" autoUpdateAnimBg="0"/>
      <p:bldP spid="33588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898" name="Group 2">
            <a:extLst>
              <a:ext uri="{FF2B5EF4-FFF2-40B4-BE49-F238E27FC236}">
                <a16:creationId xmlns:a16="http://schemas.microsoft.com/office/drawing/2014/main" id="{8C61D863-4A32-785D-0DC9-11E9467EE326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412875"/>
            <a:ext cx="8380412" cy="1333500"/>
            <a:chOff x="0" y="0"/>
            <a:chExt cx="5279" cy="840"/>
          </a:xfrm>
        </p:grpSpPr>
        <p:graphicFrame>
          <p:nvGraphicFramePr>
            <p:cNvPr id="336899" name="Object 3">
              <a:extLst>
                <a:ext uri="{FF2B5EF4-FFF2-40B4-BE49-F238E27FC236}">
                  <a16:creationId xmlns:a16="http://schemas.microsoft.com/office/drawing/2014/main" id="{A0076F65-639B-0934-45FC-30C4B6A2A9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720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4" r:id="rId3" imgW="49733200" imgH="11112500" progId="Equation.3">
                    <p:embed/>
                  </p:oleObj>
                </mc:Choice>
                <mc:Fallback>
                  <p:oleObj r:id="rId3" imgW="49733200" imgH="11112500" progId="Equation.3">
                    <p:embed/>
                    <p:pic>
                      <p:nvPicPr>
                        <p:cNvPr id="336899" name="Object 3">
                          <a:extLst>
                            <a:ext uri="{FF2B5EF4-FFF2-40B4-BE49-F238E27FC236}">
                              <a16:creationId xmlns:a16="http://schemas.microsoft.com/office/drawing/2014/main" id="{A0076F65-639B-0934-45FC-30C4B6A2A9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720" cy="8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6900" name="Group 4">
              <a:extLst>
                <a:ext uri="{FF2B5EF4-FFF2-40B4-BE49-F238E27FC236}">
                  <a16:creationId xmlns:a16="http://schemas.microsoft.com/office/drawing/2014/main" id="{29D583E2-F20C-2F7F-D6BC-6CE1FA4DE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" y="246"/>
              <a:ext cx="1605" cy="344"/>
              <a:chOff x="0" y="0"/>
              <a:chExt cx="1605" cy="344"/>
            </a:xfrm>
          </p:grpSpPr>
          <p:graphicFrame>
            <p:nvGraphicFramePr>
              <p:cNvPr id="336901" name="Object 5">
                <a:extLst>
                  <a:ext uri="{FF2B5EF4-FFF2-40B4-BE49-F238E27FC236}">
                    <a16:creationId xmlns:a16="http://schemas.microsoft.com/office/drawing/2014/main" id="{BEA04604-0084-5F30-F43C-F6DB1F8580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7" y="26"/>
              <a:ext cx="78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75" r:id="rId5" imgW="10528300" imgH="4102100" progId="Equation.3">
                      <p:embed/>
                    </p:oleObj>
                  </mc:Choice>
                  <mc:Fallback>
                    <p:oleObj r:id="rId5" imgW="10528300" imgH="4102100" progId="Equation.3">
                      <p:embed/>
                      <p:pic>
                        <p:nvPicPr>
                          <p:cNvPr id="336901" name="Object 5">
                            <a:extLst>
                              <a:ext uri="{FF2B5EF4-FFF2-40B4-BE49-F238E27FC236}">
                                <a16:creationId xmlns:a16="http://schemas.microsoft.com/office/drawing/2014/main" id="{BEA04604-0084-5F30-F43C-F6DB1F8580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7" y="26"/>
                            <a:ext cx="78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6902" name="Rectangle 6">
                <a:extLst>
                  <a:ext uri="{FF2B5EF4-FFF2-40B4-BE49-F238E27FC236}">
                    <a16:creationId xmlns:a16="http://schemas.microsoft.com/office/drawing/2014/main" id="{6A539DAD-B099-6E6F-7311-EECE6996A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22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，其中</a:t>
                </a:r>
              </a:p>
            </p:txBody>
          </p:sp>
        </p:grpSp>
      </p:grpSp>
      <p:grpSp>
        <p:nvGrpSpPr>
          <p:cNvPr id="336903" name="Group 7">
            <a:extLst>
              <a:ext uri="{FF2B5EF4-FFF2-40B4-BE49-F238E27FC236}">
                <a16:creationId xmlns:a16="http://schemas.microsoft.com/office/drawing/2014/main" id="{5A7CE052-C42A-24E8-E3FC-D91D1056FE81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068639"/>
            <a:ext cx="8820150" cy="593725"/>
            <a:chOff x="0" y="0"/>
            <a:chExt cx="5556" cy="374"/>
          </a:xfrm>
        </p:grpSpPr>
        <p:sp>
          <p:nvSpPr>
            <p:cNvPr id="336904" name="Rectangle 8">
              <a:extLst>
                <a:ext uri="{FF2B5EF4-FFF2-40B4-BE49-F238E27FC236}">
                  <a16:creationId xmlns:a16="http://schemas.microsoft.com/office/drawing/2014/main" id="{30D274D8-2877-9F66-7954-C2093EC14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16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为待估参数，</a:t>
              </a:r>
            </a:p>
          </p:txBody>
        </p:sp>
        <p:graphicFrame>
          <p:nvGraphicFramePr>
            <p:cNvPr id="336905" name="Object 9">
              <a:extLst>
                <a:ext uri="{FF2B5EF4-FFF2-40B4-BE49-F238E27FC236}">
                  <a16:creationId xmlns:a16="http://schemas.microsoft.com/office/drawing/2014/main" id="{15E782A7-FE3F-ED4D-A19B-733D6DF08F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1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6" r:id="rId7" imgW="22237700" imgH="5270500" progId="Equation.3">
                    <p:embed/>
                  </p:oleObj>
                </mc:Choice>
                <mc:Fallback>
                  <p:oleObj r:id="rId7" imgW="22237700" imgH="5270500" progId="Equation.3">
                    <p:embed/>
                    <p:pic>
                      <p:nvPicPr>
                        <p:cNvPr id="336905" name="Object 9">
                          <a:extLst>
                            <a:ext uri="{FF2B5EF4-FFF2-40B4-BE49-F238E27FC236}">
                              <a16:creationId xmlns:a16="http://schemas.microsoft.com/office/drawing/2014/main" id="{15E782A7-FE3F-ED4D-A19B-733D6DF08F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6906" name="Rectangle 10">
              <a:extLst>
                <a:ext uri="{FF2B5EF4-FFF2-40B4-BE49-F238E27FC236}">
                  <a16:creationId xmlns:a16="http://schemas.microsoft.com/office/drawing/2014/main" id="{F3660AFA-59A6-E729-E54C-CE7855C95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0"/>
              <a:ext cx="26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的样本值，</a:t>
              </a:r>
            </a:p>
          </p:txBody>
        </p:sp>
      </p:grpSp>
      <p:sp>
        <p:nvSpPr>
          <p:cNvPr id="336907" name="Rectangle 11">
            <a:extLst>
              <a:ext uri="{FF2B5EF4-FFF2-40B4-BE49-F238E27FC236}">
                <a16:creationId xmlns:a16="http://schemas.microsoft.com/office/drawing/2014/main" id="{6A998AE1-A3ED-5A0D-3160-25474468F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76250"/>
            <a:ext cx="4837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10.</a:t>
            </a:r>
            <a:r>
              <a:rPr lang="en-US" altLang="zh-CN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的概率密度为</a:t>
            </a:r>
          </a:p>
        </p:txBody>
      </p:sp>
      <p:grpSp>
        <p:nvGrpSpPr>
          <p:cNvPr id="336908" name="Group 12">
            <a:extLst>
              <a:ext uri="{FF2B5EF4-FFF2-40B4-BE49-F238E27FC236}">
                <a16:creationId xmlns:a16="http://schemas.microsoft.com/office/drawing/2014/main" id="{543CF638-C7A0-BF29-C6E3-38813F51DE5B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986213"/>
            <a:ext cx="7632700" cy="538162"/>
            <a:chOff x="0" y="0"/>
            <a:chExt cx="4808" cy="339"/>
          </a:xfrm>
        </p:grpSpPr>
        <p:sp>
          <p:nvSpPr>
            <p:cNvPr id="336909" name="Rectangle 13">
              <a:extLst>
                <a:ext uri="{FF2B5EF4-FFF2-40B4-BE49-F238E27FC236}">
                  <a16:creationId xmlns:a16="http://schemas.microsoft.com/office/drawing/2014/main" id="{E57BC0BD-610F-7CC9-143F-342471306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2"/>
              <a:ext cx="3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的矩估计值和极大似然估计值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8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336910" name="Rectangle 14">
              <a:extLst>
                <a:ext uri="{FF2B5EF4-FFF2-40B4-BE49-F238E27FC236}">
                  <a16:creationId xmlns:a16="http://schemas.microsoft.com/office/drawing/2014/main" id="{0382965B-FDDA-D08A-2B17-7F4EBB63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求参数</a:t>
              </a:r>
            </a:p>
          </p:txBody>
        </p:sp>
        <p:graphicFrame>
          <p:nvGraphicFramePr>
            <p:cNvPr id="336911" name="Object 15">
              <a:extLst>
                <a:ext uri="{FF2B5EF4-FFF2-40B4-BE49-F238E27FC236}">
                  <a16:creationId xmlns:a16="http://schemas.microsoft.com/office/drawing/2014/main" id="{6E9A948E-A463-FADC-8D41-2129A75831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12"/>
            <a:ext cx="21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7" r:id="rId9" imgW="2921000" imgH="4102100" progId="Equation.3">
                    <p:embed/>
                  </p:oleObj>
                </mc:Choice>
                <mc:Fallback>
                  <p:oleObj r:id="rId9" imgW="2921000" imgH="4102100" progId="Equation.3">
                    <p:embed/>
                    <p:pic>
                      <p:nvPicPr>
                        <p:cNvPr id="336911" name="Object 15">
                          <a:extLst>
                            <a:ext uri="{FF2B5EF4-FFF2-40B4-BE49-F238E27FC236}">
                              <a16:creationId xmlns:a16="http://schemas.microsoft.com/office/drawing/2014/main" id="{6E9A948E-A463-FADC-8D41-2129A75831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2"/>
                          <a:ext cx="21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07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Text Box 2">
            <a:extLst>
              <a:ext uri="{FF2B5EF4-FFF2-40B4-BE49-F238E27FC236}">
                <a16:creationId xmlns:a16="http://schemas.microsoft.com/office/drawing/2014/main" id="{D7EF9ABD-D62D-B971-4060-98DCC81CA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57200"/>
            <a:ext cx="1296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37923" name="Object 3">
            <a:extLst>
              <a:ext uri="{FF2B5EF4-FFF2-40B4-BE49-F238E27FC236}">
                <a16:creationId xmlns:a16="http://schemas.microsoft.com/office/drawing/2014/main" id="{E701AA44-DC42-1B97-1757-644046FDF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354138"/>
          <a:ext cx="29511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r:id="rId3" imgW="30429200" imgH="7607300" progId="Equation.DSMT4">
                  <p:embed/>
                </p:oleObj>
              </mc:Choice>
              <mc:Fallback>
                <p:oleObj r:id="rId3" imgW="30429200" imgH="7607300" progId="Equation.DSMT4">
                  <p:embed/>
                  <p:pic>
                    <p:nvPicPr>
                      <p:cNvPr id="337923" name="Object 3">
                        <a:extLst>
                          <a:ext uri="{FF2B5EF4-FFF2-40B4-BE49-F238E27FC236}">
                            <a16:creationId xmlns:a16="http://schemas.microsoft.com/office/drawing/2014/main" id="{E701AA44-DC42-1B97-1757-644046FDF9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354138"/>
                        <a:ext cx="29511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4" name="Object 4">
            <a:extLst>
              <a:ext uri="{FF2B5EF4-FFF2-40B4-BE49-F238E27FC236}">
                <a16:creationId xmlns:a16="http://schemas.microsoft.com/office/drawing/2014/main" id="{E375ED0C-B14A-A87A-E78E-864D714A9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1268414"/>
          <a:ext cx="27368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4" r:id="rId5" imgW="26035000" imgH="7607300" progId="Equation.DSMT4">
                  <p:embed/>
                </p:oleObj>
              </mc:Choice>
              <mc:Fallback>
                <p:oleObj r:id="rId5" imgW="26035000" imgH="7607300" progId="Equation.DSMT4">
                  <p:embed/>
                  <p:pic>
                    <p:nvPicPr>
                      <p:cNvPr id="337924" name="Object 4">
                        <a:extLst>
                          <a:ext uri="{FF2B5EF4-FFF2-40B4-BE49-F238E27FC236}">
                            <a16:creationId xmlns:a16="http://schemas.microsoft.com/office/drawing/2014/main" id="{E375ED0C-B14A-A87A-E78E-864D714A93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1268414"/>
                        <a:ext cx="27368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5" name="Object 5">
            <a:extLst>
              <a:ext uri="{FF2B5EF4-FFF2-40B4-BE49-F238E27FC236}">
                <a16:creationId xmlns:a16="http://schemas.microsoft.com/office/drawing/2014/main" id="{DD74E017-63EE-5517-7700-13B490D681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3" y="1196975"/>
          <a:ext cx="1079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5" r:id="rId7" imgW="11404600" imgH="9359900" progId="Equation.DSMT4">
                  <p:embed/>
                </p:oleObj>
              </mc:Choice>
              <mc:Fallback>
                <p:oleObj r:id="rId7" imgW="11404600" imgH="9359900" progId="Equation.DSMT4">
                  <p:embed/>
                  <p:pic>
                    <p:nvPicPr>
                      <p:cNvPr id="337925" name="Object 5">
                        <a:extLst>
                          <a:ext uri="{FF2B5EF4-FFF2-40B4-BE49-F238E27FC236}">
                            <a16:creationId xmlns:a16="http://schemas.microsoft.com/office/drawing/2014/main" id="{DD74E017-63EE-5517-7700-13B490D681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1196975"/>
                        <a:ext cx="1079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26" name="Rectangle 6">
            <a:extLst>
              <a:ext uri="{FF2B5EF4-FFF2-40B4-BE49-F238E27FC236}">
                <a16:creationId xmlns:a16="http://schemas.microsoft.com/office/drawing/2014/main" id="{E7707C33-6664-EFE7-5D37-65CB1BFC2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636839"/>
            <a:ext cx="592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令</a:t>
            </a:r>
          </a:p>
        </p:txBody>
      </p:sp>
      <p:graphicFrame>
        <p:nvGraphicFramePr>
          <p:cNvPr id="337927" name="Object 7">
            <a:extLst>
              <a:ext uri="{FF2B5EF4-FFF2-40B4-BE49-F238E27FC236}">
                <a16:creationId xmlns:a16="http://schemas.microsoft.com/office/drawing/2014/main" id="{83E11FB8-4F76-B4AA-694F-480BB943C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413000"/>
          <a:ext cx="15113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6" r:id="rId9" imgW="14338300" imgH="9359900" progId="Equation.DSMT4">
                  <p:embed/>
                </p:oleObj>
              </mc:Choice>
              <mc:Fallback>
                <p:oleObj r:id="rId9" imgW="14338300" imgH="9359900" progId="Equation.DSMT4">
                  <p:embed/>
                  <p:pic>
                    <p:nvPicPr>
                      <p:cNvPr id="337927" name="Object 7">
                        <a:extLst>
                          <a:ext uri="{FF2B5EF4-FFF2-40B4-BE49-F238E27FC236}">
                            <a16:creationId xmlns:a16="http://schemas.microsoft.com/office/drawing/2014/main" id="{83E11FB8-4F76-B4AA-694F-480BB943C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413000"/>
                        <a:ext cx="15113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28" name="Rectangle 8">
            <a:extLst>
              <a:ext uri="{FF2B5EF4-FFF2-40B4-BE49-F238E27FC236}">
                <a16:creationId xmlns:a16="http://schemas.microsoft.com/office/drawing/2014/main" id="{DB6DAE30-44EF-8C18-13C3-29F1A91E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933826"/>
            <a:ext cx="3382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的矩估计值：</a:t>
            </a:r>
          </a:p>
        </p:txBody>
      </p:sp>
      <p:graphicFrame>
        <p:nvGraphicFramePr>
          <p:cNvPr id="337929" name="Object 9">
            <a:extLst>
              <a:ext uri="{FF2B5EF4-FFF2-40B4-BE49-F238E27FC236}">
                <a16:creationId xmlns:a16="http://schemas.microsoft.com/office/drawing/2014/main" id="{6D5B23F0-C00A-5640-A2A0-1FAFB5CAA1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4562476"/>
          <a:ext cx="17272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r:id="rId11" imgW="16090900" imgH="10236200" progId="Equation.DSMT4">
                  <p:embed/>
                </p:oleObj>
              </mc:Choice>
              <mc:Fallback>
                <p:oleObj r:id="rId11" imgW="16090900" imgH="10236200" progId="Equation.DSMT4">
                  <p:embed/>
                  <p:pic>
                    <p:nvPicPr>
                      <p:cNvPr id="337929" name="Object 9">
                        <a:extLst>
                          <a:ext uri="{FF2B5EF4-FFF2-40B4-BE49-F238E27FC236}">
                            <a16:creationId xmlns:a16="http://schemas.microsoft.com/office/drawing/2014/main" id="{6D5B23F0-C00A-5640-A2A0-1FAFB5CAA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4562476"/>
                        <a:ext cx="172720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30" name="Rectangle 10">
            <a:extLst>
              <a:ext uri="{FF2B5EF4-FFF2-40B4-BE49-F238E27FC236}">
                <a16:creationId xmlns:a16="http://schemas.microsoft.com/office/drawing/2014/main" id="{5C949531-7000-8331-2864-B20BD766D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76251"/>
            <a:ext cx="2147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）矩估计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3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1000"/>
                                        <p:tgtEl>
                                          <p:spTgt spid="3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 autoUpdateAnimBg="0"/>
      <p:bldP spid="337926" grpId="0" autoUpdateAnimBg="0"/>
      <p:bldP spid="337928" grpId="0" autoUpdateAnimBg="0"/>
      <p:bldP spid="33793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946" name="Object 2">
            <a:extLst>
              <a:ext uri="{FF2B5EF4-FFF2-40B4-BE49-F238E27FC236}">
                <a16:creationId xmlns:a16="http://schemas.microsoft.com/office/drawing/2014/main" id="{9BAF652D-C9C3-BAC3-7139-8445FF3B4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412876"/>
          <a:ext cx="33337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2" r:id="rId3" imgW="28384500" imgH="9944100" progId="Equation.3">
                  <p:embed/>
                </p:oleObj>
              </mc:Choice>
              <mc:Fallback>
                <p:oleObj r:id="rId3" imgW="28384500" imgH="9944100" progId="Equation.3">
                  <p:embed/>
                  <p:pic>
                    <p:nvPicPr>
                      <p:cNvPr id="338946" name="Object 2">
                        <a:extLst>
                          <a:ext uri="{FF2B5EF4-FFF2-40B4-BE49-F238E27FC236}">
                            <a16:creationId xmlns:a16="http://schemas.microsoft.com/office/drawing/2014/main" id="{9BAF652D-C9C3-BAC3-7139-8445FF3B4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12876"/>
                        <a:ext cx="33337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7" name="Object 3">
            <a:extLst>
              <a:ext uri="{FF2B5EF4-FFF2-40B4-BE49-F238E27FC236}">
                <a16:creationId xmlns:a16="http://schemas.microsoft.com/office/drawing/2014/main" id="{5C8EB7B2-3E3F-66D3-7FD5-DC5A5B90C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1268413"/>
          <a:ext cx="34036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3" r:id="rId5" imgW="24282400" imgH="9944100" progId="Equation.3">
                  <p:embed/>
                </p:oleObj>
              </mc:Choice>
              <mc:Fallback>
                <p:oleObj r:id="rId5" imgW="24282400" imgH="9944100" progId="Equation.3">
                  <p:embed/>
                  <p:pic>
                    <p:nvPicPr>
                      <p:cNvPr id="338947" name="Object 3">
                        <a:extLst>
                          <a:ext uri="{FF2B5EF4-FFF2-40B4-BE49-F238E27FC236}">
                            <a16:creationId xmlns:a16="http://schemas.microsoft.com/office/drawing/2014/main" id="{5C8EB7B2-3E3F-66D3-7FD5-DC5A5B90C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1268413"/>
                        <a:ext cx="34036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Object 4">
            <a:extLst>
              <a:ext uri="{FF2B5EF4-FFF2-40B4-BE49-F238E27FC236}">
                <a16:creationId xmlns:a16="http://schemas.microsoft.com/office/drawing/2014/main" id="{2D0B8481-AE41-0EFB-016D-172C07AB3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708275"/>
          <a:ext cx="39370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4" r:id="rId7" imgW="28092400" imgH="9944100" progId="Equation.3">
                  <p:embed/>
                </p:oleObj>
              </mc:Choice>
              <mc:Fallback>
                <p:oleObj r:id="rId7" imgW="28092400" imgH="9944100" progId="Equation.3">
                  <p:embed/>
                  <p:pic>
                    <p:nvPicPr>
                      <p:cNvPr id="338948" name="Object 4">
                        <a:extLst>
                          <a:ext uri="{FF2B5EF4-FFF2-40B4-BE49-F238E27FC236}">
                            <a16:creationId xmlns:a16="http://schemas.microsoft.com/office/drawing/2014/main" id="{2D0B8481-AE41-0EFB-016D-172C07AB38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708275"/>
                        <a:ext cx="39370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49" name="Text Box 5">
            <a:extLst>
              <a:ext uri="{FF2B5EF4-FFF2-40B4-BE49-F238E27FC236}">
                <a16:creationId xmlns:a16="http://schemas.microsoft.com/office/drawing/2014/main" id="{53EB2E53-6CA2-BE25-E1C2-701ECAEE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4129088"/>
            <a:ext cx="2684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38950" name="Object 6">
            <a:extLst>
              <a:ext uri="{FF2B5EF4-FFF2-40B4-BE49-F238E27FC236}">
                <a16:creationId xmlns:a16="http://schemas.microsoft.com/office/drawing/2014/main" id="{310DCB68-CF4D-5E07-ACF1-4D4750E72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4797425"/>
          <a:ext cx="66040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5" r:id="rId9" imgW="47104300" imgH="9944100" progId="Equation.3">
                  <p:embed/>
                </p:oleObj>
              </mc:Choice>
              <mc:Fallback>
                <p:oleObj r:id="rId9" imgW="47104300" imgH="9944100" progId="Equation.3">
                  <p:embed/>
                  <p:pic>
                    <p:nvPicPr>
                      <p:cNvPr id="338950" name="Object 6">
                        <a:extLst>
                          <a:ext uri="{FF2B5EF4-FFF2-40B4-BE49-F238E27FC236}">
                            <a16:creationId xmlns:a16="http://schemas.microsoft.com/office/drawing/2014/main" id="{310DCB68-CF4D-5E07-ACF1-4D4750E72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797425"/>
                        <a:ext cx="66040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1" name="Rectangle 7">
            <a:extLst>
              <a:ext uri="{FF2B5EF4-FFF2-40B4-BE49-F238E27FC236}">
                <a16:creationId xmlns:a16="http://schemas.microsoft.com/office/drawing/2014/main" id="{19E79DD1-3944-B647-4F9D-32192E4A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6251"/>
            <a:ext cx="4127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）极大似然估计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9" grpId="0" autoUpdateAnimBg="0"/>
      <p:bldP spid="33895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E626AF1D-5608-E262-989B-E8FE8FC3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284538"/>
            <a:ext cx="424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的极大似然估计值：</a:t>
            </a:r>
          </a:p>
        </p:txBody>
      </p:sp>
      <p:graphicFrame>
        <p:nvGraphicFramePr>
          <p:cNvPr id="339971" name="Object 3">
            <a:extLst>
              <a:ext uri="{FF2B5EF4-FFF2-40B4-BE49-F238E27FC236}">
                <a16:creationId xmlns:a16="http://schemas.microsoft.com/office/drawing/2014/main" id="{8D7BA745-0CA9-CB62-D5D1-D7E05F2BC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4292600"/>
          <a:ext cx="3055937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6" r:id="rId3" imgW="25742900" imgH="14630400" progId="Equation.DSMT4">
                  <p:embed/>
                </p:oleObj>
              </mc:Choice>
              <mc:Fallback>
                <p:oleObj r:id="rId3" imgW="25742900" imgH="14630400" progId="Equation.DSMT4">
                  <p:embed/>
                  <p:pic>
                    <p:nvPicPr>
                      <p:cNvPr id="339971" name="Object 3">
                        <a:extLst>
                          <a:ext uri="{FF2B5EF4-FFF2-40B4-BE49-F238E27FC236}">
                            <a16:creationId xmlns:a16="http://schemas.microsoft.com/office/drawing/2014/main" id="{8D7BA745-0CA9-CB62-D5D1-D7E05F2BC7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0"/>
                        <a:ext cx="3055937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2" name="Rectangle 4">
            <a:extLst>
              <a:ext uri="{FF2B5EF4-FFF2-40B4-BE49-F238E27FC236}">
                <a16:creationId xmlns:a16="http://schemas.microsoft.com/office/drawing/2014/main" id="{A9D4E311-FF74-3DC0-4F57-E487D17F2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722313"/>
            <a:ext cx="442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9973" name="Object 5">
            <a:extLst>
              <a:ext uri="{FF2B5EF4-FFF2-40B4-BE49-F238E27FC236}">
                <a16:creationId xmlns:a16="http://schemas.microsoft.com/office/drawing/2014/main" id="{432C1628-5EC1-2B6D-8176-DBD278502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628775"/>
          <a:ext cx="57023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7" r:id="rId5" imgW="40665400" imgH="9944100" progId="Equation.3">
                  <p:embed/>
                </p:oleObj>
              </mc:Choice>
              <mc:Fallback>
                <p:oleObj r:id="rId5" imgW="40665400" imgH="9944100" progId="Equation.3">
                  <p:embed/>
                  <p:pic>
                    <p:nvPicPr>
                      <p:cNvPr id="339973" name="Object 5">
                        <a:extLst>
                          <a:ext uri="{FF2B5EF4-FFF2-40B4-BE49-F238E27FC236}">
                            <a16:creationId xmlns:a16="http://schemas.microsoft.com/office/drawing/2014/main" id="{432C1628-5EC1-2B6D-8176-DBD2785026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628775"/>
                        <a:ext cx="57023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4" name="Object 6">
            <a:extLst>
              <a:ext uri="{FF2B5EF4-FFF2-40B4-BE49-F238E27FC236}">
                <a16:creationId xmlns:a16="http://schemas.microsoft.com/office/drawing/2014/main" id="{A5C1E976-CB16-5D45-BA02-B55C2B52E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0689" y="1989139"/>
          <a:ext cx="8207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8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39974" name="Object 6">
                        <a:extLst>
                          <a:ext uri="{FF2B5EF4-FFF2-40B4-BE49-F238E27FC236}">
                            <a16:creationId xmlns:a16="http://schemas.microsoft.com/office/drawing/2014/main" id="{A5C1E976-CB16-5D45-BA02-B55C2B52E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1989139"/>
                        <a:ext cx="8207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5" name="Object 7">
            <a:extLst>
              <a:ext uri="{FF2B5EF4-FFF2-40B4-BE49-F238E27FC236}">
                <a16:creationId xmlns:a16="http://schemas.microsoft.com/office/drawing/2014/main" id="{2D217CA3-85FA-158A-B29E-3B3A904D9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4292600"/>
          <a:ext cx="2640012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9" r:id="rId9" imgW="22237700" imgH="14630400" progId="Equation.DSMT4">
                  <p:embed/>
                </p:oleObj>
              </mc:Choice>
              <mc:Fallback>
                <p:oleObj r:id="rId9" imgW="22237700" imgH="14630400" progId="Equation.DSMT4">
                  <p:embed/>
                  <p:pic>
                    <p:nvPicPr>
                      <p:cNvPr id="339975" name="Object 7">
                        <a:extLst>
                          <a:ext uri="{FF2B5EF4-FFF2-40B4-BE49-F238E27FC236}">
                            <a16:creationId xmlns:a16="http://schemas.microsoft.com/office/drawing/2014/main" id="{2D217CA3-85FA-158A-B29E-3B3A904D9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4292600"/>
                        <a:ext cx="2640012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autoUpdateAnimBg="0"/>
      <p:bldP spid="339972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D0948539-CB95-7B2D-1BF8-0B17627EA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92151"/>
            <a:ext cx="777716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通过例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可见，对同一个待估参数，用不同的方法进行点估计，可能得到不同的估计量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这样就有必要判断哪一个估计量更好，这就是下一节要讲的内容： 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4DDE7BF9-2357-8A64-D758-06BE74E0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1" y="3894138"/>
            <a:ext cx="4608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评价估计量优良性的标准</a:t>
            </a:r>
          </a:p>
        </p:txBody>
      </p:sp>
      <p:pic>
        <p:nvPicPr>
          <p:cNvPr id="340996" name="Picture 4">
            <a:hlinkClick r:id="rId2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A88EEE68-08DE-DD3D-38B5-691179F4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9" y="50133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4" grpId="0" autoUpdateAnimBg="0"/>
      <p:bldP spid="34099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21A31866-E8A2-F41E-6287-7F298D82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276475"/>
            <a:ext cx="3859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2" action="ppaction://hlinksldjump"/>
              </a:rPr>
              <a:t>一、无偏性</a:t>
            </a:r>
            <a:endParaRPr kumimoji="0"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76B32FA5-4C10-E223-64F9-32CF6340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3429000"/>
            <a:ext cx="36560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2" action="ppaction://hlinksldjump"/>
              </a:rPr>
              <a:t>二、有效性</a:t>
            </a:r>
            <a:endParaRPr lang="zh-CN" altLang="en-US" sz="4000" dirty="0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3044" name="Rectangle 4">
            <a:extLst>
              <a:ext uri="{FF2B5EF4-FFF2-40B4-BE49-F238E27FC236}">
                <a16:creationId xmlns:a16="http://schemas.microsoft.com/office/drawing/2014/main" id="{276ED6A3-DB0A-FF88-E905-F8B176E3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03736"/>
            <a:ext cx="4789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三、一致性</a:t>
            </a:r>
            <a:endParaRPr lang="zh-CN" altLang="en-US" sz="4000" dirty="0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343045" name="Picture 5">
            <a:extLst>
              <a:ext uri="{FF2B5EF4-FFF2-40B4-BE49-F238E27FC236}">
                <a16:creationId xmlns:a16="http://schemas.microsoft.com/office/drawing/2014/main" id="{AAC0606E-D316-6127-6C67-DBCD1B2B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249237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3046" name="Picture 6">
            <a:extLst>
              <a:ext uri="{FF2B5EF4-FFF2-40B4-BE49-F238E27FC236}">
                <a16:creationId xmlns:a16="http://schemas.microsoft.com/office/drawing/2014/main" id="{B9D97911-619E-3DAA-2D0E-4EEDC042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7163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3047" name="Picture 7">
            <a:extLst>
              <a:ext uri="{FF2B5EF4-FFF2-40B4-BE49-F238E27FC236}">
                <a16:creationId xmlns:a16="http://schemas.microsoft.com/office/drawing/2014/main" id="{63D36D11-86A3-4839-3A40-E79BB4D50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47244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3048" name="Text Box 8">
            <a:extLst>
              <a:ext uri="{FF2B5EF4-FFF2-40B4-BE49-F238E27FC236}">
                <a16:creationId xmlns:a16="http://schemas.microsoft.com/office/drawing/2014/main" id="{FB371781-B9F6-3904-AA80-36806BECE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836614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第三节     估计量的评选标准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005AF3AA-6BDE-5BE6-DE69-68DA1E51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33375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一、无偏性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A9567DEA-BEC9-8FF1-5056-E4ABCA64C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276476"/>
            <a:ext cx="800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随机变量，每次抽样后得到的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的估计值不一定与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E4B883E5-0D1F-8E97-52B1-01979278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4724401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提出了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无偏性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的衡量标准。</a:t>
            </a:r>
          </a:p>
        </p:txBody>
      </p:sp>
      <p:grpSp>
        <p:nvGrpSpPr>
          <p:cNvPr id="344069" name="Group 5">
            <a:extLst>
              <a:ext uri="{FF2B5EF4-FFF2-40B4-BE49-F238E27FC236}">
                <a16:creationId xmlns:a16="http://schemas.microsoft.com/office/drawing/2014/main" id="{08A105EF-9672-B721-4FDD-D2FA37DBEF3E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1341438"/>
            <a:ext cx="7813675" cy="558800"/>
            <a:chOff x="0" y="0"/>
            <a:chExt cx="4922" cy="352"/>
          </a:xfrm>
        </p:grpSpPr>
        <p:graphicFrame>
          <p:nvGraphicFramePr>
            <p:cNvPr id="344070" name="Object 6">
              <a:extLst>
                <a:ext uri="{FF2B5EF4-FFF2-40B4-BE49-F238E27FC236}">
                  <a16:creationId xmlns:a16="http://schemas.microsoft.com/office/drawing/2014/main" id="{3BAE2E91-4AAC-3586-B219-37F50EA580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1" y="4"/>
            <a:ext cx="190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70" r:id="rId3" imgW="32473900" imgH="5854700" progId="Equation.3">
                    <p:embed/>
                  </p:oleObj>
                </mc:Choice>
                <mc:Fallback>
                  <p:oleObj r:id="rId3" imgW="32473900" imgH="5854700" progId="Equation.3">
                    <p:embed/>
                    <p:pic>
                      <p:nvPicPr>
                        <p:cNvPr id="344070" name="Object 6">
                          <a:extLst>
                            <a:ext uri="{FF2B5EF4-FFF2-40B4-BE49-F238E27FC236}">
                              <a16:creationId xmlns:a16="http://schemas.microsoft.com/office/drawing/2014/main" id="{3BAE2E91-4AAC-3586-B219-37F50EA580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4"/>
                          <a:ext cx="1906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1" name="Rectangle 7">
              <a:extLst>
                <a:ext uri="{FF2B5EF4-FFF2-40B4-BE49-F238E27FC236}">
                  <a16:creationId xmlns:a16="http://schemas.microsoft.com/office/drawing/2014/main" id="{C060428A-E330-0D46-0353-E70147DAB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5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由于未知参数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的估计量</a:t>
              </a:r>
              <a:endParaRPr lang="zh-CN" altLang="en-US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4072" name="Rectangle 8">
              <a:extLst>
                <a:ext uri="{FF2B5EF4-FFF2-40B4-BE49-F238E27FC236}">
                  <a16:creationId xmlns:a16="http://schemas.microsoft.com/office/drawing/2014/main" id="{751E20BE-72B5-B022-7243-1BA962973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</a:p>
          </p:txBody>
        </p:sp>
      </p:grpSp>
      <p:grpSp>
        <p:nvGrpSpPr>
          <p:cNvPr id="344073" name="Group 9">
            <a:extLst>
              <a:ext uri="{FF2B5EF4-FFF2-40B4-BE49-F238E27FC236}">
                <a16:creationId xmlns:a16="http://schemas.microsoft.com/office/drawing/2014/main" id="{B7FC76B2-4F30-A50D-8FB7-61A198CE4E76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068638"/>
            <a:ext cx="8321675" cy="582612"/>
            <a:chOff x="0" y="0"/>
            <a:chExt cx="5242" cy="367"/>
          </a:xfrm>
        </p:grpSpPr>
        <p:graphicFrame>
          <p:nvGraphicFramePr>
            <p:cNvPr id="344074" name="Object 10">
              <a:extLst>
                <a:ext uri="{FF2B5EF4-FFF2-40B4-BE49-F238E27FC236}">
                  <a16:creationId xmlns:a16="http://schemas.microsoft.com/office/drawing/2014/main" id="{7E464CC4-677F-2A51-E289-30312A210D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46"/>
            <a:ext cx="68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71" r:id="rId5" imgW="12001500" imgH="5562600" progId="Equation.3">
                    <p:embed/>
                  </p:oleObj>
                </mc:Choice>
                <mc:Fallback>
                  <p:oleObj r:id="rId5" imgW="12001500" imgH="5562600" progId="Equation.3">
                    <p:embed/>
                    <p:pic>
                      <p:nvPicPr>
                        <p:cNvPr id="344074" name="Object 10">
                          <a:extLst>
                            <a:ext uri="{FF2B5EF4-FFF2-40B4-BE49-F238E27FC236}">
                              <a16:creationId xmlns:a16="http://schemas.microsoft.com/office/drawing/2014/main" id="{7E464CC4-677F-2A51-E289-30312A210D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46"/>
                          <a:ext cx="688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5" name="Rectangle 11">
              <a:extLst>
                <a:ext uri="{FF2B5EF4-FFF2-40B4-BE49-F238E27FC236}">
                  <a16:creationId xmlns:a16="http://schemas.microsoft.com/office/drawing/2014/main" id="{6FA80C79-8144-3853-0D00-3C2ECFCA9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真值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相吻合，其误差为</a:t>
              </a:r>
              <a:endParaRPr lang="zh-CN" altLang="en-US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4076" name="Rectangle 12">
              <a:extLst>
                <a:ext uri="{FF2B5EF4-FFF2-40B4-BE49-F238E27FC236}">
                  <a16:creationId xmlns:a16="http://schemas.microsoft.com/office/drawing/2014/main" id="{11849033-559B-AC6B-DEDD-DAB0E535D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0"/>
              <a:ext cx="19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我们自然希望平均</a:t>
              </a:r>
            </a:p>
          </p:txBody>
        </p:sp>
      </p:grpSp>
      <p:grpSp>
        <p:nvGrpSpPr>
          <p:cNvPr id="344077" name="Group 13">
            <a:extLst>
              <a:ext uri="{FF2B5EF4-FFF2-40B4-BE49-F238E27FC236}">
                <a16:creationId xmlns:a16="http://schemas.microsoft.com/office/drawing/2014/main" id="{E507194E-9E3E-7D3F-1DED-CFE157601E27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933825"/>
            <a:ext cx="8023225" cy="598488"/>
            <a:chOff x="0" y="0"/>
            <a:chExt cx="5211" cy="377"/>
          </a:xfrm>
        </p:grpSpPr>
        <p:graphicFrame>
          <p:nvGraphicFramePr>
            <p:cNvPr id="344078" name="Object 14">
              <a:extLst>
                <a:ext uri="{FF2B5EF4-FFF2-40B4-BE49-F238E27FC236}">
                  <a16:creationId xmlns:a16="http://schemas.microsoft.com/office/drawing/2014/main" id="{31065AEA-1BCD-F751-AAAE-3F2BEB1A36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7" y="0"/>
            <a:ext cx="12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72" r:id="rId7" imgW="20485100" imgH="5562600" progId="Equation.3">
                    <p:embed/>
                  </p:oleObj>
                </mc:Choice>
                <mc:Fallback>
                  <p:oleObj r:id="rId7" imgW="20485100" imgH="5562600" progId="Equation.3">
                    <p:embed/>
                    <p:pic>
                      <p:nvPicPr>
                        <p:cNvPr id="344078" name="Object 14">
                          <a:extLst>
                            <a:ext uri="{FF2B5EF4-FFF2-40B4-BE49-F238E27FC236}">
                              <a16:creationId xmlns:a16="http://schemas.microsoft.com/office/drawing/2014/main" id="{31065AEA-1BCD-F751-AAAE-3F2BEB1A36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" y="0"/>
                          <a:ext cx="12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9" name="Rectangle 15">
              <a:extLst>
                <a:ext uri="{FF2B5EF4-FFF2-40B4-BE49-F238E27FC236}">
                  <a16:creationId xmlns:a16="http://schemas.microsoft.com/office/drawing/2014/main" id="{F36B4E49-6066-F1D2-050E-82F798C26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"/>
              <a:ext cx="15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误差为零，即</a:t>
              </a:r>
            </a:p>
          </p:txBody>
        </p:sp>
        <p:sp>
          <p:nvSpPr>
            <p:cNvPr id="344080" name="Rectangle 16">
              <a:extLst>
                <a:ext uri="{FF2B5EF4-FFF2-40B4-BE49-F238E27FC236}">
                  <a16:creationId xmlns:a16="http://schemas.microsoft.com/office/drawing/2014/main" id="{42DD09FD-C1A9-EFDD-D8AE-DA6A56AA0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6" y="1"/>
              <a:ext cx="10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也就是说</a:t>
              </a:r>
            </a:p>
          </p:txBody>
        </p:sp>
        <p:graphicFrame>
          <p:nvGraphicFramePr>
            <p:cNvPr id="344081" name="Object 17">
              <a:extLst>
                <a:ext uri="{FF2B5EF4-FFF2-40B4-BE49-F238E27FC236}">
                  <a16:creationId xmlns:a16="http://schemas.microsoft.com/office/drawing/2014/main" id="{76773E5C-2BDA-5A88-9014-447DF9D976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8" y="25"/>
            <a:ext cx="1089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73" r:id="rId9" imgW="15214600" imgH="5562600" progId="Equation.3">
                    <p:embed/>
                  </p:oleObj>
                </mc:Choice>
                <mc:Fallback>
                  <p:oleObj r:id="rId9" imgW="15214600" imgH="5562600" progId="Equation.3">
                    <p:embed/>
                    <p:pic>
                      <p:nvPicPr>
                        <p:cNvPr id="344081" name="Object 17">
                          <a:extLst>
                            <a:ext uri="{FF2B5EF4-FFF2-40B4-BE49-F238E27FC236}">
                              <a16:creationId xmlns:a16="http://schemas.microsoft.com/office/drawing/2014/main" id="{76773E5C-2BDA-5A88-9014-447DF9D976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8" y="25"/>
                          <a:ext cx="1089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82" name="Rectangle 18">
              <a:extLst>
                <a:ext uri="{FF2B5EF4-FFF2-40B4-BE49-F238E27FC236}">
                  <a16:creationId xmlns:a16="http://schemas.microsoft.com/office/drawing/2014/main" id="{05B09135-7BD6-110E-A3A7-9B26D68C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46"/>
              <a:ext cx="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这就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autoUpdateAnimBg="0"/>
      <p:bldP spid="344067" grpId="0" autoUpdateAnimBg="0"/>
      <p:bldP spid="34406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2">
            <a:extLst>
              <a:ext uri="{FF2B5EF4-FFF2-40B4-BE49-F238E27FC236}">
                <a16:creationId xmlns:a16="http://schemas.microsoft.com/office/drawing/2014/main" id="{CD2147E8-2195-1BFF-307E-EC48EC4D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88914"/>
            <a:ext cx="2089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0A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定义：</a:t>
            </a:r>
          </a:p>
        </p:txBody>
      </p:sp>
      <p:grpSp>
        <p:nvGrpSpPr>
          <p:cNvPr id="345091" name="Group 3">
            <a:extLst>
              <a:ext uri="{FF2B5EF4-FFF2-40B4-BE49-F238E27FC236}">
                <a16:creationId xmlns:a16="http://schemas.microsoft.com/office/drawing/2014/main" id="{C3B18A92-54FB-3082-6981-96C9288084A3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836613"/>
            <a:ext cx="8459787" cy="596900"/>
            <a:chOff x="0" y="0"/>
            <a:chExt cx="5329" cy="376"/>
          </a:xfrm>
        </p:grpSpPr>
        <p:grpSp>
          <p:nvGrpSpPr>
            <p:cNvPr id="345092" name="Group 4">
              <a:extLst>
                <a:ext uri="{FF2B5EF4-FFF2-40B4-BE49-F238E27FC236}">
                  <a16:creationId xmlns:a16="http://schemas.microsoft.com/office/drawing/2014/main" id="{37DA6610-2501-3DFF-74F0-6ECE7F898B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428" cy="376"/>
              <a:chOff x="0" y="0"/>
              <a:chExt cx="4428" cy="376"/>
            </a:xfrm>
          </p:grpSpPr>
          <p:graphicFrame>
            <p:nvGraphicFramePr>
              <p:cNvPr id="345093" name="Object 5">
                <a:extLst>
                  <a:ext uri="{FF2B5EF4-FFF2-40B4-BE49-F238E27FC236}">
                    <a16:creationId xmlns:a16="http://schemas.microsoft.com/office/drawing/2014/main" id="{161B9021-679D-3962-CE8B-E7172713E0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6" y="0"/>
              <a:ext cx="1162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39" r:id="rId3" imgW="15214600" imgH="5562600" progId="Equation.3">
                      <p:embed/>
                    </p:oleObj>
                  </mc:Choice>
                  <mc:Fallback>
                    <p:oleObj r:id="rId3" imgW="15214600" imgH="5562600" progId="Equation.3">
                      <p:embed/>
                      <p:pic>
                        <p:nvPicPr>
                          <p:cNvPr id="345093" name="Object 5">
                            <a:extLst>
                              <a:ext uri="{FF2B5EF4-FFF2-40B4-BE49-F238E27FC236}">
                                <a16:creationId xmlns:a16="http://schemas.microsoft.com/office/drawing/2014/main" id="{161B9021-679D-3962-CE8B-E7172713E0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6" y="0"/>
                            <a:ext cx="1162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5094" name="Text Box 6">
                <a:extLst>
                  <a:ext uri="{FF2B5EF4-FFF2-40B4-BE49-F238E27FC236}">
                    <a16:creationId xmlns:a16="http://schemas.microsoft.com/office/drawing/2014/main" id="{60A32C61-5983-1523-548D-1AE2F237E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5"/>
                <a:ext cx="73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设</a:t>
                </a:r>
              </a:p>
            </p:txBody>
          </p:sp>
          <p:graphicFrame>
            <p:nvGraphicFramePr>
              <p:cNvPr id="345095" name="Object 7">
                <a:extLst>
                  <a:ext uri="{FF2B5EF4-FFF2-40B4-BE49-F238E27FC236}">
                    <a16:creationId xmlns:a16="http://schemas.microsoft.com/office/drawing/2014/main" id="{551B0726-14FD-DD46-7050-341B1BFAA4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" y="0"/>
              <a:ext cx="309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40" r:id="rId5" imgW="2921000" imgH="4978400" progId="Equation.3">
                      <p:embed/>
                    </p:oleObj>
                  </mc:Choice>
                  <mc:Fallback>
                    <p:oleObj r:id="rId5" imgW="2921000" imgH="4978400" progId="Equation.3">
                      <p:embed/>
                      <p:pic>
                        <p:nvPicPr>
                          <p:cNvPr id="345095" name="Object 7">
                            <a:extLst>
                              <a:ext uri="{FF2B5EF4-FFF2-40B4-BE49-F238E27FC236}">
                                <a16:creationId xmlns:a16="http://schemas.microsoft.com/office/drawing/2014/main" id="{551B0726-14FD-DD46-7050-341B1BFAA4A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" y="0"/>
                            <a:ext cx="309" cy="3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5096" name="Text Box 8">
                <a:extLst>
                  <a:ext uri="{FF2B5EF4-FFF2-40B4-BE49-F238E27FC236}">
                    <a16:creationId xmlns:a16="http://schemas.microsoft.com/office/drawing/2014/main" id="{53E1F26E-6E31-B4D7-61AE-0BF64BB6C6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" y="45"/>
                <a:ext cx="276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是未知参数</a:t>
                </a:r>
                <a:r>
                  <a:rPr lang="zh-CN" altLang="en-US" sz="2800" b="1" i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的估计量，若</a:t>
                </a:r>
              </a:p>
            </p:txBody>
          </p:sp>
        </p:grpSp>
        <p:sp>
          <p:nvSpPr>
            <p:cNvPr id="345097" name="Text Box 9">
              <a:extLst>
                <a:ext uri="{FF2B5EF4-FFF2-40B4-BE49-F238E27FC236}">
                  <a16:creationId xmlns:a16="http://schemas.microsoft.com/office/drawing/2014/main" id="{E782FD76-75D2-8FB1-1239-09B5B5DF5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0" y="0"/>
              <a:ext cx="8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则称</a:t>
              </a:r>
            </a:p>
          </p:txBody>
        </p:sp>
      </p:grpSp>
      <p:grpSp>
        <p:nvGrpSpPr>
          <p:cNvPr id="345098" name="Group 10">
            <a:extLst>
              <a:ext uri="{FF2B5EF4-FFF2-40B4-BE49-F238E27FC236}">
                <a16:creationId xmlns:a16="http://schemas.microsoft.com/office/drawing/2014/main" id="{83E3E21C-8B48-E993-C042-779E4BD0C84B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557339"/>
            <a:ext cx="3570288" cy="541337"/>
            <a:chOff x="0" y="0"/>
            <a:chExt cx="2249" cy="341"/>
          </a:xfrm>
        </p:grpSpPr>
        <p:sp>
          <p:nvSpPr>
            <p:cNvPr id="345099" name="Text Box 11">
              <a:extLst>
                <a:ext uri="{FF2B5EF4-FFF2-40B4-BE49-F238E27FC236}">
                  <a16:creationId xmlns:a16="http://schemas.microsoft.com/office/drawing/2014/main" id="{BB067DB9-9817-3291-85C6-737D80E4A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" y="0"/>
              <a:ext cx="19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</a:t>
              </a:r>
              <a:r>
                <a:rPr lang="zh-CN" altLang="en-US" sz="2800" b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</a:p>
          </p:txBody>
        </p:sp>
        <p:graphicFrame>
          <p:nvGraphicFramePr>
            <p:cNvPr id="345100" name="Object 12">
              <a:extLst>
                <a:ext uri="{FF2B5EF4-FFF2-40B4-BE49-F238E27FC236}">
                  <a16:creationId xmlns:a16="http://schemas.microsoft.com/office/drawing/2014/main" id="{BC0A3525-7085-1D9D-1BA1-A70E551554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09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1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45100" name="Object 12">
                          <a:extLst>
                            <a:ext uri="{FF2B5EF4-FFF2-40B4-BE49-F238E27FC236}">
                              <a16:creationId xmlns:a16="http://schemas.microsoft.com/office/drawing/2014/main" id="{BC0A3525-7085-1D9D-1BA1-A70E55155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9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5101" name="Group 13">
            <a:extLst>
              <a:ext uri="{FF2B5EF4-FFF2-40B4-BE49-F238E27FC236}">
                <a16:creationId xmlns:a16="http://schemas.microsoft.com/office/drawing/2014/main" id="{E89A454F-CE1A-06A5-0759-7F884AF3F69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789363"/>
            <a:ext cx="7920038" cy="1009650"/>
            <a:chOff x="0" y="0"/>
            <a:chExt cx="4989" cy="636"/>
          </a:xfrm>
        </p:grpSpPr>
        <p:graphicFrame>
          <p:nvGraphicFramePr>
            <p:cNvPr id="345102" name="Object 14">
              <a:extLst>
                <a:ext uri="{FF2B5EF4-FFF2-40B4-BE49-F238E27FC236}">
                  <a16:creationId xmlns:a16="http://schemas.microsoft.com/office/drawing/2014/main" id="{F947CB5D-B2D7-0129-5068-3E6945418E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3" y="0"/>
            <a:ext cx="1406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2" r:id="rId8" imgW="21653500" imgH="9944100" progId="Equation.3">
                    <p:embed/>
                  </p:oleObj>
                </mc:Choice>
                <mc:Fallback>
                  <p:oleObj r:id="rId8" imgW="21653500" imgH="9944100" progId="Equation.3">
                    <p:embed/>
                    <p:pic>
                      <p:nvPicPr>
                        <p:cNvPr id="345102" name="Object 14">
                          <a:extLst>
                            <a:ext uri="{FF2B5EF4-FFF2-40B4-BE49-F238E27FC236}">
                              <a16:creationId xmlns:a16="http://schemas.microsoft.com/office/drawing/2014/main" id="{F947CB5D-B2D7-0129-5068-3E6945418E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" y="0"/>
                          <a:ext cx="1406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03" name="Rectangle 15">
              <a:extLst>
                <a:ext uri="{FF2B5EF4-FFF2-40B4-BE49-F238E27FC236}">
                  <a16:creationId xmlns:a16="http://schemas.microsoft.com/office/drawing/2014/main" id="{8D2505A3-0A16-AFAE-5664-2DA66DD7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6"/>
              <a:ext cx="3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服从什么分布，样本的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</p:grpSp>
      <p:grpSp>
        <p:nvGrpSpPr>
          <p:cNvPr id="345104" name="Group 16">
            <a:extLst>
              <a:ext uri="{FF2B5EF4-FFF2-40B4-BE49-F238E27FC236}">
                <a16:creationId xmlns:a16="http://schemas.microsoft.com/office/drawing/2014/main" id="{00264B38-3771-357C-09C5-0602EC515CA1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349500"/>
            <a:ext cx="8369300" cy="579438"/>
            <a:chOff x="0" y="0"/>
            <a:chExt cx="5272" cy="365"/>
          </a:xfrm>
        </p:grpSpPr>
        <p:sp>
          <p:nvSpPr>
            <p:cNvPr id="345105" name="Rectangle 17">
              <a:extLst>
                <a:ext uri="{FF2B5EF4-FFF2-40B4-BE49-F238E27FC236}">
                  <a16:creationId xmlns:a16="http://schemas.microsoft.com/office/drawing/2014/main" id="{B93D7306-6AF2-3353-AF26-3E88A9660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7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345106" name="Object 18">
              <a:extLst>
                <a:ext uri="{FF2B5EF4-FFF2-40B4-BE49-F238E27FC236}">
                  <a16:creationId xmlns:a16="http://schemas.microsoft.com/office/drawing/2014/main" id="{21B32E92-4A75-8584-9910-50E909F4D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0"/>
            <a:ext cx="1959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3" r:id="rId10" imgW="28968700" imgH="5562600" progId="Equation.3">
                    <p:embed/>
                  </p:oleObj>
                </mc:Choice>
                <mc:Fallback>
                  <p:oleObj r:id="rId10" imgW="28968700" imgH="5562600" progId="Equation.3">
                    <p:embed/>
                    <p:pic>
                      <p:nvPicPr>
                        <p:cNvPr id="345106" name="Object 18">
                          <a:extLst>
                            <a:ext uri="{FF2B5EF4-FFF2-40B4-BE49-F238E27FC236}">
                              <a16:creationId xmlns:a16="http://schemas.microsoft.com/office/drawing/2014/main" id="{21B32E92-4A75-8584-9910-50E909F4D4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0"/>
                          <a:ext cx="1959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07" name="Rectangle 19">
              <a:extLst>
                <a:ext uri="{FF2B5EF4-FFF2-40B4-BE49-F238E27FC236}">
                  <a16:creationId xmlns:a16="http://schemas.microsoft.com/office/drawing/2014/main" id="{8BEF1B21-685C-86EC-C9A4-A635DA04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0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存在，</a:t>
              </a:r>
            </a:p>
          </p:txBody>
        </p:sp>
      </p:grpSp>
      <p:grpSp>
        <p:nvGrpSpPr>
          <p:cNvPr id="345108" name="Group 20">
            <a:extLst>
              <a:ext uri="{FF2B5EF4-FFF2-40B4-BE49-F238E27FC236}">
                <a16:creationId xmlns:a16="http://schemas.microsoft.com/office/drawing/2014/main" id="{C3536779-3DF7-1120-2240-610773A784C7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3032125"/>
            <a:ext cx="8353425" cy="698500"/>
            <a:chOff x="0" y="22"/>
            <a:chExt cx="5262" cy="440"/>
          </a:xfrm>
        </p:grpSpPr>
        <p:graphicFrame>
          <p:nvGraphicFramePr>
            <p:cNvPr id="345109" name="Object 21">
              <a:extLst>
                <a:ext uri="{FF2B5EF4-FFF2-40B4-BE49-F238E27FC236}">
                  <a16:creationId xmlns:a16="http://schemas.microsoft.com/office/drawing/2014/main" id="{B53A346C-7B46-8B54-811A-E1C65C1E6D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136"/>
            <a:ext cx="99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4" r:id="rId12" imgW="16090900" imgH="5270500" progId="Equation.3">
                    <p:embed/>
                  </p:oleObj>
                </mc:Choice>
                <mc:Fallback>
                  <p:oleObj r:id="rId12" imgW="16090900" imgH="5270500" progId="Equation.3">
                    <p:embed/>
                    <p:pic>
                      <p:nvPicPr>
                        <p:cNvPr id="345109" name="Object 21">
                          <a:extLst>
                            <a:ext uri="{FF2B5EF4-FFF2-40B4-BE49-F238E27FC236}">
                              <a16:creationId xmlns:a16="http://schemas.microsoft.com/office/drawing/2014/main" id="{B53A346C-7B46-8B54-811A-E1C65C1E6D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6"/>
                          <a:ext cx="998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10" name="Rectangle 22">
              <a:extLst>
                <a:ext uri="{FF2B5EF4-FFF2-40B4-BE49-F238E27FC236}">
                  <a16:creationId xmlns:a16="http://schemas.microsoft.com/office/drawing/2014/main" id="{F9EBD5A9-51B6-C352-4074-0BB10B3F0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22"/>
              <a:ext cx="421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 一个样本，试证明：不论</a:t>
              </a:r>
            </a:p>
          </p:txBody>
        </p:sp>
      </p:grpSp>
      <p:grpSp>
        <p:nvGrpSpPr>
          <p:cNvPr id="345111" name="Group 23">
            <a:extLst>
              <a:ext uri="{FF2B5EF4-FFF2-40B4-BE49-F238E27FC236}">
                <a16:creationId xmlns:a16="http://schemas.microsoft.com/office/drawing/2014/main" id="{E372FB1D-3C2E-DF2C-0AE2-9506AEF6CB7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652964"/>
            <a:ext cx="4859337" cy="663575"/>
            <a:chOff x="0" y="0"/>
            <a:chExt cx="3061" cy="418"/>
          </a:xfrm>
        </p:grpSpPr>
        <p:sp>
          <p:nvSpPr>
            <p:cNvPr id="345112" name="Rectangle 24">
              <a:extLst>
                <a:ext uri="{FF2B5EF4-FFF2-40B4-BE49-F238E27FC236}">
                  <a16:creationId xmlns:a16="http://schemas.microsoft.com/office/drawing/2014/main" id="{4F150EF2-ADD5-98CD-38CB-57D0576AD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58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sp>
          <p:nvSpPr>
            <p:cNvPr id="345113" name="Rectangle 25">
              <a:extLst>
                <a:ext uri="{FF2B5EF4-FFF2-40B4-BE49-F238E27FC236}">
                  <a16:creationId xmlns:a16="http://schemas.microsoft.com/office/drawing/2014/main" id="{FB9AF40B-E76A-0BC5-A0DF-554EDD522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91"/>
              <a:ext cx="12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45114" name="Object 26">
              <a:extLst>
                <a:ext uri="{FF2B5EF4-FFF2-40B4-BE49-F238E27FC236}">
                  <a16:creationId xmlns:a16="http://schemas.microsoft.com/office/drawing/2014/main" id="{730ED704-61CE-42B8-E4FD-B889D87BC8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97" y="91"/>
            <a:ext cx="29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5" r:id="rId14" imgW="4686300" imgH="5270500" progId="Equation.3">
                    <p:embed/>
                  </p:oleObj>
                </mc:Choice>
                <mc:Fallback>
                  <p:oleObj r:id="rId14" imgW="4686300" imgH="5270500" progId="Equation.3">
                    <p:embed/>
                    <p:pic>
                      <p:nvPicPr>
                        <p:cNvPr id="345114" name="Object 26">
                          <a:extLst>
                            <a:ext uri="{FF2B5EF4-FFF2-40B4-BE49-F238E27FC236}">
                              <a16:creationId xmlns:a16="http://schemas.microsoft.com/office/drawing/2014/main" id="{730ED704-61CE-42B8-E4FD-B889D87BC8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91"/>
                          <a:ext cx="29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2">
            <a:extLst>
              <a:ext uri="{FF2B5EF4-FFF2-40B4-BE49-F238E27FC236}">
                <a16:creationId xmlns:a16="http://schemas.microsoft.com/office/drawing/2014/main" id="{AC25F998-3A98-56D1-0A51-7C3CB6D77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88914"/>
            <a:ext cx="172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aphicFrame>
        <p:nvGraphicFramePr>
          <p:cNvPr id="346115" name="Object 3">
            <a:extLst>
              <a:ext uri="{FF2B5EF4-FFF2-40B4-BE49-F238E27FC236}">
                <a16:creationId xmlns:a16="http://schemas.microsoft.com/office/drawing/2014/main" id="{9404CD26-D3F5-E571-FA7F-FD0C259E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2636838"/>
          <a:ext cx="9445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8" r:id="rId3" imgW="10528300" imgH="5270500" progId="Equation.3">
                  <p:embed/>
                </p:oleObj>
              </mc:Choice>
              <mc:Fallback>
                <p:oleObj r:id="rId3" imgW="10528300" imgH="5270500" progId="Equation.3">
                  <p:embed/>
                  <p:pic>
                    <p:nvPicPr>
                      <p:cNvPr id="346115" name="Object 3">
                        <a:extLst>
                          <a:ext uri="{FF2B5EF4-FFF2-40B4-BE49-F238E27FC236}">
                            <a16:creationId xmlns:a16="http://schemas.microsoft.com/office/drawing/2014/main" id="{9404CD26-D3F5-E571-FA7F-FD0C259ED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636838"/>
                        <a:ext cx="9445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6" name="Object 4">
            <a:extLst>
              <a:ext uri="{FF2B5EF4-FFF2-40B4-BE49-F238E27FC236}">
                <a16:creationId xmlns:a16="http://schemas.microsoft.com/office/drawing/2014/main" id="{CD91BEF1-2511-39AC-BF67-D60FE2964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1557338"/>
          <a:ext cx="35988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9" r:id="rId5" imgW="38328600" imgH="5562600" progId="Equation.3">
                  <p:embed/>
                </p:oleObj>
              </mc:Choice>
              <mc:Fallback>
                <p:oleObj r:id="rId5" imgW="38328600" imgH="5562600" progId="Equation.3">
                  <p:embed/>
                  <p:pic>
                    <p:nvPicPr>
                      <p:cNvPr id="346116" name="Object 4">
                        <a:extLst>
                          <a:ext uri="{FF2B5EF4-FFF2-40B4-BE49-F238E27FC236}">
                            <a16:creationId xmlns:a16="http://schemas.microsoft.com/office/drawing/2014/main" id="{CD91BEF1-2511-39AC-BF67-D60FE2964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1557338"/>
                        <a:ext cx="35988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7" name="Rectangle 5">
            <a:extLst>
              <a:ext uri="{FF2B5EF4-FFF2-40B4-BE49-F238E27FC236}">
                <a16:creationId xmlns:a16="http://schemas.microsoft.com/office/drawing/2014/main" id="{5F620C12-9197-F65B-77D2-D14F006A2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836613"/>
            <a:ext cx="7561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由于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…,X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和总体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同分布，因而</a:t>
            </a:r>
          </a:p>
        </p:txBody>
      </p:sp>
      <p:graphicFrame>
        <p:nvGraphicFramePr>
          <p:cNvPr id="346118" name="Object 6">
            <a:extLst>
              <a:ext uri="{FF2B5EF4-FFF2-40B4-BE49-F238E27FC236}">
                <a16:creationId xmlns:a16="http://schemas.microsoft.com/office/drawing/2014/main" id="{6D25388D-A72F-247E-C96F-0992B9A06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2565401"/>
          <a:ext cx="84931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0" r:id="rId7" imgW="7607300" imgH="5270500" progId="Equation.3">
                  <p:embed/>
                </p:oleObj>
              </mc:Choice>
              <mc:Fallback>
                <p:oleObj r:id="rId7" imgW="7607300" imgH="5270500" progId="Equation.3">
                  <p:embed/>
                  <p:pic>
                    <p:nvPicPr>
                      <p:cNvPr id="346118" name="Object 6">
                        <a:extLst>
                          <a:ext uri="{FF2B5EF4-FFF2-40B4-BE49-F238E27FC236}">
                            <a16:creationId xmlns:a16="http://schemas.microsoft.com/office/drawing/2014/main" id="{6D25388D-A72F-247E-C96F-0992B9A06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2565401"/>
                        <a:ext cx="849312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9" name="Object 7">
            <a:extLst>
              <a:ext uri="{FF2B5EF4-FFF2-40B4-BE49-F238E27FC236}">
                <a16:creationId xmlns:a16="http://schemas.microsoft.com/office/drawing/2014/main" id="{80B5AA04-293D-B730-5EBC-32C736638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2420939"/>
          <a:ext cx="17287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1" r:id="rId9" imgW="21653500" imgH="9944100" progId="Equation.3">
                  <p:embed/>
                </p:oleObj>
              </mc:Choice>
              <mc:Fallback>
                <p:oleObj r:id="rId9" imgW="21653500" imgH="9944100" progId="Equation.3">
                  <p:embed/>
                  <p:pic>
                    <p:nvPicPr>
                      <p:cNvPr id="346119" name="Object 7">
                        <a:extLst>
                          <a:ext uri="{FF2B5EF4-FFF2-40B4-BE49-F238E27FC236}">
                            <a16:creationId xmlns:a16="http://schemas.microsoft.com/office/drawing/2014/main" id="{80B5AA04-293D-B730-5EBC-32C736638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2420939"/>
                        <a:ext cx="17287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0" name="Object 8">
            <a:extLst>
              <a:ext uri="{FF2B5EF4-FFF2-40B4-BE49-F238E27FC236}">
                <a16:creationId xmlns:a16="http://schemas.microsoft.com/office/drawing/2014/main" id="{F1455E2F-9D42-907E-4DB4-552D15DE0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2420939"/>
          <a:ext cx="14081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2" r:id="rId11" imgW="16383000" imgH="9359900" progId="Equation.3">
                  <p:embed/>
                </p:oleObj>
              </mc:Choice>
              <mc:Fallback>
                <p:oleObj r:id="rId11" imgW="16383000" imgH="9359900" progId="Equation.3">
                  <p:embed/>
                  <p:pic>
                    <p:nvPicPr>
                      <p:cNvPr id="346120" name="Object 8">
                        <a:extLst>
                          <a:ext uri="{FF2B5EF4-FFF2-40B4-BE49-F238E27FC236}">
                            <a16:creationId xmlns:a16="http://schemas.microsoft.com/office/drawing/2014/main" id="{F1455E2F-9D42-907E-4DB4-552D15DE0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2420939"/>
                        <a:ext cx="14081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1" name="Object 9">
            <a:extLst>
              <a:ext uri="{FF2B5EF4-FFF2-40B4-BE49-F238E27FC236}">
                <a16:creationId xmlns:a16="http://schemas.microsoft.com/office/drawing/2014/main" id="{7CF92A1A-8FF4-3A69-55E4-E0248661F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420939"/>
          <a:ext cx="19446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3" r:id="rId13" imgW="21653500" imgH="9944100" progId="Equation.3">
                  <p:embed/>
                </p:oleObj>
              </mc:Choice>
              <mc:Fallback>
                <p:oleObj r:id="rId13" imgW="21653500" imgH="9944100" progId="Equation.3">
                  <p:embed/>
                  <p:pic>
                    <p:nvPicPr>
                      <p:cNvPr id="346121" name="Object 9">
                        <a:extLst>
                          <a:ext uri="{FF2B5EF4-FFF2-40B4-BE49-F238E27FC236}">
                            <a16:creationId xmlns:a16="http://schemas.microsoft.com/office/drawing/2014/main" id="{7CF92A1A-8FF4-3A69-55E4-E0248661F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420939"/>
                        <a:ext cx="1944688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6122" name="Group 10">
            <a:extLst>
              <a:ext uri="{FF2B5EF4-FFF2-40B4-BE49-F238E27FC236}">
                <a16:creationId xmlns:a16="http://schemas.microsoft.com/office/drawing/2014/main" id="{C01DF97A-E27E-662F-BA13-F970E316EDE6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500438"/>
            <a:ext cx="7666038" cy="1009650"/>
            <a:chOff x="0" y="0"/>
            <a:chExt cx="4829" cy="636"/>
          </a:xfrm>
        </p:grpSpPr>
        <p:sp>
          <p:nvSpPr>
            <p:cNvPr id="346123" name="Rectangle 11">
              <a:extLst>
                <a:ext uri="{FF2B5EF4-FFF2-40B4-BE49-F238E27FC236}">
                  <a16:creationId xmlns:a16="http://schemas.microsoft.com/office/drawing/2014/main" id="{BB967687-6539-C868-D8EB-EA839D5B7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213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所以样本的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346124" name="Object 12">
              <a:extLst>
                <a:ext uri="{FF2B5EF4-FFF2-40B4-BE49-F238E27FC236}">
                  <a16:creationId xmlns:a16="http://schemas.microsoft.com/office/drawing/2014/main" id="{BACC86B3-D842-A2D9-EB46-4E6CDA09A1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0" y="0"/>
            <a:ext cx="1406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4" r:id="rId15" imgW="21653500" imgH="9944100" progId="Equation.3">
                    <p:embed/>
                  </p:oleObj>
                </mc:Choice>
                <mc:Fallback>
                  <p:oleObj r:id="rId15" imgW="21653500" imgH="9944100" progId="Equation.3">
                    <p:embed/>
                    <p:pic>
                      <p:nvPicPr>
                        <p:cNvPr id="346124" name="Object 12">
                          <a:extLst>
                            <a:ext uri="{FF2B5EF4-FFF2-40B4-BE49-F238E27FC236}">
                              <a16:creationId xmlns:a16="http://schemas.microsoft.com/office/drawing/2014/main" id="{BACC86B3-D842-A2D9-EB46-4E6CDA09A1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0"/>
                          <a:ext cx="1406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6125" name="Rectangle 13">
              <a:extLst>
                <a:ext uri="{FF2B5EF4-FFF2-40B4-BE49-F238E27FC236}">
                  <a16:creationId xmlns:a16="http://schemas.microsoft.com/office/drawing/2014/main" id="{65438631-0AED-DA65-ACE3-6776685A2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91"/>
              <a:ext cx="147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</p:grpSp>
      <p:grpSp>
        <p:nvGrpSpPr>
          <p:cNvPr id="346126" name="Group 14">
            <a:extLst>
              <a:ext uri="{FF2B5EF4-FFF2-40B4-BE49-F238E27FC236}">
                <a16:creationId xmlns:a16="http://schemas.microsoft.com/office/drawing/2014/main" id="{FA5717BD-CB33-3363-5C55-48A645EF43F1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4437063"/>
            <a:ext cx="4897437" cy="690562"/>
            <a:chOff x="0" y="0"/>
            <a:chExt cx="2461" cy="435"/>
          </a:xfrm>
        </p:grpSpPr>
        <p:sp>
          <p:nvSpPr>
            <p:cNvPr id="346127" name="Rectangle 15">
              <a:extLst>
                <a:ext uri="{FF2B5EF4-FFF2-40B4-BE49-F238E27FC236}">
                  <a16:creationId xmlns:a16="http://schemas.microsoft.com/office/drawing/2014/main" id="{E7B4FA1C-77E0-F9EB-1507-626DECDE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0"/>
              <a:ext cx="1236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</a:p>
          </p:txBody>
        </p:sp>
        <p:graphicFrame>
          <p:nvGraphicFramePr>
            <p:cNvPr id="346128" name="Object 16">
              <a:extLst>
                <a:ext uri="{FF2B5EF4-FFF2-40B4-BE49-F238E27FC236}">
                  <a16:creationId xmlns:a16="http://schemas.microsoft.com/office/drawing/2014/main" id="{AE73FE15-BECD-4B9B-AA32-59B59871A3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91"/>
            <a:ext cx="121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5" r:id="rId17" imgW="19304000" imgH="5562600" progId="Equation.3">
                    <p:embed/>
                  </p:oleObj>
                </mc:Choice>
                <mc:Fallback>
                  <p:oleObj r:id="rId17" imgW="19304000" imgH="5562600" progId="Equation.3">
                    <p:embed/>
                    <p:pic>
                      <p:nvPicPr>
                        <p:cNvPr id="346128" name="Object 16">
                          <a:extLst>
                            <a:ext uri="{FF2B5EF4-FFF2-40B4-BE49-F238E27FC236}">
                              <a16:creationId xmlns:a16="http://schemas.microsoft.com/office/drawing/2014/main" id="{AE73FE15-BECD-4B9B-AA32-59B59871A3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1"/>
                          <a:ext cx="121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4" grpId="0" autoUpdateAnimBg="0"/>
      <p:bldP spid="346117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>
            <a:extLst>
              <a:ext uri="{FF2B5EF4-FFF2-40B4-BE49-F238E27FC236}">
                <a16:creationId xmlns:a16="http://schemas.microsoft.com/office/drawing/2014/main" id="{A31C520C-FD3A-8B4A-C7A2-49F5F1F5D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49275"/>
            <a:ext cx="7921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例2.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的期望与方差存在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的样本为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47139" name="Group 3">
            <a:extLst>
              <a:ext uri="{FF2B5EF4-FFF2-40B4-BE49-F238E27FC236}">
                <a16:creationId xmlns:a16="http://schemas.microsoft.com/office/drawing/2014/main" id="{7DD7E022-C2F4-11A0-99E4-BF01DDFA48D4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916113"/>
            <a:ext cx="8604250" cy="969962"/>
            <a:chOff x="0" y="0"/>
            <a:chExt cx="5420" cy="611"/>
          </a:xfrm>
        </p:grpSpPr>
        <p:sp>
          <p:nvSpPr>
            <p:cNvPr id="347140" name="Text Box 4">
              <a:extLst>
                <a:ext uri="{FF2B5EF4-FFF2-40B4-BE49-F238E27FC236}">
                  <a16:creationId xmlns:a16="http://schemas.microsoft.com/office/drawing/2014/main" id="{F478E8BB-1419-4C91-024E-B645C6C07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7"/>
              <a:ext cx="54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不是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      </a:t>
              </a:r>
            </a:p>
          </p:txBody>
        </p:sp>
        <p:graphicFrame>
          <p:nvGraphicFramePr>
            <p:cNvPr id="347141" name="Object 5">
              <a:extLst>
                <a:ext uri="{FF2B5EF4-FFF2-40B4-BE49-F238E27FC236}">
                  <a16:creationId xmlns:a16="http://schemas.microsoft.com/office/drawing/2014/main" id="{EE8192DC-9EA6-AB75-AB24-C7EE62E3E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0"/>
            <a:ext cx="1563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42" r:id="rId3" imgW="32766000" imgH="9944100" progId="Equation.3">
                    <p:embed/>
                  </p:oleObj>
                </mc:Choice>
                <mc:Fallback>
                  <p:oleObj r:id="rId3" imgW="32766000" imgH="9944100" progId="Equation.3">
                    <p:embed/>
                    <p:pic>
                      <p:nvPicPr>
                        <p:cNvPr id="347141" name="Object 5">
                          <a:extLst>
                            <a:ext uri="{FF2B5EF4-FFF2-40B4-BE49-F238E27FC236}">
                              <a16:creationId xmlns:a16="http://schemas.microsoft.com/office/drawing/2014/main" id="{EE8192DC-9EA6-AB75-AB24-C7EE62E3E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0"/>
                          <a:ext cx="1563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7142" name="Group 6">
            <a:extLst>
              <a:ext uri="{FF2B5EF4-FFF2-40B4-BE49-F238E27FC236}">
                <a16:creationId xmlns:a16="http://schemas.microsoft.com/office/drawing/2014/main" id="{815BCE08-CDDD-A35E-2DA6-F313911C5A0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781301"/>
            <a:ext cx="7231062" cy="944563"/>
            <a:chOff x="0" y="0"/>
            <a:chExt cx="4555" cy="595"/>
          </a:xfrm>
        </p:grpSpPr>
        <p:sp>
          <p:nvSpPr>
            <p:cNvPr id="347143" name="Text Box 7">
              <a:extLst>
                <a:ext uri="{FF2B5EF4-FFF2-40B4-BE49-F238E27FC236}">
                  <a16:creationId xmlns:a16="http://schemas.microsoft.com/office/drawing/2014/main" id="{8055DF86-D411-6C40-28B4-4FB277C8D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1"/>
              <a:ext cx="45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(2)   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 </a:t>
              </a:r>
            </a:p>
          </p:txBody>
        </p:sp>
        <p:graphicFrame>
          <p:nvGraphicFramePr>
            <p:cNvPr id="347144" name="Object 8">
              <a:extLst>
                <a:ext uri="{FF2B5EF4-FFF2-40B4-BE49-F238E27FC236}">
                  <a16:creationId xmlns:a16="http://schemas.microsoft.com/office/drawing/2014/main" id="{2289DA83-3B4E-B476-43E3-F8741CB86F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" y="0"/>
            <a:ext cx="1814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43" r:id="rId5" imgW="36868100" imgH="9944100" progId="Equation.3">
                    <p:embed/>
                  </p:oleObj>
                </mc:Choice>
                <mc:Fallback>
                  <p:oleObj r:id="rId5" imgW="36868100" imgH="9944100" progId="Equation.3">
                    <p:embed/>
                    <p:pic>
                      <p:nvPicPr>
                        <p:cNvPr id="347144" name="Object 8">
                          <a:extLst>
                            <a:ext uri="{FF2B5EF4-FFF2-40B4-BE49-F238E27FC236}">
                              <a16:creationId xmlns:a16="http://schemas.microsoft.com/office/drawing/2014/main" id="{2289DA83-3B4E-B476-43E3-F8741CB86F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0"/>
                          <a:ext cx="1814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7145" name="Text Box 9">
            <a:extLst>
              <a:ext uri="{FF2B5EF4-FFF2-40B4-BE49-F238E27FC236}">
                <a16:creationId xmlns:a16="http://schemas.microsoft.com/office/drawing/2014/main" id="{7C6D8532-3CD8-B8CC-C172-51D36F08D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4005264"/>
            <a:ext cx="2124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pSp>
        <p:nvGrpSpPr>
          <p:cNvPr id="347146" name="Group 10">
            <a:extLst>
              <a:ext uri="{FF2B5EF4-FFF2-40B4-BE49-F238E27FC236}">
                <a16:creationId xmlns:a16="http://schemas.microsoft.com/office/drawing/2014/main" id="{8AC92981-E29D-15C1-3115-DC4FF8E533FD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4005264"/>
            <a:ext cx="6551612" cy="814387"/>
            <a:chOff x="0" y="0"/>
            <a:chExt cx="4127" cy="513"/>
          </a:xfrm>
        </p:grpSpPr>
        <p:graphicFrame>
          <p:nvGraphicFramePr>
            <p:cNvPr id="347147" name="Object 11">
              <a:extLst>
                <a:ext uri="{FF2B5EF4-FFF2-40B4-BE49-F238E27FC236}">
                  <a16:creationId xmlns:a16="http://schemas.microsoft.com/office/drawing/2014/main" id="{1C8B8013-05CA-51B8-AE8F-5A4D89718E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" y="0"/>
            <a:ext cx="3265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44" r:id="rId7" imgW="47688500" imgH="9944100" progId="Equation.3">
                    <p:embed/>
                  </p:oleObj>
                </mc:Choice>
                <mc:Fallback>
                  <p:oleObj r:id="rId7" imgW="47688500" imgH="9944100" progId="Equation.3">
                    <p:embed/>
                    <p:pic>
                      <p:nvPicPr>
                        <p:cNvPr id="347147" name="Object 11">
                          <a:extLst>
                            <a:ext uri="{FF2B5EF4-FFF2-40B4-BE49-F238E27FC236}">
                              <a16:creationId xmlns:a16="http://schemas.microsoft.com/office/drawing/2014/main" id="{1C8B8013-05CA-51B8-AE8F-5A4D89718E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0"/>
                          <a:ext cx="3265" cy="513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39000"/>
                          </a:srgbClr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48" name="Rectangle 12">
              <a:extLst>
                <a:ext uri="{FF2B5EF4-FFF2-40B4-BE49-F238E27FC236}">
                  <a16:creationId xmlns:a16="http://schemas.microsoft.com/office/drawing/2014/main" id="{458A5E52-3549-C988-41AD-58ABFFF15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10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先证明</a:t>
              </a:r>
            </a:p>
          </p:txBody>
        </p:sp>
      </p:grpSp>
      <p:grpSp>
        <p:nvGrpSpPr>
          <p:cNvPr id="347149" name="Group 13">
            <a:extLst>
              <a:ext uri="{FF2B5EF4-FFF2-40B4-BE49-F238E27FC236}">
                <a16:creationId xmlns:a16="http://schemas.microsoft.com/office/drawing/2014/main" id="{ECD86277-D685-4FDC-C6BC-D7BC0EF56903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1196975"/>
            <a:ext cx="4900612" cy="584200"/>
            <a:chOff x="0" y="0"/>
            <a:chExt cx="3087" cy="368"/>
          </a:xfrm>
        </p:grpSpPr>
        <p:graphicFrame>
          <p:nvGraphicFramePr>
            <p:cNvPr id="347150" name="Object 14">
              <a:extLst>
                <a:ext uri="{FF2B5EF4-FFF2-40B4-BE49-F238E27FC236}">
                  <a16:creationId xmlns:a16="http://schemas.microsoft.com/office/drawing/2014/main" id="{9DF00F39-ECF2-6E4B-B91C-1284606568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5"/>
            <a:ext cx="121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45" r:id="rId9" imgW="24574500" imgH="5270500" progId="Equation.3">
                    <p:embed/>
                  </p:oleObj>
                </mc:Choice>
                <mc:Fallback>
                  <p:oleObj r:id="rId9" imgW="24574500" imgH="5270500" progId="Equation.3">
                    <p:embed/>
                    <p:pic>
                      <p:nvPicPr>
                        <p:cNvPr id="347150" name="Object 14">
                          <a:extLst>
                            <a:ext uri="{FF2B5EF4-FFF2-40B4-BE49-F238E27FC236}">
                              <a16:creationId xmlns:a16="http://schemas.microsoft.com/office/drawing/2014/main" id="{9DF00F39-ECF2-6E4B-B91C-1284606568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5"/>
                          <a:ext cx="121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51" name="Text Box 15">
              <a:extLst>
                <a:ext uri="{FF2B5EF4-FFF2-40B4-BE49-F238E27FC236}">
                  <a16:creationId xmlns:a16="http://schemas.microsoft.com/office/drawing/2014/main" id="{9EA80817-B7B0-E7C3-58BC-76CC197B3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6" y="0"/>
              <a:ext cx="9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&gt; 1) . </a:t>
              </a:r>
            </a:p>
          </p:txBody>
        </p:sp>
        <p:sp>
          <p:nvSpPr>
            <p:cNvPr id="347152" name="Text Box 16">
              <a:extLst>
                <a:ext uri="{FF2B5EF4-FFF2-40B4-BE49-F238E27FC236}">
                  <a16:creationId xmlns:a16="http://schemas.microsoft.com/office/drawing/2014/main" id="{B6E78837-925F-611C-70EB-470D72DCA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3" y="0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证明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 autoUpdateAnimBg="0"/>
      <p:bldP spid="34714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62" name="Object 2">
            <a:extLst>
              <a:ext uri="{FF2B5EF4-FFF2-40B4-BE49-F238E27FC236}">
                <a16:creationId xmlns:a16="http://schemas.microsoft.com/office/drawing/2014/main" id="{D31A0126-A79D-C206-69E4-B7137C86A7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404813"/>
          <a:ext cx="70294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6" r:id="rId3" imgW="63195200" imgH="9944100" progId="Equation.3">
                  <p:embed/>
                </p:oleObj>
              </mc:Choice>
              <mc:Fallback>
                <p:oleObj r:id="rId3" imgW="63195200" imgH="9944100" progId="Equation.3">
                  <p:embed/>
                  <p:pic>
                    <p:nvPicPr>
                      <p:cNvPr id="348162" name="Object 2">
                        <a:extLst>
                          <a:ext uri="{FF2B5EF4-FFF2-40B4-BE49-F238E27FC236}">
                            <a16:creationId xmlns:a16="http://schemas.microsoft.com/office/drawing/2014/main" id="{D31A0126-A79D-C206-69E4-B7137C86A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04813"/>
                        <a:ext cx="702945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3" name="Object 3">
            <a:extLst>
              <a:ext uri="{FF2B5EF4-FFF2-40B4-BE49-F238E27FC236}">
                <a16:creationId xmlns:a16="http://schemas.microsoft.com/office/drawing/2014/main" id="{7C5DEBB3-B769-61C4-19E2-0FC19DB845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3933825"/>
          <a:ext cx="27781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7" r:id="rId5" imgW="23990300" imgH="9944100" progId="Equation.3">
                  <p:embed/>
                </p:oleObj>
              </mc:Choice>
              <mc:Fallback>
                <p:oleObj r:id="rId5" imgW="23990300" imgH="9944100" progId="Equation.3">
                  <p:embed/>
                  <p:pic>
                    <p:nvPicPr>
                      <p:cNvPr id="348163" name="Object 3">
                        <a:extLst>
                          <a:ext uri="{FF2B5EF4-FFF2-40B4-BE49-F238E27FC236}">
                            <a16:creationId xmlns:a16="http://schemas.microsoft.com/office/drawing/2014/main" id="{7C5DEBB3-B769-61C4-19E2-0FC19DB845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3933825"/>
                        <a:ext cx="27781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4" name="Object 4">
            <a:extLst>
              <a:ext uri="{FF2B5EF4-FFF2-40B4-BE49-F238E27FC236}">
                <a16:creationId xmlns:a16="http://schemas.microsoft.com/office/drawing/2014/main" id="{6873401B-0B73-8D46-5CF6-52F359078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628775"/>
          <a:ext cx="53197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8" r:id="rId7" imgW="45935900" imgH="9944100" progId="Equation.3">
                  <p:embed/>
                </p:oleObj>
              </mc:Choice>
              <mc:Fallback>
                <p:oleObj r:id="rId7" imgW="45935900" imgH="9944100" progId="Equation.3">
                  <p:embed/>
                  <p:pic>
                    <p:nvPicPr>
                      <p:cNvPr id="348164" name="Object 4">
                        <a:extLst>
                          <a:ext uri="{FF2B5EF4-FFF2-40B4-BE49-F238E27FC236}">
                            <a16:creationId xmlns:a16="http://schemas.microsoft.com/office/drawing/2014/main" id="{6873401B-0B73-8D46-5CF6-52F359078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628775"/>
                        <a:ext cx="53197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5" name="Object 5">
            <a:extLst>
              <a:ext uri="{FF2B5EF4-FFF2-40B4-BE49-F238E27FC236}">
                <a16:creationId xmlns:a16="http://schemas.microsoft.com/office/drawing/2014/main" id="{8B011EA6-F296-ABD2-25DE-750EEC898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2852738"/>
          <a:ext cx="46767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9" r:id="rId9" imgW="40373300" imgH="9944100" progId="Equation.3">
                  <p:embed/>
                </p:oleObj>
              </mc:Choice>
              <mc:Fallback>
                <p:oleObj r:id="rId9" imgW="40373300" imgH="9944100" progId="Equation.3">
                  <p:embed/>
                  <p:pic>
                    <p:nvPicPr>
                      <p:cNvPr id="348165" name="Object 5">
                        <a:extLst>
                          <a:ext uri="{FF2B5EF4-FFF2-40B4-BE49-F238E27FC236}">
                            <a16:creationId xmlns:a16="http://schemas.microsoft.com/office/drawing/2014/main" id="{8B011EA6-F296-ABD2-25DE-750EEC898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852738"/>
                        <a:ext cx="46767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6" name="Object 6">
            <a:extLst>
              <a:ext uri="{FF2B5EF4-FFF2-40B4-BE49-F238E27FC236}">
                <a16:creationId xmlns:a16="http://schemas.microsoft.com/office/drawing/2014/main" id="{5DAC786D-C87A-E8CA-D5CD-F3EA99436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4005263"/>
          <a:ext cx="32877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0" r:id="rId11" imgW="28384500" imgH="9944100" progId="Equation.3">
                  <p:embed/>
                </p:oleObj>
              </mc:Choice>
              <mc:Fallback>
                <p:oleObj r:id="rId11" imgW="28384500" imgH="9944100" progId="Equation.3">
                  <p:embed/>
                  <p:pic>
                    <p:nvPicPr>
                      <p:cNvPr id="348166" name="Object 6">
                        <a:extLst>
                          <a:ext uri="{FF2B5EF4-FFF2-40B4-BE49-F238E27FC236}">
                            <a16:creationId xmlns:a16="http://schemas.microsoft.com/office/drawing/2014/main" id="{5DAC786D-C87A-E8CA-D5CD-F3EA99436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005263"/>
                        <a:ext cx="32877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167" name="Group 7">
            <a:extLst>
              <a:ext uri="{FF2B5EF4-FFF2-40B4-BE49-F238E27FC236}">
                <a16:creationId xmlns:a16="http://schemas.microsoft.com/office/drawing/2014/main" id="{028AB1EB-FEAD-39B9-848B-4466AB53AFA3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5157788"/>
            <a:ext cx="7053262" cy="1143000"/>
            <a:chOff x="0" y="0"/>
            <a:chExt cx="4443" cy="720"/>
          </a:xfrm>
        </p:grpSpPr>
        <p:graphicFrame>
          <p:nvGraphicFramePr>
            <p:cNvPr id="348168" name="Object 8">
              <a:extLst>
                <a:ext uri="{FF2B5EF4-FFF2-40B4-BE49-F238E27FC236}">
                  <a16:creationId xmlns:a16="http://schemas.microsoft.com/office/drawing/2014/main" id="{6F9EA341-AFEF-688F-EA04-E1195478A7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4" y="0"/>
            <a:ext cx="3479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01" r:id="rId13" imgW="47688500" imgH="9944100" progId="Equation.3">
                    <p:embed/>
                  </p:oleObj>
                </mc:Choice>
                <mc:Fallback>
                  <p:oleObj r:id="rId13" imgW="47688500" imgH="9944100" progId="Equation.3">
                    <p:embed/>
                    <p:pic>
                      <p:nvPicPr>
                        <p:cNvPr id="348168" name="Object 8">
                          <a:extLst>
                            <a:ext uri="{FF2B5EF4-FFF2-40B4-BE49-F238E27FC236}">
                              <a16:creationId xmlns:a16="http://schemas.microsoft.com/office/drawing/2014/main" id="{6F9EA341-AFEF-688F-EA04-E1195478A7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0"/>
                          <a:ext cx="3479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169" name="Rectangle 9">
              <a:extLst>
                <a:ext uri="{FF2B5EF4-FFF2-40B4-BE49-F238E27FC236}">
                  <a16:creationId xmlns:a16="http://schemas.microsoft.com/office/drawing/2014/main" id="{FE4CCFCD-72B3-76CF-579A-C677EEE43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2"/>
              <a:ext cx="9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所以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186" name="Object 2">
            <a:extLst>
              <a:ext uri="{FF2B5EF4-FFF2-40B4-BE49-F238E27FC236}">
                <a16:creationId xmlns:a16="http://schemas.microsoft.com/office/drawing/2014/main" id="{178F3242-958F-F691-60D9-30DA8B0FE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765175"/>
          <a:ext cx="58340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0" r:id="rId3" imgW="61734700" imgH="5562600" progId="Equation.3">
                  <p:embed/>
                </p:oleObj>
              </mc:Choice>
              <mc:Fallback>
                <p:oleObj r:id="rId3" imgW="61734700" imgH="5562600" progId="Equation.3">
                  <p:embed/>
                  <p:pic>
                    <p:nvPicPr>
                      <p:cNvPr id="349186" name="Object 2">
                        <a:extLst>
                          <a:ext uri="{FF2B5EF4-FFF2-40B4-BE49-F238E27FC236}">
                            <a16:creationId xmlns:a16="http://schemas.microsoft.com/office/drawing/2014/main" id="{178F3242-958F-F691-60D9-30DA8B0FE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765175"/>
                        <a:ext cx="583406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7" name="Object 3">
            <a:extLst>
              <a:ext uri="{FF2B5EF4-FFF2-40B4-BE49-F238E27FC236}">
                <a16:creationId xmlns:a16="http://schemas.microsoft.com/office/drawing/2014/main" id="{6A4E9E06-2A2A-EAEC-88A2-20D1588B3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431926"/>
          <a:ext cx="49704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1" r:id="rId5" imgW="48272700" imgH="9652000" progId="Equation.3">
                  <p:embed/>
                </p:oleObj>
              </mc:Choice>
              <mc:Fallback>
                <p:oleObj r:id="rId5" imgW="48272700" imgH="9652000" progId="Equation.3">
                  <p:embed/>
                  <p:pic>
                    <p:nvPicPr>
                      <p:cNvPr id="349187" name="Object 3">
                        <a:extLst>
                          <a:ext uri="{FF2B5EF4-FFF2-40B4-BE49-F238E27FC236}">
                            <a16:creationId xmlns:a16="http://schemas.microsoft.com/office/drawing/2014/main" id="{6A4E9E06-2A2A-EAEC-88A2-20D1588B3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31926"/>
                        <a:ext cx="49704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188" name="Text Box 4">
            <a:extLst>
              <a:ext uri="{FF2B5EF4-FFF2-40B4-BE49-F238E27FC236}">
                <a16:creationId xmlns:a16="http://schemas.microsoft.com/office/drawing/2014/main" id="{88E89905-8617-A78B-F34F-64EC5821D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420939"/>
            <a:ext cx="2376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因而</a:t>
            </a:r>
          </a:p>
        </p:txBody>
      </p:sp>
      <p:graphicFrame>
        <p:nvGraphicFramePr>
          <p:cNvPr id="349189" name="Object 5">
            <a:extLst>
              <a:ext uri="{FF2B5EF4-FFF2-40B4-BE49-F238E27FC236}">
                <a16:creationId xmlns:a16="http://schemas.microsoft.com/office/drawing/2014/main" id="{43A306AB-7361-8C2B-5835-5AEA518A1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3284539"/>
          <a:ext cx="5614988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2" r:id="rId7" imgW="64947800" imgH="10528300" progId="Equation.3">
                  <p:embed/>
                </p:oleObj>
              </mc:Choice>
              <mc:Fallback>
                <p:oleObj r:id="rId7" imgW="64947800" imgH="10528300" progId="Equation.3">
                  <p:embed/>
                  <p:pic>
                    <p:nvPicPr>
                      <p:cNvPr id="349189" name="Object 5">
                        <a:extLst>
                          <a:ext uri="{FF2B5EF4-FFF2-40B4-BE49-F238E27FC236}">
                            <a16:creationId xmlns:a16="http://schemas.microsoft.com/office/drawing/2014/main" id="{43A306AB-7361-8C2B-5835-5AEA518A1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284539"/>
                        <a:ext cx="5614988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0" name="Object 6">
            <a:extLst>
              <a:ext uri="{FF2B5EF4-FFF2-40B4-BE49-F238E27FC236}">
                <a16:creationId xmlns:a16="http://schemas.microsoft.com/office/drawing/2014/main" id="{B4D1F30F-43AC-4343-DA48-9D7661AAE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4581526"/>
          <a:ext cx="317023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3" r:id="rId9" imgW="35699700" imgH="9652000" progId="Equation.3">
                  <p:embed/>
                </p:oleObj>
              </mc:Choice>
              <mc:Fallback>
                <p:oleObj r:id="rId9" imgW="35699700" imgH="9652000" progId="Equation.3">
                  <p:embed/>
                  <p:pic>
                    <p:nvPicPr>
                      <p:cNvPr id="349190" name="Object 6">
                        <a:extLst>
                          <a:ext uri="{FF2B5EF4-FFF2-40B4-BE49-F238E27FC236}">
                            <a16:creationId xmlns:a16="http://schemas.microsoft.com/office/drawing/2014/main" id="{B4D1F30F-43AC-4343-DA48-9D7661AAE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581526"/>
                        <a:ext cx="317023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1" name="Object 7">
            <a:extLst>
              <a:ext uri="{FF2B5EF4-FFF2-40B4-BE49-F238E27FC236}">
                <a16:creationId xmlns:a16="http://schemas.microsoft.com/office/drawing/2014/main" id="{B43E3981-2073-F6CD-5C0E-AF5CEB473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4581526"/>
          <a:ext cx="15843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4" r:id="rId11" imgW="16090900" imgH="9359900" progId="Equation.3">
                  <p:embed/>
                </p:oleObj>
              </mc:Choice>
              <mc:Fallback>
                <p:oleObj r:id="rId11" imgW="16090900" imgH="9359900" progId="Equation.3">
                  <p:embed/>
                  <p:pic>
                    <p:nvPicPr>
                      <p:cNvPr id="349191" name="Object 7">
                        <a:extLst>
                          <a:ext uri="{FF2B5EF4-FFF2-40B4-BE49-F238E27FC236}">
                            <a16:creationId xmlns:a16="http://schemas.microsoft.com/office/drawing/2014/main" id="{B43E3981-2073-F6CD-5C0E-AF5CEB473D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4581526"/>
                        <a:ext cx="158432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2" name="Object 8">
            <a:extLst>
              <a:ext uri="{FF2B5EF4-FFF2-40B4-BE49-F238E27FC236}">
                <a16:creationId xmlns:a16="http://schemas.microsoft.com/office/drawing/2014/main" id="{A87140E7-07F8-E21D-4249-AC2110010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6" y="4652963"/>
          <a:ext cx="9366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5" r:id="rId13" imgW="8191500" imgH="5270500" progId="Equation.3">
                  <p:embed/>
                </p:oleObj>
              </mc:Choice>
              <mc:Fallback>
                <p:oleObj r:id="rId13" imgW="8191500" imgH="5270500" progId="Equation.3">
                  <p:embed/>
                  <p:pic>
                    <p:nvPicPr>
                      <p:cNvPr id="349192" name="Object 8">
                        <a:extLst>
                          <a:ext uri="{FF2B5EF4-FFF2-40B4-BE49-F238E27FC236}">
                            <a16:creationId xmlns:a16="http://schemas.microsoft.com/office/drawing/2014/main" id="{A87140E7-07F8-E21D-4249-AC2110010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4652963"/>
                        <a:ext cx="9366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10" name="Group 2">
            <a:extLst>
              <a:ext uri="{FF2B5EF4-FFF2-40B4-BE49-F238E27FC236}">
                <a16:creationId xmlns:a16="http://schemas.microsoft.com/office/drawing/2014/main" id="{67C23429-A3AE-FA39-0067-AD74675CD2A9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692150"/>
            <a:ext cx="8642350" cy="1009650"/>
            <a:chOff x="0" y="0"/>
            <a:chExt cx="5444" cy="636"/>
          </a:xfrm>
        </p:grpSpPr>
        <p:sp>
          <p:nvSpPr>
            <p:cNvPr id="350211" name="Text Box 3">
              <a:extLst>
                <a:ext uri="{FF2B5EF4-FFF2-40B4-BE49-F238E27FC236}">
                  <a16:creationId xmlns:a16="http://schemas.microsoft.com/office/drawing/2014/main" id="{C28CD603-CDC2-1D87-CB63-7105F6E80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5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  <a:r>
                <a:rPr lang="zh-CN" altLang="en-US" sz="280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不是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;      </a:t>
              </a:r>
            </a:p>
          </p:txBody>
        </p:sp>
        <p:graphicFrame>
          <p:nvGraphicFramePr>
            <p:cNvPr id="350212" name="Object 4">
              <a:extLst>
                <a:ext uri="{FF2B5EF4-FFF2-40B4-BE49-F238E27FC236}">
                  <a16:creationId xmlns:a16="http://schemas.microsoft.com/office/drawing/2014/main" id="{63F3EBCB-C806-2CAB-32BB-0C5068A42B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" y="0"/>
            <a:ext cx="1631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4" r:id="rId3" imgW="32766000" imgH="9944100" progId="Equation.3">
                    <p:embed/>
                  </p:oleObj>
                </mc:Choice>
                <mc:Fallback>
                  <p:oleObj r:id="rId3" imgW="32766000" imgH="9944100" progId="Equation.3">
                    <p:embed/>
                    <p:pic>
                      <p:nvPicPr>
                        <p:cNvPr id="350212" name="Object 4">
                          <a:extLst>
                            <a:ext uri="{FF2B5EF4-FFF2-40B4-BE49-F238E27FC236}">
                              <a16:creationId xmlns:a16="http://schemas.microsoft.com/office/drawing/2014/main" id="{63F3EBCB-C806-2CAB-32BB-0C5068A42B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0"/>
                          <a:ext cx="1631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0213" name="Rectangle 5">
            <a:extLst>
              <a:ext uri="{FF2B5EF4-FFF2-40B4-BE49-F238E27FC236}">
                <a16:creationId xmlns:a16="http://schemas.microsoft.com/office/drawing/2014/main" id="{AB98C709-9D1F-635C-5C4C-1948514D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0214" name="Object 6">
            <a:extLst>
              <a:ext uri="{FF2B5EF4-FFF2-40B4-BE49-F238E27FC236}">
                <a16:creationId xmlns:a16="http://schemas.microsoft.com/office/drawing/2014/main" id="{1B372D4E-A003-2310-EE09-3925F3634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924051"/>
          <a:ext cx="540226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5" r:id="rId5" imgW="51498500" imgH="10820400" progId="Equation.3">
                  <p:embed/>
                </p:oleObj>
              </mc:Choice>
              <mc:Fallback>
                <p:oleObj r:id="rId5" imgW="51498500" imgH="10820400" progId="Equation.3">
                  <p:embed/>
                  <p:pic>
                    <p:nvPicPr>
                      <p:cNvPr id="350214" name="Object 6">
                        <a:extLst>
                          <a:ext uri="{FF2B5EF4-FFF2-40B4-BE49-F238E27FC236}">
                            <a16:creationId xmlns:a16="http://schemas.microsoft.com/office/drawing/2014/main" id="{1B372D4E-A003-2310-EE09-3925F3634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924051"/>
                        <a:ext cx="5402263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5" name="Object 7">
            <a:extLst>
              <a:ext uri="{FF2B5EF4-FFF2-40B4-BE49-F238E27FC236}">
                <a16:creationId xmlns:a16="http://schemas.microsoft.com/office/drawing/2014/main" id="{E206C1B2-67C0-77D2-C735-9BCED4C21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3463925"/>
          <a:ext cx="32194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6" r:id="rId7" imgW="31597600" imgH="9359900" progId="Equation.3">
                  <p:embed/>
                </p:oleObj>
              </mc:Choice>
              <mc:Fallback>
                <p:oleObj r:id="rId7" imgW="31597600" imgH="9359900" progId="Equation.3">
                  <p:embed/>
                  <p:pic>
                    <p:nvPicPr>
                      <p:cNvPr id="350215" name="Object 7">
                        <a:extLst>
                          <a:ext uri="{FF2B5EF4-FFF2-40B4-BE49-F238E27FC236}">
                            <a16:creationId xmlns:a16="http://schemas.microsoft.com/office/drawing/2014/main" id="{E206C1B2-67C0-77D2-C735-9BCED4C21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463925"/>
                        <a:ext cx="32194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6" name="Object 8">
            <a:extLst>
              <a:ext uri="{FF2B5EF4-FFF2-40B4-BE49-F238E27FC236}">
                <a16:creationId xmlns:a16="http://schemas.microsoft.com/office/drawing/2014/main" id="{8F32721D-AC88-C042-B5B9-4AB3927D5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3397250"/>
          <a:ext cx="24923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7" r:id="rId9" imgW="21361400" imgH="9359900" progId="Equation.3">
                  <p:embed/>
                </p:oleObj>
              </mc:Choice>
              <mc:Fallback>
                <p:oleObj r:id="rId9" imgW="21361400" imgH="9359900" progId="Equation.3">
                  <p:embed/>
                  <p:pic>
                    <p:nvPicPr>
                      <p:cNvPr id="350216" name="Object 8">
                        <a:extLst>
                          <a:ext uri="{FF2B5EF4-FFF2-40B4-BE49-F238E27FC236}">
                            <a16:creationId xmlns:a16="http://schemas.microsoft.com/office/drawing/2014/main" id="{8F32721D-AC88-C042-B5B9-4AB3927D5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3397250"/>
                        <a:ext cx="2492375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7" name="Object 9">
            <a:extLst>
              <a:ext uri="{FF2B5EF4-FFF2-40B4-BE49-F238E27FC236}">
                <a16:creationId xmlns:a16="http://schemas.microsoft.com/office/drawing/2014/main" id="{86CFF845-B1FD-67CB-7D49-0F7ACD3476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6" y="3644901"/>
          <a:ext cx="9699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8" r:id="rId11" imgW="8191500" imgH="5270500" progId="Equation.3">
                  <p:embed/>
                </p:oleObj>
              </mc:Choice>
              <mc:Fallback>
                <p:oleObj r:id="rId11" imgW="8191500" imgH="5270500" progId="Equation.3">
                  <p:embed/>
                  <p:pic>
                    <p:nvPicPr>
                      <p:cNvPr id="350217" name="Object 9">
                        <a:extLst>
                          <a:ext uri="{FF2B5EF4-FFF2-40B4-BE49-F238E27FC236}">
                            <a16:creationId xmlns:a16="http://schemas.microsoft.com/office/drawing/2014/main" id="{86CFF845-B1FD-67CB-7D49-0F7ACD3476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6" y="3644901"/>
                        <a:ext cx="96996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0218" name="Group 10">
            <a:extLst>
              <a:ext uri="{FF2B5EF4-FFF2-40B4-BE49-F238E27FC236}">
                <a16:creationId xmlns:a16="http://schemas.microsoft.com/office/drawing/2014/main" id="{6D10F23A-FCE7-9E4D-EA08-9D430D025D01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581525"/>
            <a:ext cx="7959725" cy="1066800"/>
            <a:chOff x="0" y="0"/>
            <a:chExt cx="5014" cy="672"/>
          </a:xfrm>
        </p:grpSpPr>
        <p:sp>
          <p:nvSpPr>
            <p:cNvPr id="350219" name="Text Box 11">
              <a:extLst>
                <a:ext uri="{FF2B5EF4-FFF2-40B4-BE49-F238E27FC236}">
                  <a16:creationId xmlns:a16="http://schemas.microsoft.com/office/drawing/2014/main" id="{B36E2C2D-6394-7268-5F2C-7211B5C4F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77"/>
              <a:ext cx="50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                                      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 </a:t>
              </a:r>
            </a:p>
          </p:txBody>
        </p:sp>
        <p:graphicFrame>
          <p:nvGraphicFramePr>
            <p:cNvPr id="350220" name="Object 12">
              <a:extLst>
                <a:ext uri="{FF2B5EF4-FFF2-40B4-BE49-F238E27FC236}">
                  <a16:creationId xmlns:a16="http://schemas.microsoft.com/office/drawing/2014/main" id="{D3A2550D-60DC-CB47-363A-4BE771C667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2049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9" r:id="rId13" imgW="36868100" imgH="9944100" progId="Equation.3">
                    <p:embed/>
                  </p:oleObj>
                </mc:Choice>
                <mc:Fallback>
                  <p:oleObj r:id="rId13" imgW="36868100" imgH="9944100" progId="Equation.3">
                    <p:embed/>
                    <p:pic>
                      <p:nvPicPr>
                        <p:cNvPr id="350220" name="Object 12">
                          <a:extLst>
                            <a:ext uri="{FF2B5EF4-FFF2-40B4-BE49-F238E27FC236}">
                              <a16:creationId xmlns:a16="http://schemas.microsoft.com/office/drawing/2014/main" id="{D3A2550D-60DC-CB47-363A-4BE771C667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2049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234" name="Object 2">
            <a:extLst>
              <a:ext uri="{FF2B5EF4-FFF2-40B4-BE49-F238E27FC236}">
                <a16:creationId xmlns:a16="http://schemas.microsoft.com/office/drawing/2014/main" id="{4B16D72F-045C-5BC0-5C56-AE27E7CA4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0689" y="549276"/>
          <a:ext cx="504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13" r:id="rId3" imgW="4978400" imgH="4686300" progId="Equation.3">
                  <p:embed/>
                </p:oleObj>
              </mc:Choice>
              <mc:Fallback>
                <p:oleObj r:id="rId3" imgW="4978400" imgH="4686300" progId="Equation.3">
                  <p:embed/>
                  <p:pic>
                    <p:nvPicPr>
                      <p:cNvPr id="351234" name="Object 2">
                        <a:extLst>
                          <a:ext uri="{FF2B5EF4-FFF2-40B4-BE49-F238E27FC236}">
                            <a16:creationId xmlns:a16="http://schemas.microsoft.com/office/drawing/2014/main" id="{4B16D72F-045C-5BC0-5C56-AE27E7CA48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549276"/>
                        <a:ext cx="504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1235" name="Group 3">
            <a:extLst>
              <a:ext uri="{FF2B5EF4-FFF2-40B4-BE49-F238E27FC236}">
                <a16:creationId xmlns:a16="http://schemas.microsoft.com/office/drawing/2014/main" id="{97404042-5237-66CE-2A36-98F9F74AC7D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76250"/>
            <a:ext cx="7956550" cy="592138"/>
            <a:chOff x="0" y="0"/>
            <a:chExt cx="5012" cy="373"/>
          </a:xfrm>
        </p:grpSpPr>
        <p:graphicFrame>
          <p:nvGraphicFramePr>
            <p:cNvPr id="351236" name="Object 4">
              <a:extLst>
                <a:ext uri="{FF2B5EF4-FFF2-40B4-BE49-F238E27FC236}">
                  <a16:creationId xmlns:a16="http://schemas.microsoft.com/office/drawing/2014/main" id="{80F63752-E3EB-FF54-62FC-FE655B2E1D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46"/>
            <a:ext cx="49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4" r:id="rId5" imgW="7315200" imgH="4686300" progId="Equation.3">
                    <p:embed/>
                  </p:oleObj>
                </mc:Choice>
                <mc:Fallback>
                  <p:oleObj r:id="rId5" imgW="7315200" imgH="4686300" progId="Equation.3">
                    <p:embed/>
                    <p:pic>
                      <p:nvPicPr>
                        <p:cNvPr id="351236" name="Object 4">
                          <a:extLst>
                            <a:ext uri="{FF2B5EF4-FFF2-40B4-BE49-F238E27FC236}">
                              <a16:creationId xmlns:a16="http://schemas.microsoft.com/office/drawing/2014/main" id="{80F63752-E3EB-FF54-62FC-FE655B2E1D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46"/>
                          <a:ext cx="49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37" name="Rectangle 5">
              <a:extLst>
                <a:ext uri="{FF2B5EF4-FFF2-40B4-BE49-F238E27FC236}">
                  <a16:creationId xmlns:a16="http://schemas.microsoft.com/office/drawing/2014/main" id="{CAD7162E-F0EC-678F-4227-9585239B7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17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已知泊松总体</a:t>
              </a:r>
            </a:p>
          </p:txBody>
        </p:sp>
        <p:sp>
          <p:nvSpPr>
            <p:cNvPr id="351238" name="Rectangle 6">
              <a:extLst>
                <a:ext uri="{FF2B5EF4-FFF2-40B4-BE49-F238E27FC236}">
                  <a16:creationId xmlns:a16="http://schemas.microsoft.com/office/drawing/2014/main" id="{039271A3-86E2-DB21-B5C0-0FC928E8E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46"/>
              <a:ext cx="25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，验证样本方差</a:t>
              </a:r>
            </a:p>
          </p:txBody>
        </p:sp>
      </p:grpSp>
      <p:grpSp>
        <p:nvGrpSpPr>
          <p:cNvPr id="351239" name="Group 7">
            <a:extLst>
              <a:ext uri="{FF2B5EF4-FFF2-40B4-BE49-F238E27FC236}">
                <a16:creationId xmlns:a16="http://schemas.microsoft.com/office/drawing/2014/main" id="{65AD7EEE-44E9-1D34-A500-C9222DFE5D96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341439"/>
            <a:ext cx="7548563" cy="573087"/>
            <a:chOff x="0" y="0"/>
            <a:chExt cx="4755" cy="361"/>
          </a:xfrm>
        </p:grpSpPr>
        <p:graphicFrame>
          <p:nvGraphicFramePr>
            <p:cNvPr id="351240" name="Object 8">
              <a:extLst>
                <a:ext uri="{FF2B5EF4-FFF2-40B4-BE49-F238E27FC236}">
                  <a16:creationId xmlns:a16="http://schemas.microsoft.com/office/drawing/2014/main" id="{15245E7F-C504-2617-31EC-98D9EF8E7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2" y="45"/>
            <a:ext cx="126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5" r:id="rId7" imgW="17551400" imgH="4686300" progId="Equation.3">
                    <p:embed/>
                  </p:oleObj>
                </mc:Choice>
                <mc:Fallback>
                  <p:oleObj r:id="rId7" imgW="17551400" imgH="4686300" progId="Equation.3">
                    <p:embed/>
                    <p:pic>
                      <p:nvPicPr>
                        <p:cNvPr id="351240" name="Object 8">
                          <a:extLst>
                            <a:ext uri="{FF2B5EF4-FFF2-40B4-BE49-F238E27FC236}">
                              <a16:creationId xmlns:a16="http://schemas.microsoft.com/office/drawing/2014/main" id="{15245E7F-C504-2617-31EC-98D9EF8E79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" y="45"/>
                          <a:ext cx="1263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41" name="Rectangle 9">
              <a:extLst>
                <a:ext uri="{FF2B5EF4-FFF2-40B4-BE49-F238E27FC236}">
                  <a16:creationId xmlns:a16="http://schemas.microsoft.com/office/drawing/2014/main" id="{B799E118-CDA6-B4C9-22AF-7FCA18BD3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的无偏估计，并对于任一值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α</a:t>
              </a:r>
            </a:p>
          </p:txBody>
        </p:sp>
      </p:grpSp>
      <p:grpSp>
        <p:nvGrpSpPr>
          <p:cNvPr id="351242" name="Group 10">
            <a:extLst>
              <a:ext uri="{FF2B5EF4-FFF2-40B4-BE49-F238E27FC236}">
                <a16:creationId xmlns:a16="http://schemas.microsoft.com/office/drawing/2014/main" id="{1044432A-2BB0-E17B-5DD5-58882E2F8A0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152651"/>
            <a:ext cx="5537200" cy="644525"/>
            <a:chOff x="0" y="0"/>
            <a:chExt cx="3488" cy="406"/>
          </a:xfrm>
        </p:grpSpPr>
        <p:graphicFrame>
          <p:nvGraphicFramePr>
            <p:cNvPr id="351243" name="Object 11">
              <a:extLst>
                <a:ext uri="{FF2B5EF4-FFF2-40B4-BE49-F238E27FC236}">
                  <a16:creationId xmlns:a16="http://schemas.microsoft.com/office/drawing/2014/main" id="{6ECF3798-DADA-C486-0F96-DA4D3C81C9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678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6" r:id="rId9" imgW="22821900" imgH="5562600" progId="Equation.3">
                    <p:embed/>
                  </p:oleObj>
                </mc:Choice>
                <mc:Fallback>
                  <p:oleObj r:id="rId9" imgW="22821900" imgH="5562600" progId="Equation.3">
                    <p:embed/>
                    <p:pic>
                      <p:nvPicPr>
                        <p:cNvPr id="351243" name="Object 11">
                          <a:extLst>
                            <a:ext uri="{FF2B5EF4-FFF2-40B4-BE49-F238E27FC236}">
                              <a16:creationId xmlns:a16="http://schemas.microsoft.com/office/drawing/2014/main" id="{6ECF3798-DADA-C486-0F96-DA4D3C81C9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678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44" name="Rectangle 12">
              <a:extLst>
                <a:ext uri="{FF2B5EF4-FFF2-40B4-BE49-F238E27FC236}">
                  <a16:creationId xmlns:a16="http://schemas.microsoft.com/office/drawing/2014/main" id="{B7D588B1-3B4B-4073-1B05-7AD59C40C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51"/>
              <a:ext cx="18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也是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grpSp>
        <p:nvGrpSpPr>
          <p:cNvPr id="351245" name="Group 13">
            <a:extLst>
              <a:ext uri="{FF2B5EF4-FFF2-40B4-BE49-F238E27FC236}">
                <a16:creationId xmlns:a16="http://schemas.microsoft.com/office/drawing/2014/main" id="{89455EF0-823B-AAB1-328F-CCEB26F03D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80101" y="3286125"/>
            <a:ext cx="3743325" cy="501650"/>
            <a:chOff x="0" y="0"/>
            <a:chExt cx="2358" cy="317"/>
          </a:xfrm>
        </p:grpSpPr>
        <p:graphicFrame>
          <p:nvGraphicFramePr>
            <p:cNvPr id="351246" name="Object 14">
              <a:extLst>
                <a:ext uri="{FF2B5EF4-FFF2-40B4-BE49-F238E27FC236}">
                  <a16:creationId xmlns:a16="http://schemas.microsoft.com/office/drawing/2014/main" id="{239F701A-16DD-B148-6025-452E78F238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3"/>
            <a:ext cx="104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7" r:id="rId11" imgW="16383000" imgH="4686300" progId="Equation.3">
                    <p:embed/>
                  </p:oleObj>
                </mc:Choice>
                <mc:Fallback>
                  <p:oleObj r:id="rId11" imgW="16383000" imgH="4686300" progId="Equation.3">
                    <p:embed/>
                    <p:pic>
                      <p:nvPicPr>
                        <p:cNvPr id="351246" name="Object 14">
                          <a:extLst>
                            <a:ext uri="{FF2B5EF4-FFF2-40B4-BE49-F238E27FC236}">
                              <a16:creationId xmlns:a16="http://schemas.microsoft.com/office/drawing/2014/main" id="{239F701A-16DD-B148-6025-452E78F238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"/>
                          <a:ext cx="104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1247" name="Object 15">
              <a:extLst>
                <a:ext uri="{FF2B5EF4-FFF2-40B4-BE49-F238E27FC236}">
                  <a16:creationId xmlns:a16="http://schemas.microsoft.com/office/drawing/2014/main" id="{8D5411B6-E18F-2B5D-5835-7859A5C7BD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5" y="0"/>
            <a:ext cx="104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8" r:id="rId13" imgW="14922500" imgH="4686300" progId="Equation.3">
                    <p:embed/>
                  </p:oleObj>
                </mc:Choice>
                <mc:Fallback>
                  <p:oleObj r:id="rId13" imgW="14922500" imgH="4686300" progId="Equation.3">
                    <p:embed/>
                    <p:pic>
                      <p:nvPicPr>
                        <p:cNvPr id="351247" name="Object 15">
                          <a:extLst>
                            <a:ext uri="{FF2B5EF4-FFF2-40B4-BE49-F238E27FC236}">
                              <a16:creationId xmlns:a16="http://schemas.microsoft.com/office/drawing/2014/main" id="{8D5411B6-E18F-2B5D-5835-7859A5C7BD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0"/>
                          <a:ext cx="104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1248" name="Group 16">
            <a:extLst>
              <a:ext uri="{FF2B5EF4-FFF2-40B4-BE49-F238E27FC236}">
                <a16:creationId xmlns:a16="http://schemas.microsoft.com/office/drawing/2014/main" id="{E4C17594-F323-5496-6261-44C1820D170C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3213100"/>
            <a:ext cx="3886200" cy="560388"/>
            <a:chOff x="0" y="0"/>
            <a:chExt cx="2448" cy="353"/>
          </a:xfrm>
        </p:grpSpPr>
        <p:graphicFrame>
          <p:nvGraphicFramePr>
            <p:cNvPr id="351249" name="Object 17">
              <a:extLst>
                <a:ext uri="{FF2B5EF4-FFF2-40B4-BE49-F238E27FC236}">
                  <a16:creationId xmlns:a16="http://schemas.microsoft.com/office/drawing/2014/main" id="{6A20D53D-AEAE-1D36-99FB-E6991F2B8A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26"/>
            <a:ext cx="49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19" r:id="rId15" imgW="7315200" imgH="4686300" progId="Equation.3">
                    <p:embed/>
                  </p:oleObj>
                </mc:Choice>
                <mc:Fallback>
                  <p:oleObj r:id="rId15" imgW="7315200" imgH="4686300" progId="Equation.3">
                    <p:embed/>
                    <p:pic>
                      <p:nvPicPr>
                        <p:cNvPr id="351249" name="Object 17">
                          <a:extLst>
                            <a:ext uri="{FF2B5EF4-FFF2-40B4-BE49-F238E27FC236}">
                              <a16:creationId xmlns:a16="http://schemas.microsoft.com/office/drawing/2014/main" id="{6A20D53D-AEAE-1D36-99FB-E6991F2B8A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26"/>
                          <a:ext cx="49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50" name="Rectangle 18">
              <a:extLst>
                <a:ext uri="{FF2B5EF4-FFF2-40B4-BE49-F238E27FC236}">
                  <a16:creationId xmlns:a16="http://schemas.microsoft.com/office/drawing/2014/main" id="{70913E33-5B8F-F6B6-5D11-2B4867CD3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由总体为</a:t>
              </a:r>
            </a:p>
          </p:txBody>
        </p:sp>
        <p:sp>
          <p:nvSpPr>
            <p:cNvPr id="351251" name="Rectangle 19">
              <a:extLst>
                <a:ext uri="{FF2B5EF4-FFF2-40B4-BE49-F238E27FC236}">
                  <a16:creationId xmlns:a16="http://schemas.microsoft.com/office/drawing/2014/main" id="{DB1B4291-7C7C-F52D-A14A-DD70485CEA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97" y="26"/>
              <a:ext cx="9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知：</a:t>
              </a:r>
            </a:p>
          </p:txBody>
        </p:sp>
      </p:grpSp>
      <p:sp>
        <p:nvSpPr>
          <p:cNvPr id="351252" name="Rectangle 20">
            <a:extLst>
              <a:ext uri="{FF2B5EF4-FFF2-40B4-BE49-F238E27FC236}">
                <a16:creationId xmlns:a16="http://schemas.microsoft.com/office/drawing/2014/main" id="{9663310B-EC2B-82FE-5E7C-6B731550B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1025"/>
            <a:ext cx="1908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pSp>
        <p:nvGrpSpPr>
          <p:cNvPr id="351253" name="Group 21">
            <a:extLst>
              <a:ext uri="{FF2B5EF4-FFF2-40B4-BE49-F238E27FC236}">
                <a16:creationId xmlns:a16="http://schemas.microsoft.com/office/drawing/2014/main" id="{8E89A016-6EC9-AB89-41A6-DB06AE82FB46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4027489"/>
            <a:ext cx="5616575" cy="636587"/>
            <a:chOff x="0" y="0"/>
            <a:chExt cx="3538" cy="401"/>
          </a:xfrm>
        </p:grpSpPr>
        <p:graphicFrame>
          <p:nvGraphicFramePr>
            <p:cNvPr id="351254" name="Object 22">
              <a:extLst>
                <a:ext uri="{FF2B5EF4-FFF2-40B4-BE49-F238E27FC236}">
                  <a16:creationId xmlns:a16="http://schemas.microsoft.com/office/drawing/2014/main" id="{EDF1B386-2D45-1AF2-529D-E8D65B7D6B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31"/>
            <a:ext cx="199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20" r:id="rId17" imgW="28384500" imgH="5270500" progId="Equation.3">
                    <p:embed/>
                  </p:oleObj>
                </mc:Choice>
                <mc:Fallback>
                  <p:oleObj r:id="rId17" imgW="28384500" imgH="5270500" progId="Equation.3">
                    <p:embed/>
                    <p:pic>
                      <p:nvPicPr>
                        <p:cNvPr id="351254" name="Object 22">
                          <a:extLst>
                            <a:ext uri="{FF2B5EF4-FFF2-40B4-BE49-F238E27FC236}">
                              <a16:creationId xmlns:a16="http://schemas.microsoft.com/office/drawing/2014/main" id="{EDF1B386-2D45-1AF2-529D-E8D65B7D6B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31"/>
                          <a:ext cx="1996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55" name="Rectangle 23">
              <a:extLst>
                <a:ext uri="{FF2B5EF4-FFF2-40B4-BE49-F238E27FC236}">
                  <a16:creationId xmlns:a16="http://schemas.microsoft.com/office/drawing/2014/main" id="{83C5F44E-E532-4543-E4F8-2B47420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由上例可知：</a:t>
              </a:r>
            </a:p>
          </p:txBody>
        </p:sp>
      </p:grpSp>
      <p:grpSp>
        <p:nvGrpSpPr>
          <p:cNvPr id="351256" name="Group 24">
            <a:extLst>
              <a:ext uri="{FF2B5EF4-FFF2-40B4-BE49-F238E27FC236}">
                <a16:creationId xmlns:a16="http://schemas.microsoft.com/office/drawing/2014/main" id="{1E5E3BDB-FD8A-2FF7-8108-2C6E2F035D75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4899026"/>
            <a:ext cx="6480175" cy="561975"/>
            <a:chOff x="0" y="0"/>
            <a:chExt cx="4082" cy="354"/>
          </a:xfrm>
        </p:grpSpPr>
        <p:sp>
          <p:nvSpPr>
            <p:cNvPr id="351257" name="Rectangle 25">
              <a:extLst>
                <a:ext uri="{FF2B5EF4-FFF2-40B4-BE49-F238E27FC236}">
                  <a16:creationId xmlns:a16="http://schemas.microsoft.com/office/drawing/2014/main" id="{FE62E188-A3EC-9171-27AD-B59D44890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5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所以样本方差</a:t>
              </a:r>
            </a:p>
          </p:txBody>
        </p:sp>
        <p:sp>
          <p:nvSpPr>
            <p:cNvPr id="351258" name="Rectangle 26">
              <a:extLst>
                <a:ext uri="{FF2B5EF4-FFF2-40B4-BE49-F238E27FC236}">
                  <a16:creationId xmlns:a16="http://schemas.microsoft.com/office/drawing/2014/main" id="{CD2B876D-2857-3B18-C332-D1F3ED3D8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7"/>
              <a:ext cx="21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</a:p>
          </p:txBody>
        </p:sp>
        <p:graphicFrame>
          <p:nvGraphicFramePr>
            <p:cNvPr id="351259" name="Object 27">
              <a:extLst>
                <a:ext uri="{FF2B5EF4-FFF2-40B4-BE49-F238E27FC236}">
                  <a16:creationId xmlns:a16="http://schemas.microsoft.com/office/drawing/2014/main" id="{D0F9BF15-ACE2-D7B9-B974-9201516B1B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27"/>
            <a:ext cx="318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21" r:id="rId19" imgW="4978400" imgH="4686300" progId="Equation.3">
                    <p:embed/>
                  </p:oleObj>
                </mc:Choice>
                <mc:Fallback>
                  <p:oleObj r:id="rId19" imgW="4978400" imgH="4686300" progId="Equation.3">
                    <p:embed/>
                    <p:pic>
                      <p:nvPicPr>
                        <p:cNvPr id="351259" name="Object 27">
                          <a:extLst>
                            <a:ext uri="{FF2B5EF4-FFF2-40B4-BE49-F238E27FC236}">
                              <a16:creationId xmlns:a16="http://schemas.microsoft.com/office/drawing/2014/main" id="{D0F9BF15-ACE2-D7B9-B974-9201516B1B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27"/>
                          <a:ext cx="318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52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258" name="Object 2">
            <a:extLst>
              <a:ext uri="{FF2B5EF4-FFF2-40B4-BE49-F238E27FC236}">
                <a16:creationId xmlns:a16="http://schemas.microsoft.com/office/drawing/2014/main" id="{9F038E8D-7B8A-B0C7-5155-07E1D3388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1412876"/>
          <a:ext cx="32400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2" r:id="rId3" imgW="28092400" imgH="5562600" progId="Equation.3">
                  <p:embed/>
                </p:oleObj>
              </mc:Choice>
              <mc:Fallback>
                <p:oleObj r:id="rId3" imgW="28092400" imgH="5562600" progId="Equation.3">
                  <p:embed/>
                  <p:pic>
                    <p:nvPicPr>
                      <p:cNvPr id="352258" name="Object 2">
                        <a:extLst>
                          <a:ext uri="{FF2B5EF4-FFF2-40B4-BE49-F238E27FC236}">
                            <a16:creationId xmlns:a16="http://schemas.microsoft.com/office/drawing/2014/main" id="{9F038E8D-7B8A-B0C7-5155-07E1D3388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412876"/>
                        <a:ext cx="32400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59" name="Group 3">
            <a:extLst>
              <a:ext uri="{FF2B5EF4-FFF2-40B4-BE49-F238E27FC236}">
                <a16:creationId xmlns:a16="http://schemas.microsoft.com/office/drawing/2014/main" id="{A9B54287-BE28-A69D-D832-6793E97176C0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476250"/>
            <a:ext cx="3671888" cy="566738"/>
            <a:chOff x="0" y="0"/>
            <a:chExt cx="2313" cy="357"/>
          </a:xfrm>
        </p:grpSpPr>
        <p:graphicFrame>
          <p:nvGraphicFramePr>
            <p:cNvPr id="352260" name="Object 4">
              <a:extLst>
                <a:ext uri="{FF2B5EF4-FFF2-40B4-BE49-F238E27FC236}">
                  <a16:creationId xmlns:a16="http://schemas.microsoft.com/office/drawing/2014/main" id="{3ED78201-7D24-BED5-7793-9B4FC82762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" y="0"/>
            <a:ext cx="186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3" r:id="rId5" imgW="28676600" imgH="5562600" progId="Equation.3">
                    <p:embed/>
                  </p:oleObj>
                </mc:Choice>
                <mc:Fallback>
                  <p:oleObj r:id="rId5" imgW="28676600" imgH="5562600" progId="Equation.3">
                    <p:embed/>
                    <p:pic>
                      <p:nvPicPr>
                        <p:cNvPr id="352260" name="Object 4">
                          <a:extLst>
                            <a:ext uri="{FF2B5EF4-FFF2-40B4-BE49-F238E27FC236}">
                              <a16:creationId xmlns:a16="http://schemas.microsoft.com/office/drawing/2014/main" id="{3ED78201-7D24-BED5-7793-9B4FC82762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0"/>
                          <a:ext cx="186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2261" name="Rectangle 5">
              <a:extLst>
                <a:ext uri="{FF2B5EF4-FFF2-40B4-BE49-F238E27FC236}">
                  <a16:creationId xmlns:a16="http://schemas.microsoft.com/office/drawing/2014/main" id="{1DD041B8-BD8C-741E-2DD8-647F81A95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又</a:t>
              </a:r>
            </a:p>
          </p:txBody>
        </p:sp>
      </p:grpSp>
      <p:sp>
        <p:nvSpPr>
          <p:cNvPr id="352262" name="Rectangle 6">
            <a:extLst>
              <a:ext uri="{FF2B5EF4-FFF2-40B4-BE49-F238E27FC236}">
                <a16:creationId xmlns:a16="http://schemas.microsoft.com/office/drawing/2014/main" id="{56581E7F-7179-C067-A0BC-54EA423C5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476251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52263" name="Object 7">
            <a:extLst>
              <a:ext uri="{FF2B5EF4-FFF2-40B4-BE49-F238E27FC236}">
                <a16:creationId xmlns:a16="http://schemas.microsoft.com/office/drawing/2014/main" id="{E2947007-1AA6-DDAF-FFAC-DA17EF9C0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2349500"/>
          <a:ext cx="43195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4" r:id="rId7" imgW="36283900" imgH="5562600" progId="Equation.3">
                  <p:embed/>
                </p:oleObj>
              </mc:Choice>
              <mc:Fallback>
                <p:oleObj r:id="rId7" imgW="36283900" imgH="5562600" progId="Equation.3">
                  <p:embed/>
                  <p:pic>
                    <p:nvPicPr>
                      <p:cNvPr id="352263" name="Object 7">
                        <a:extLst>
                          <a:ext uri="{FF2B5EF4-FFF2-40B4-BE49-F238E27FC236}">
                            <a16:creationId xmlns:a16="http://schemas.microsoft.com/office/drawing/2014/main" id="{E2947007-1AA6-DDAF-FFAC-DA17EF9C0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349500"/>
                        <a:ext cx="4319587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4" name="Object 8">
            <a:extLst>
              <a:ext uri="{FF2B5EF4-FFF2-40B4-BE49-F238E27FC236}">
                <a16:creationId xmlns:a16="http://schemas.microsoft.com/office/drawing/2014/main" id="{0E95FB4D-ACBD-E537-5E56-CC48E1870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429000"/>
          <a:ext cx="28797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5" r:id="rId9" imgW="22237700" imgH="4686300" progId="Equation.3">
                  <p:embed/>
                </p:oleObj>
              </mc:Choice>
              <mc:Fallback>
                <p:oleObj r:id="rId9" imgW="22237700" imgH="4686300" progId="Equation.3">
                  <p:embed/>
                  <p:pic>
                    <p:nvPicPr>
                      <p:cNvPr id="352264" name="Object 8">
                        <a:extLst>
                          <a:ext uri="{FF2B5EF4-FFF2-40B4-BE49-F238E27FC236}">
                            <a16:creationId xmlns:a16="http://schemas.microsoft.com/office/drawing/2014/main" id="{0E95FB4D-ACBD-E537-5E56-CC48E1870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429000"/>
                        <a:ext cx="28797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5" name="Object 9">
            <a:extLst>
              <a:ext uri="{FF2B5EF4-FFF2-40B4-BE49-F238E27FC236}">
                <a16:creationId xmlns:a16="http://schemas.microsoft.com/office/drawing/2014/main" id="{CB128F2F-DF70-8A79-8860-6D9EFD3E1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357564"/>
          <a:ext cx="8636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6" r:id="rId11" imgW="5854700" imgH="4102100" progId="Equation.3">
                  <p:embed/>
                </p:oleObj>
              </mc:Choice>
              <mc:Fallback>
                <p:oleObj r:id="rId11" imgW="5854700" imgH="4102100" progId="Equation.3">
                  <p:embed/>
                  <p:pic>
                    <p:nvPicPr>
                      <p:cNvPr id="352265" name="Object 9">
                        <a:extLst>
                          <a:ext uri="{FF2B5EF4-FFF2-40B4-BE49-F238E27FC236}">
                            <a16:creationId xmlns:a16="http://schemas.microsoft.com/office/drawing/2014/main" id="{CB128F2F-DF70-8A79-8860-6D9EFD3E1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357564"/>
                        <a:ext cx="8636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66" name="Group 10">
            <a:extLst>
              <a:ext uri="{FF2B5EF4-FFF2-40B4-BE49-F238E27FC236}">
                <a16:creationId xmlns:a16="http://schemas.microsoft.com/office/drawing/2014/main" id="{BB9A955F-4ACC-045F-F8FE-F239321DB6FE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437064"/>
            <a:ext cx="7273925" cy="625475"/>
            <a:chOff x="0" y="0"/>
            <a:chExt cx="4582" cy="394"/>
          </a:xfrm>
        </p:grpSpPr>
        <p:graphicFrame>
          <p:nvGraphicFramePr>
            <p:cNvPr id="352267" name="Object 11">
              <a:extLst>
                <a:ext uri="{FF2B5EF4-FFF2-40B4-BE49-F238E27FC236}">
                  <a16:creationId xmlns:a16="http://schemas.microsoft.com/office/drawing/2014/main" id="{28C4F6AA-2A4C-8A0B-B071-6DDB50FED0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1633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7" r:id="rId13" imgW="22821900" imgH="5562600" progId="Equation.3">
                    <p:embed/>
                  </p:oleObj>
                </mc:Choice>
                <mc:Fallback>
                  <p:oleObj r:id="rId13" imgW="22821900" imgH="5562600" progId="Equation.3">
                    <p:embed/>
                    <p:pic>
                      <p:nvPicPr>
                        <p:cNvPr id="352267" name="Object 11">
                          <a:extLst>
                            <a:ext uri="{FF2B5EF4-FFF2-40B4-BE49-F238E27FC236}">
                              <a16:creationId xmlns:a16="http://schemas.microsoft.com/office/drawing/2014/main" id="{28C4F6AA-2A4C-8A0B-B071-6DDB50FED0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1633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2268" name="Rectangle 12">
              <a:extLst>
                <a:ext uri="{FF2B5EF4-FFF2-40B4-BE49-F238E27FC236}">
                  <a16:creationId xmlns:a16="http://schemas.microsoft.com/office/drawing/2014/main" id="{B11960CE-2F43-FC29-BC0D-71C22DFE8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9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sp>
          <p:nvSpPr>
            <p:cNvPr id="352269" name="Rectangle 13">
              <a:extLst>
                <a:ext uri="{FF2B5EF4-FFF2-40B4-BE49-F238E27FC236}">
                  <a16:creationId xmlns:a16="http://schemas.microsoft.com/office/drawing/2014/main" id="{863E7DB0-B00A-7BF7-F2DB-B8EFA8A47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19"/>
              <a:ext cx="23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也是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CD55B327-C400-C760-A7D9-58EC2295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520700"/>
            <a:ext cx="8207375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由上例我们可知，一个未知参数有时会有多个无偏估计，这就又产生了一个问题：哪一个无偏估计量更优呢？</a:t>
            </a:r>
          </a:p>
        </p:txBody>
      </p:sp>
      <p:grpSp>
        <p:nvGrpSpPr>
          <p:cNvPr id="353283" name="Group 3">
            <a:extLst>
              <a:ext uri="{FF2B5EF4-FFF2-40B4-BE49-F238E27FC236}">
                <a16:creationId xmlns:a16="http://schemas.microsoft.com/office/drawing/2014/main" id="{724495B7-DB9A-B339-B096-47FA95452452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2636839"/>
            <a:ext cx="7680325" cy="655637"/>
            <a:chOff x="0" y="0"/>
            <a:chExt cx="4838" cy="413"/>
          </a:xfrm>
        </p:grpSpPr>
        <p:sp>
          <p:nvSpPr>
            <p:cNvPr id="353284" name="Rectangle 4">
              <a:extLst>
                <a:ext uri="{FF2B5EF4-FFF2-40B4-BE49-F238E27FC236}">
                  <a16:creationId xmlns:a16="http://schemas.microsoft.com/office/drawing/2014/main" id="{49ECC443-684B-2D98-4D17-C2752BF9E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"/>
              <a:ext cx="48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      和      都是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的无偏估计量，即两个估计量</a:t>
              </a:r>
            </a:p>
          </p:txBody>
        </p:sp>
        <p:graphicFrame>
          <p:nvGraphicFramePr>
            <p:cNvPr id="353285" name="Object 5">
              <a:extLst>
                <a:ext uri="{FF2B5EF4-FFF2-40B4-BE49-F238E27FC236}">
                  <a16:creationId xmlns:a16="http://schemas.microsoft.com/office/drawing/2014/main" id="{76A6A22F-B223-0522-7126-748B99B04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0"/>
            <a:ext cx="28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6" r:id="rId3" imgW="3797300" imgH="5562600" progId="Equation.3">
                    <p:embed/>
                  </p:oleObj>
                </mc:Choice>
                <mc:Fallback>
                  <p:oleObj r:id="rId3" imgW="3797300" imgH="5562600" progId="Equation.3">
                    <p:embed/>
                    <p:pic>
                      <p:nvPicPr>
                        <p:cNvPr id="353285" name="Object 5">
                          <a:extLst>
                            <a:ext uri="{FF2B5EF4-FFF2-40B4-BE49-F238E27FC236}">
                              <a16:creationId xmlns:a16="http://schemas.microsoft.com/office/drawing/2014/main" id="{76A6A22F-B223-0522-7126-748B99B04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0"/>
                          <a:ext cx="28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3286" name="Object 6">
              <a:extLst>
                <a:ext uri="{FF2B5EF4-FFF2-40B4-BE49-F238E27FC236}">
                  <a16:creationId xmlns:a16="http://schemas.microsoft.com/office/drawing/2014/main" id="{5B38D5DB-047C-404A-283E-F3476B1B0B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" y="0"/>
            <a:ext cx="314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7" r:id="rId5" imgW="4102100" imgH="5562600" progId="Equation.3">
                    <p:embed/>
                  </p:oleObj>
                </mc:Choice>
                <mc:Fallback>
                  <p:oleObj r:id="rId5" imgW="4102100" imgH="5562600" progId="Equation.3">
                    <p:embed/>
                    <p:pic>
                      <p:nvPicPr>
                        <p:cNvPr id="353286" name="Object 6">
                          <a:extLst>
                            <a:ext uri="{FF2B5EF4-FFF2-40B4-BE49-F238E27FC236}">
                              <a16:creationId xmlns:a16="http://schemas.microsoft.com/office/drawing/2014/main" id="{5B38D5DB-047C-404A-283E-F3476B1B0B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0"/>
                          <a:ext cx="314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3287" name="Rectangle 7">
            <a:extLst>
              <a:ext uri="{FF2B5EF4-FFF2-40B4-BE49-F238E27FC236}">
                <a16:creationId xmlns:a16="http://schemas.microsoft.com/office/drawing/2014/main" id="{66B76C38-0464-1F6E-8464-C9DC628B9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2211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小的那一个，这就有了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有效性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53288" name="Group 8">
            <a:extLst>
              <a:ext uri="{FF2B5EF4-FFF2-40B4-BE49-F238E27FC236}">
                <a16:creationId xmlns:a16="http://schemas.microsoft.com/office/drawing/2014/main" id="{21588CCE-5E19-6BAF-B36F-863DA6164D1C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3357564"/>
            <a:ext cx="8642350" cy="655637"/>
            <a:chOff x="0" y="0"/>
            <a:chExt cx="5444" cy="413"/>
          </a:xfrm>
        </p:grpSpPr>
        <p:sp>
          <p:nvSpPr>
            <p:cNvPr id="353289" name="Rectangle 9">
              <a:extLst>
                <a:ext uri="{FF2B5EF4-FFF2-40B4-BE49-F238E27FC236}">
                  <a16:creationId xmlns:a16="http://schemas.microsoft.com/office/drawing/2014/main" id="{B865BECF-7913-F730-0F11-95335A644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19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        </a:t>
              </a:r>
            </a:p>
          </p:txBody>
        </p:sp>
        <p:sp>
          <p:nvSpPr>
            <p:cNvPr id="353290" name="Rectangle 10">
              <a:extLst>
                <a:ext uri="{FF2B5EF4-FFF2-40B4-BE49-F238E27FC236}">
                  <a16:creationId xmlns:a16="http://schemas.microsoft.com/office/drawing/2014/main" id="{0807ED27-611A-6F13-BF45-EB15BAE5D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45"/>
              <a:ext cx="4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都围绕着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波动，我们自然选择波动幅度</a:t>
              </a:r>
            </a:p>
          </p:txBody>
        </p:sp>
        <p:graphicFrame>
          <p:nvGraphicFramePr>
            <p:cNvPr id="353291" name="Object 11">
              <a:extLst>
                <a:ext uri="{FF2B5EF4-FFF2-40B4-BE49-F238E27FC236}">
                  <a16:creationId xmlns:a16="http://schemas.microsoft.com/office/drawing/2014/main" id="{B341BD1E-0686-AA4F-13E4-67B9EDCE56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" y="0"/>
            <a:ext cx="28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8" r:id="rId7" imgW="3797300" imgH="5562600" progId="Equation.3">
                    <p:embed/>
                  </p:oleObj>
                </mc:Choice>
                <mc:Fallback>
                  <p:oleObj r:id="rId7" imgW="3797300" imgH="5562600" progId="Equation.3">
                    <p:embed/>
                    <p:pic>
                      <p:nvPicPr>
                        <p:cNvPr id="353291" name="Object 11">
                          <a:extLst>
                            <a:ext uri="{FF2B5EF4-FFF2-40B4-BE49-F238E27FC236}">
                              <a16:creationId xmlns:a16="http://schemas.microsoft.com/office/drawing/2014/main" id="{B341BD1E-0686-AA4F-13E4-67B9EDCE56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" y="0"/>
                          <a:ext cx="28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3292" name="Object 12">
              <a:extLst>
                <a:ext uri="{FF2B5EF4-FFF2-40B4-BE49-F238E27FC236}">
                  <a16:creationId xmlns:a16="http://schemas.microsoft.com/office/drawing/2014/main" id="{8A01EB06-A1C7-46AA-B477-8A85A237E0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6" y="0"/>
            <a:ext cx="314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9" r:id="rId8" imgW="4102100" imgH="5562600" progId="Equation.3">
                    <p:embed/>
                  </p:oleObj>
                </mc:Choice>
                <mc:Fallback>
                  <p:oleObj r:id="rId8" imgW="4102100" imgH="5562600" progId="Equation.3">
                    <p:embed/>
                    <p:pic>
                      <p:nvPicPr>
                        <p:cNvPr id="353292" name="Object 12">
                          <a:extLst>
                            <a:ext uri="{FF2B5EF4-FFF2-40B4-BE49-F238E27FC236}">
                              <a16:creationId xmlns:a16="http://schemas.microsoft.com/office/drawing/2014/main" id="{8A01EB06-A1C7-46AA-B477-8A85A237E0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0"/>
                          <a:ext cx="314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  <p:bldP spid="353287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6" name="Object 2">
            <a:extLst>
              <a:ext uri="{FF2B5EF4-FFF2-40B4-BE49-F238E27FC236}">
                <a16:creationId xmlns:a16="http://schemas.microsoft.com/office/drawing/2014/main" id="{0F697AA4-C1EF-61A1-BD30-E2B8D8FB1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4613" y="1443038"/>
          <a:ext cx="365125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5" r:id="rId3" imgW="35102800" imgH="5854700" progId="Equation.3">
                  <p:embed/>
                </p:oleObj>
              </mc:Choice>
              <mc:Fallback>
                <p:oleObj r:id="rId3" imgW="35102800" imgH="5854700" progId="Equation.3">
                  <p:embed/>
                  <p:pic>
                    <p:nvPicPr>
                      <p:cNvPr id="354306" name="Object 2">
                        <a:extLst>
                          <a:ext uri="{FF2B5EF4-FFF2-40B4-BE49-F238E27FC236}">
                            <a16:creationId xmlns:a16="http://schemas.microsoft.com/office/drawing/2014/main" id="{0F697AA4-C1EF-61A1-BD30-E2B8D8FB1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1443038"/>
                        <a:ext cx="365125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07" name="Text Box 3">
            <a:extLst>
              <a:ext uri="{FF2B5EF4-FFF2-40B4-BE49-F238E27FC236}">
                <a16:creationId xmlns:a16="http://schemas.microsoft.com/office/drawing/2014/main" id="{963C8566-CCC2-C300-CBBD-2B7782AB1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3203576"/>
            <a:ext cx="7707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都是总体参数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的无偏估计量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且</a:t>
            </a:r>
            <a:endParaRPr lang="zh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4308" name="Object 4">
            <a:extLst>
              <a:ext uri="{FF2B5EF4-FFF2-40B4-BE49-F238E27FC236}">
                <a16:creationId xmlns:a16="http://schemas.microsoft.com/office/drawing/2014/main" id="{A8D66880-8384-FDDC-E135-37D38AA5B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9138" y="4019551"/>
          <a:ext cx="24304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6" r:id="rId5" imgW="21945600" imgH="5562600" progId="Equation.3">
                  <p:embed/>
                </p:oleObj>
              </mc:Choice>
              <mc:Fallback>
                <p:oleObj r:id="rId5" imgW="21945600" imgH="5562600" progId="Equation.3">
                  <p:embed/>
                  <p:pic>
                    <p:nvPicPr>
                      <p:cNvPr id="354308" name="Object 4">
                        <a:extLst>
                          <a:ext uri="{FF2B5EF4-FFF2-40B4-BE49-F238E27FC236}">
                            <a16:creationId xmlns:a16="http://schemas.microsoft.com/office/drawing/2014/main" id="{A8D66880-8384-FDDC-E135-37D38AA5B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4019551"/>
                        <a:ext cx="24304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4309" name="Group 5">
            <a:extLst>
              <a:ext uri="{FF2B5EF4-FFF2-40B4-BE49-F238E27FC236}">
                <a16:creationId xmlns:a16="http://schemas.microsoft.com/office/drawing/2014/main" id="{72A01CBD-6921-B03D-5FC9-D8C9C75C2C46}"/>
              </a:ext>
            </a:extLst>
          </p:cNvPr>
          <p:cNvGrpSpPr>
            <a:grpSpLocks/>
          </p:cNvGrpSpPr>
          <p:nvPr/>
        </p:nvGrpSpPr>
        <p:grpSpPr bwMode="auto">
          <a:xfrm>
            <a:off x="2424113" y="5010150"/>
            <a:ext cx="4679950" cy="609600"/>
            <a:chOff x="0" y="-2"/>
            <a:chExt cx="2948" cy="384"/>
          </a:xfrm>
        </p:grpSpPr>
        <p:sp>
          <p:nvSpPr>
            <p:cNvPr id="354310" name="Text Box 6">
              <a:extLst>
                <a:ext uri="{FF2B5EF4-FFF2-40B4-BE49-F238E27FC236}">
                  <a16:creationId xmlns:a16="http://schemas.microsoft.com/office/drawing/2014/main" id="{86796C67-597B-F4F9-F8F9-F670B390D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"/>
              <a:ext cx="29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则称    比   更有效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54311" name="Object 7">
              <a:extLst>
                <a:ext uri="{FF2B5EF4-FFF2-40B4-BE49-F238E27FC236}">
                  <a16:creationId xmlns:a16="http://schemas.microsoft.com/office/drawing/2014/main" id="{F62EB8E6-6A4B-13F7-3B29-8AA5EA7830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348780"/>
                </p:ext>
              </p:extLst>
            </p:nvPr>
          </p:nvGraphicFramePr>
          <p:xfrm>
            <a:off x="537" y="-2"/>
            <a:ext cx="29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7" r:id="rId7" imgW="3797300" imgH="5562600" progId="Equation.3">
                    <p:embed/>
                  </p:oleObj>
                </mc:Choice>
                <mc:Fallback>
                  <p:oleObj r:id="rId7" imgW="3797300" imgH="5562600" progId="Equation.3">
                    <p:embed/>
                    <p:pic>
                      <p:nvPicPr>
                        <p:cNvPr id="354311" name="Object 7">
                          <a:extLst>
                            <a:ext uri="{FF2B5EF4-FFF2-40B4-BE49-F238E27FC236}">
                              <a16:creationId xmlns:a16="http://schemas.microsoft.com/office/drawing/2014/main" id="{F62EB8E6-6A4B-13F7-3B29-8AA5EA7830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" y="-2"/>
                          <a:ext cx="29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4312" name="Object 8">
              <a:extLst>
                <a:ext uri="{FF2B5EF4-FFF2-40B4-BE49-F238E27FC236}">
                  <a16:creationId xmlns:a16="http://schemas.microsoft.com/office/drawing/2014/main" id="{BAC5E675-21EF-BB49-E197-F4EAA507C3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4645385"/>
                </p:ext>
              </p:extLst>
            </p:nvPr>
          </p:nvGraphicFramePr>
          <p:xfrm>
            <a:off x="990" y="24"/>
            <a:ext cx="28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8" r:id="rId9" imgW="4102100" imgH="5562600" progId="Equation.3">
                    <p:embed/>
                  </p:oleObj>
                </mc:Choice>
                <mc:Fallback>
                  <p:oleObj r:id="rId9" imgW="4102100" imgH="5562600" progId="Equation.3">
                    <p:embed/>
                    <p:pic>
                      <p:nvPicPr>
                        <p:cNvPr id="354312" name="Object 8">
                          <a:extLst>
                            <a:ext uri="{FF2B5EF4-FFF2-40B4-BE49-F238E27FC236}">
                              <a16:creationId xmlns:a16="http://schemas.microsoft.com/office/drawing/2014/main" id="{BAC5E675-21EF-BB49-E197-F4EAA507C3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" y="24"/>
                          <a:ext cx="281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4313" name="Rectangle 9">
            <a:extLst>
              <a:ext uri="{FF2B5EF4-FFF2-40B4-BE49-F238E27FC236}">
                <a16:creationId xmlns:a16="http://schemas.microsoft.com/office/drawing/2014/main" id="{A873E134-A815-8B9E-D16A-CE50AABD7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01751"/>
            <a:ext cx="71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354314" name="Object 10">
            <a:extLst>
              <a:ext uri="{FF2B5EF4-FFF2-40B4-BE49-F238E27FC236}">
                <a16:creationId xmlns:a16="http://schemas.microsoft.com/office/drawing/2014/main" id="{76FCD4E7-3E60-E1B9-0C01-8C3BF8A95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7788" y="2265363"/>
          <a:ext cx="3721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9" r:id="rId11" imgW="35394900" imgH="5854700" progId="Equation.3">
                  <p:embed/>
                </p:oleObj>
              </mc:Choice>
              <mc:Fallback>
                <p:oleObj r:id="rId11" imgW="35394900" imgH="5854700" progId="Equation.3">
                  <p:embed/>
                  <p:pic>
                    <p:nvPicPr>
                      <p:cNvPr id="354314" name="Object 10">
                        <a:extLst>
                          <a:ext uri="{FF2B5EF4-FFF2-40B4-BE49-F238E27FC236}">
                            <a16:creationId xmlns:a16="http://schemas.microsoft.com/office/drawing/2014/main" id="{76FCD4E7-3E60-E1B9-0C01-8C3BF8A95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2265363"/>
                        <a:ext cx="3721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5" name="Rectangle 11">
            <a:extLst>
              <a:ext uri="{FF2B5EF4-FFF2-40B4-BE49-F238E27FC236}">
                <a16:creationId xmlns:a16="http://schemas.microsoft.com/office/drawing/2014/main" id="{5834E98A-6A87-B9E6-D223-D4DE2376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76250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二、有效性</a:t>
            </a:r>
          </a:p>
        </p:txBody>
      </p:sp>
      <p:sp>
        <p:nvSpPr>
          <p:cNvPr id="354316" name="Text Box 12">
            <a:extLst>
              <a:ext uri="{FF2B5EF4-FFF2-40B4-BE49-F238E27FC236}">
                <a16:creationId xmlns:a16="http://schemas.microsoft.com/office/drawing/2014/main" id="{F4D214AE-99E3-A796-DE40-B5BE47497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341439"/>
            <a:ext cx="14430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0A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autoUpdateAnimBg="0"/>
      <p:bldP spid="354315" grpId="0" autoUpdateAnimBg="0"/>
      <p:bldP spid="354316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>
            <a:extLst>
              <a:ext uri="{FF2B5EF4-FFF2-40B4-BE49-F238E27FC236}">
                <a16:creationId xmlns:a16="http://schemas.microsoft.com/office/drawing/2014/main" id="{697A7DB6-1FBE-245A-EAD4-7BF2819A6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340226"/>
            <a:ext cx="7272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）试判断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哪一个更有效？</a:t>
            </a:r>
          </a:p>
        </p:txBody>
      </p:sp>
      <p:sp>
        <p:nvSpPr>
          <p:cNvPr id="355331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6D436DE-2864-B5BF-C3B6-657533475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332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BE1E4C5-9219-FE3C-B7D0-7E66CD23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333" name="AutoShape 5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D7CFCE7B-5D90-EC78-64FF-5171D6C5B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5334" name="Group 6">
            <a:extLst>
              <a:ext uri="{FF2B5EF4-FFF2-40B4-BE49-F238E27FC236}">
                <a16:creationId xmlns:a16="http://schemas.microsoft.com/office/drawing/2014/main" id="{C2ECF06A-7A99-C345-A139-3FFEAA6B753E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04813"/>
            <a:ext cx="8497887" cy="1281112"/>
            <a:chOff x="0" y="0"/>
            <a:chExt cx="5353" cy="807"/>
          </a:xfrm>
        </p:grpSpPr>
        <p:sp>
          <p:nvSpPr>
            <p:cNvPr id="355335" name="Text Box 7">
              <a:extLst>
                <a:ext uri="{FF2B5EF4-FFF2-40B4-BE49-F238E27FC236}">
                  <a16:creationId xmlns:a16="http://schemas.microsoft.com/office/drawing/2014/main" id="{EA1FBF6A-A428-EE52-6D4D-022433ED2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53" cy="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已知总体的数学期望    和方差    都存在，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是总体的样本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355336" name="Object 8">
              <a:extLst>
                <a:ext uri="{FF2B5EF4-FFF2-40B4-BE49-F238E27FC236}">
                  <a16:creationId xmlns:a16="http://schemas.microsoft.com/office/drawing/2014/main" id="{734B8CAE-06CB-21C8-1A6E-923DA1967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5" y="136"/>
            <a:ext cx="2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9" r:id="rId3" imgW="3505200" imgH="3797300" progId="Equation.3">
                    <p:embed/>
                  </p:oleObj>
                </mc:Choice>
                <mc:Fallback>
                  <p:oleObj r:id="rId3" imgW="3505200" imgH="3797300" progId="Equation.3">
                    <p:embed/>
                    <p:pic>
                      <p:nvPicPr>
                        <p:cNvPr id="355336" name="Object 8">
                          <a:extLst>
                            <a:ext uri="{FF2B5EF4-FFF2-40B4-BE49-F238E27FC236}">
                              <a16:creationId xmlns:a16="http://schemas.microsoft.com/office/drawing/2014/main" id="{734B8CAE-06CB-21C8-1A6E-923DA19679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" y="136"/>
                          <a:ext cx="2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5337" name="Object 9">
              <a:extLst>
                <a:ext uri="{FF2B5EF4-FFF2-40B4-BE49-F238E27FC236}">
                  <a16:creationId xmlns:a16="http://schemas.microsoft.com/office/drawing/2014/main" id="{2C6D2BEB-E371-A67D-115C-F13235BC5D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2" y="91"/>
            <a:ext cx="28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0" r:id="rId5" imgW="5270500" imgH="5854700" progId="Equation.3">
                    <p:embed/>
                  </p:oleObj>
                </mc:Choice>
                <mc:Fallback>
                  <p:oleObj r:id="rId5" imgW="5270500" imgH="5854700" progId="Equation.3">
                    <p:embed/>
                    <p:pic>
                      <p:nvPicPr>
                        <p:cNvPr id="355337" name="Object 9">
                          <a:extLst>
                            <a:ext uri="{FF2B5EF4-FFF2-40B4-BE49-F238E27FC236}">
                              <a16:creationId xmlns:a16="http://schemas.microsoft.com/office/drawing/2014/main" id="{2C6D2BEB-E371-A67D-115C-F13235BC5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" y="91"/>
                          <a:ext cx="28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5338" name="Group 10">
            <a:extLst>
              <a:ext uri="{FF2B5EF4-FFF2-40B4-BE49-F238E27FC236}">
                <a16:creationId xmlns:a16="http://schemas.microsoft.com/office/drawing/2014/main" id="{B8145004-15DB-67F0-C527-607F1D14350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357563"/>
            <a:ext cx="5832475" cy="519112"/>
            <a:chOff x="0" y="0"/>
            <a:chExt cx="3674" cy="327"/>
          </a:xfrm>
        </p:grpSpPr>
        <p:sp>
          <p:nvSpPr>
            <p:cNvPr id="355339" name="Text Box 11">
              <a:extLst>
                <a:ext uri="{FF2B5EF4-FFF2-40B4-BE49-F238E27FC236}">
                  <a16:creationId xmlns:a16="http://schemas.microsoft.com/office/drawing/2014/main" id="{664B23AD-8A7D-9C4E-6ACC-D903B7850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6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）证明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都是     的无偏估计</a:t>
              </a:r>
            </a:p>
          </p:txBody>
        </p:sp>
        <p:graphicFrame>
          <p:nvGraphicFramePr>
            <p:cNvPr id="355340" name="Object 12">
              <a:extLst>
                <a:ext uri="{FF2B5EF4-FFF2-40B4-BE49-F238E27FC236}">
                  <a16:creationId xmlns:a16="http://schemas.microsoft.com/office/drawing/2014/main" id="{A65CC757-3808-8070-75CE-FB204A55E8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32" y="45"/>
            <a:ext cx="23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1" r:id="rId7" imgW="3505200" imgH="3797300" progId="Equation.3">
                    <p:embed/>
                  </p:oleObj>
                </mc:Choice>
                <mc:Fallback>
                  <p:oleObj r:id="rId7" imgW="3505200" imgH="3797300" progId="Equation.3">
                    <p:embed/>
                    <p:pic>
                      <p:nvPicPr>
                        <p:cNvPr id="355340" name="Object 12">
                          <a:extLst>
                            <a:ext uri="{FF2B5EF4-FFF2-40B4-BE49-F238E27FC236}">
                              <a16:creationId xmlns:a16="http://schemas.microsoft.com/office/drawing/2014/main" id="{A65CC757-3808-8070-75CE-FB204A55E8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45"/>
                          <a:ext cx="23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5341" name="Group 13">
            <a:extLst>
              <a:ext uri="{FF2B5EF4-FFF2-40B4-BE49-F238E27FC236}">
                <a16:creationId xmlns:a16="http://schemas.microsoft.com/office/drawing/2014/main" id="{DBD7679B-0C7C-5BDD-EB81-0E429B9ECE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5188" y="1916114"/>
            <a:ext cx="7651750" cy="1112837"/>
            <a:chOff x="0" y="0"/>
            <a:chExt cx="4820" cy="701"/>
          </a:xfrm>
        </p:grpSpPr>
        <p:graphicFrame>
          <p:nvGraphicFramePr>
            <p:cNvPr id="355342" name="Object 14">
              <a:extLst>
                <a:ext uri="{FF2B5EF4-FFF2-40B4-BE49-F238E27FC236}">
                  <a16:creationId xmlns:a16="http://schemas.microsoft.com/office/drawing/2014/main" id="{88EDBDDE-B76D-8A0E-B55C-E29CAD8FE3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5" y="0"/>
            <a:ext cx="2325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2" r:id="rId9" imgW="37160200" imgH="9359900" progId="Equation.3">
                    <p:embed/>
                  </p:oleObj>
                </mc:Choice>
                <mc:Fallback>
                  <p:oleObj r:id="rId9" imgW="37160200" imgH="9359900" progId="Equation.3">
                    <p:embed/>
                    <p:pic>
                      <p:nvPicPr>
                        <p:cNvPr id="355342" name="Object 14">
                          <a:extLst>
                            <a:ext uri="{FF2B5EF4-FFF2-40B4-BE49-F238E27FC236}">
                              <a16:creationId xmlns:a16="http://schemas.microsoft.com/office/drawing/2014/main" id="{88EDBDDE-B76D-8A0E-B55C-E29CAD8FE3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" y="0"/>
                          <a:ext cx="2325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5343" name="Object 15">
              <a:extLst>
                <a:ext uri="{FF2B5EF4-FFF2-40B4-BE49-F238E27FC236}">
                  <a16:creationId xmlns:a16="http://schemas.microsoft.com/office/drawing/2014/main" id="{3A7FF3FC-F49B-0CAF-8396-10F58F0125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6"/>
            <a:ext cx="2416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3" r:id="rId11" imgW="38620700" imgH="9359900" progId="Equation.3">
                    <p:embed/>
                  </p:oleObj>
                </mc:Choice>
                <mc:Fallback>
                  <p:oleObj r:id="rId11" imgW="38620700" imgH="9359900" progId="Equation.3">
                    <p:embed/>
                    <p:pic>
                      <p:nvPicPr>
                        <p:cNvPr id="355343" name="Object 15">
                          <a:extLst>
                            <a:ext uri="{FF2B5EF4-FFF2-40B4-BE49-F238E27FC236}">
                              <a16:creationId xmlns:a16="http://schemas.microsoft.com/office/drawing/2014/main" id="{3A7FF3FC-F49B-0CAF-8396-10F58F0125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6"/>
                          <a:ext cx="2416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3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AutoShape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A563C57-7564-C08F-AE8F-FB9D78352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5" name="AutoShape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30037F-CCD9-6716-59E7-9230862B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6" name="AutoShape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0EFE0AB2-A13F-D4ED-383E-568AB0F74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7" name="Rectangle 5">
            <a:extLst>
              <a:ext uri="{FF2B5EF4-FFF2-40B4-BE49-F238E27FC236}">
                <a16:creationId xmlns:a16="http://schemas.microsoft.com/office/drawing/2014/main" id="{B2692FBF-E785-CBE8-EC7C-E7B76DEC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8914"/>
            <a:ext cx="165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56358" name="Object 6">
            <a:extLst>
              <a:ext uri="{FF2B5EF4-FFF2-40B4-BE49-F238E27FC236}">
                <a16:creationId xmlns:a16="http://schemas.microsoft.com/office/drawing/2014/main" id="{AE3CA1D5-E894-7D8E-F6DF-3A2C28423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476251"/>
          <a:ext cx="41767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3" r:id="rId3" imgW="47980600" imgH="9359900" progId="Equation.3">
                  <p:embed/>
                </p:oleObj>
              </mc:Choice>
              <mc:Fallback>
                <p:oleObj r:id="rId3" imgW="47980600" imgH="9359900" progId="Equation.3">
                  <p:embed/>
                  <p:pic>
                    <p:nvPicPr>
                      <p:cNvPr id="356358" name="Object 6">
                        <a:extLst>
                          <a:ext uri="{FF2B5EF4-FFF2-40B4-BE49-F238E27FC236}">
                            <a16:creationId xmlns:a16="http://schemas.microsoft.com/office/drawing/2014/main" id="{AE3CA1D5-E894-7D8E-F6DF-3A2C28423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476251"/>
                        <a:ext cx="41767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9" name="Object 7">
            <a:extLst>
              <a:ext uri="{FF2B5EF4-FFF2-40B4-BE49-F238E27FC236}">
                <a16:creationId xmlns:a16="http://schemas.microsoft.com/office/drawing/2014/main" id="{F369B9A9-B997-EBF6-A34A-FE5783BAC9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1412875"/>
          <a:ext cx="43926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4" r:id="rId5" imgW="48272700" imgH="9359900" progId="Equation.3">
                  <p:embed/>
                </p:oleObj>
              </mc:Choice>
              <mc:Fallback>
                <p:oleObj r:id="rId5" imgW="48272700" imgH="9359900" progId="Equation.3">
                  <p:embed/>
                  <p:pic>
                    <p:nvPicPr>
                      <p:cNvPr id="356359" name="Object 7">
                        <a:extLst>
                          <a:ext uri="{FF2B5EF4-FFF2-40B4-BE49-F238E27FC236}">
                            <a16:creationId xmlns:a16="http://schemas.microsoft.com/office/drawing/2014/main" id="{F369B9A9-B997-EBF6-A34A-FE5783BAC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412875"/>
                        <a:ext cx="43926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60" name="Rectangle 8">
            <a:extLst>
              <a:ext uri="{FF2B5EF4-FFF2-40B4-BE49-F238E27FC236}">
                <a16:creationId xmlns:a16="http://schemas.microsoft.com/office/drawing/2014/main" id="{BC4AE2FA-AE6B-E9AF-881A-AB87D3562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620713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</a:p>
        </p:txBody>
      </p:sp>
      <p:graphicFrame>
        <p:nvGraphicFramePr>
          <p:cNvPr id="356361" name="Object 9">
            <a:extLst>
              <a:ext uri="{FF2B5EF4-FFF2-40B4-BE49-F238E27FC236}">
                <a16:creationId xmlns:a16="http://schemas.microsoft.com/office/drawing/2014/main" id="{948EF44F-4686-99E5-1167-D3F1C5A3E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2420939"/>
          <a:ext cx="24495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5" r:id="rId7" imgW="26327100" imgH="9359900" progId="Equation.3">
                  <p:embed/>
                </p:oleObj>
              </mc:Choice>
              <mc:Fallback>
                <p:oleObj r:id="rId7" imgW="26327100" imgH="9359900" progId="Equation.3">
                  <p:embed/>
                  <p:pic>
                    <p:nvPicPr>
                      <p:cNvPr id="356361" name="Object 9">
                        <a:extLst>
                          <a:ext uri="{FF2B5EF4-FFF2-40B4-BE49-F238E27FC236}">
                            <a16:creationId xmlns:a16="http://schemas.microsoft.com/office/drawing/2014/main" id="{948EF44F-4686-99E5-1167-D3F1C5A3E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420939"/>
                        <a:ext cx="24495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2" name="Object 10">
            <a:extLst>
              <a:ext uri="{FF2B5EF4-FFF2-40B4-BE49-F238E27FC236}">
                <a16:creationId xmlns:a16="http://schemas.microsoft.com/office/drawing/2014/main" id="{7EA16BE9-1E60-62C2-57A2-6EF8D16F2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2708276"/>
          <a:ext cx="7921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6" r:id="rId9" imgW="6438900" imgH="3797300" progId="Equation.3">
                  <p:embed/>
                </p:oleObj>
              </mc:Choice>
              <mc:Fallback>
                <p:oleObj r:id="rId9" imgW="6438900" imgH="3797300" progId="Equation.3">
                  <p:embed/>
                  <p:pic>
                    <p:nvPicPr>
                      <p:cNvPr id="356362" name="Object 10">
                        <a:extLst>
                          <a:ext uri="{FF2B5EF4-FFF2-40B4-BE49-F238E27FC236}">
                            <a16:creationId xmlns:a16="http://schemas.microsoft.com/office/drawing/2014/main" id="{7EA16BE9-1E60-62C2-57A2-6EF8D16F2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2708276"/>
                        <a:ext cx="7921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3" name="Object 11">
            <a:extLst>
              <a:ext uri="{FF2B5EF4-FFF2-40B4-BE49-F238E27FC236}">
                <a16:creationId xmlns:a16="http://schemas.microsoft.com/office/drawing/2014/main" id="{826A2F6F-0390-A4AE-6351-A36573743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3429000"/>
          <a:ext cx="4392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7" r:id="rId11" imgW="47980600" imgH="9359900" progId="Equation.3">
                  <p:embed/>
                </p:oleObj>
              </mc:Choice>
              <mc:Fallback>
                <p:oleObj r:id="rId11" imgW="47980600" imgH="9359900" progId="Equation.3">
                  <p:embed/>
                  <p:pic>
                    <p:nvPicPr>
                      <p:cNvPr id="356363" name="Object 11">
                        <a:extLst>
                          <a:ext uri="{FF2B5EF4-FFF2-40B4-BE49-F238E27FC236}">
                            <a16:creationId xmlns:a16="http://schemas.microsoft.com/office/drawing/2014/main" id="{826A2F6F-0390-A4AE-6351-A36573743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429000"/>
                        <a:ext cx="439261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4" name="Object 12">
            <a:extLst>
              <a:ext uri="{FF2B5EF4-FFF2-40B4-BE49-F238E27FC236}">
                <a16:creationId xmlns:a16="http://schemas.microsoft.com/office/drawing/2014/main" id="{5A69BC83-A974-AAED-84A2-B38A69C666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364039"/>
          <a:ext cx="44640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8" r:id="rId13" imgW="48272700" imgH="9359900" progId="Equation.3">
                  <p:embed/>
                </p:oleObj>
              </mc:Choice>
              <mc:Fallback>
                <p:oleObj r:id="rId13" imgW="48272700" imgH="9359900" progId="Equation.3">
                  <p:embed/>
                  <p:pic>
                    <p:nvPicPr>
                      <p:cNvPr id="356364" name="Object 12">
                        <a:extLst>
                          <a:ext uri="{FF2B5EF4-FFF2-40B4-BE49-F238E27FC236}">
                            <a16:creationId xmlns:a16="http://schemas.microsoft.com/office/drawing/2014/main" id="{5A69BC83-A974-AAED-84A2-B38A69C6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364039"/>
                        <a:ext cx="44640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5" name="Object 13">
            <a:extLst>
              <a:ext uri="{FF2B5EF4-FFF2-40B4-BE49-F238E27FC236}">
                <a16:creationId xmlns:a16="http://schemas.microsoft.com/office/drawing/2014/main" id="{62803EF1-EFD2-6BBD-DEFB-7DC833792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5373688"/>
          <a:ext cx="25844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9" r:id="rId15" imgW="26035000" imgH="9359900" progId="Equation.3">
                  <p:embed/>
                </p:oleObj>
              </mc:Choice>
              <mc:Fallback>
                <p:oleObj r:id="rId15" imgW="26035000" imgH="9359900" progId="Equation.3">
                  <p:embed/>
                  <p:pic>
                    <p:nvPicPr>
                      <p:cNvPr id="356365" name="Object 13">
                        <a:extLst>
                          <a:ext uri="{FF2B5EF4-FFF2-40B4-BE49-F238E27FC236}">
                            <a16:creationId xmlns:a16="http://schemas.microsoft.com/office/drawing/2014/main" id="{62803EF1-EFD2-6BBD-DEFB-7DC833792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373688"/>
                        <a:ext cx="25844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6" name="Object 14">
            <a:extLst>
              <a:ext uri="{FF2B5EF4-FFF2-40B4-BE49-F238E27FC236}">
                <a16:creationId xmlns:a16="http://schemas.microsoft.com/office/drawing/2014/main" id="{77BFE5C9-16ED-7B96-2976-8CD82B37CC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1" y="5734051"/>
          <a:ext cx="7921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40" r:id="rId17" imgW="6438900" imgH="3797300" progId="Equation.3">
                  <p:embed/>
                </p:oleObj>
              </mc:Choice>
              <mc:Fallback>
                <p:oleObj r:id="rId17" imgW="6438900" imgH="3797300" progId="Equation.3">
                  <p:embed/>
                  <p:pic>
                    <p:nvPicPr>
                      <p:cNvPr id="356366" name="Object 14">
                        <a:extLst>
                          <a:ext uri="{FF2B5EF4-FFF2-40B4-BE49-F238E27FC236}">
                            <a16:creationId xmlns:a16="http://schemas.microsoft.com/office/drawing/2014/main" id="{77BFE5C9-16ED-7B96-2976-8CD82B37C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5734051"/>
                        <a:ext cx="7921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6367" name="Group 15">
            <a:extLst>
              <a:ext uri="{FF2B5EF4-FFF2-40B4-BE49-F238E27FC236}">
                <a16:creationId xmlns:a16="http://schemas.microsoft.com/office/drawing/2014/main" id="{188EFAA0-563C-7E23-C5BC-FAF20D2D2F7F}"/>
              </a:ext>
            </a:extLst>
          </p:cNvPr>
          <p:cNvGrpSpPr>
            <a:grpSpLocks/>
          </p:cNvGrpSpPr>
          <p:nvPr/>
        </p:nvGrpSpPr>
        <p:grpSpPr bwMode="auto">
          <a:xfrm>
            <a:off x="7608889" y="2781300"/>
            <a:ext cx="2879725" cy="1403350"/>
            <a:chOff x="0" y="0"/>
            <a:chExt cx="1814" cy="884"/>
          </a:xfrm>
        </p:grpSpPr>
        <p:sp>
          <p:nvSpPr>
            <p:cNvPr id="356368" name="Text Box 16">
              <a:extLst>
                <a:ext uri="{FF2B5EF4-FFF2-40B4-BE49-F238E27FC236}">
                  <a16:creationId xmlns:a16="http://schemas.microsoft.com/office/drawing/2014/main" id="{C17D1A60-1088-049D-91A8-5E0D33E6A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814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所以，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都是  的无偏估计</a:t>
              </a:r>
            </a:p>
          </p:txBody>
        </p:sp>
        <p:graphicFrame>
          <p:nvGraphicFramePr>
            <p:cNvPr id="356369" name="Object 17">
              <a:extLst>
                <a:ext uri="{FF2B5EF4-FFF2-40B4-BE49-F238E27FC236}">
                  <a16:creationId xmlns:a16="http://schemas.microsoft.com/office/drawing/2014/main" id="{6A72A3A1-DFE8-6F85-4BC4-476048CCD9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" y="589"/>
            <a:ext cx="2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41" r:id="rId18" imgW="3505200" imgH="3797300" progId="Equation.3">
                    <p:embed/>
                  </p:oleObj>
                </mc:Choice>
                <mc:Fallback>
                  <p:oleObj r:id="rId18" imgW="3505200" imgH="3797300" progId="Equation.3">
                    <p:embed/>
                    <p:pic>
                      <p:nvPicPr>
                        <p:cNvPr id="356369" name="Object 17">
                          <a:extLst>
                            <a:ext uri="{FF2B5EF4-FFF2-40B4-BE49-F238E27FC236}">
                              <a16:creationId xmlns:a16="http://schemas.microsoft.com/office/drawing/2014/main" id="{6A72A3A1-DFE8-6F85-4BC4-476048CCD9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589"/>
                          <a:ext cx="2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5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5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3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10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1000"/>
                                        <p:tgtEl>
                                          <p:spTgt spid="3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7" grpId="0" autoUpdateAnimBg="0"/>
      <p:bldP spid="356360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AutoShape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650E664-01DD-750E-9639-0AE46F971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379" name="AutoShape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B8DA29E-38BE-0680-518F-809BD140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380" name="AutoShape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FBA1DD65-8472-6A6B-DCA1-5601D8FE9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7381" name="Object 5">
            <a:extLst>
              <a:ext uri="{FF2B5EF4-FFF2-40B4-BE49-F238E27FC236}">
                <a16:creationId xmlns:a16="http://schemas.microsoft.com/office/drawing/2014/main" id="{CEB895E5-02A9-6C46-6251-2A2634366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1341439"/>
          <a:ext cx="9588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7" r:id="rId3" imgW="9067800" imgH="10820400" progId="Equation.3">
                  <p:embed/>
                </p:oleObj>
              </mc:Choice>
              <mc:Fallback>
                <p:oleObj r:id="rId3" imgW="9067800" imgH="10820400" progId="Equation.3">
                  <p:embed/>
                  <p:pic>
                    <p:nvPicPr>
                      <p:cNvPr id="357381" name="Object 5">
                        <a:extLst>
                          <a:ext uri="{FF2B5EF4-FFF2-40B4-BE49-F238E27FC236}">
                            <a16:creationId xmlns:a16="http://schemas.microsoft.com/office/drawing/2014/main" id="{CEB895E5-02A9-6C46-6251-2A2634366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1341439"/>
                        <a:ext cx="9588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2" name="Object 6">
            <a:extLst>
              <a:ext uri="{FF2B5EF4-FFF2-40B4-BE49-F238E27FC236}">
                <a16:creationId xmlns:a16="http://schemas.microsoft.com/office/drawing/2014/main" id="{05A5BB04-9A2A-1A40-8332-55534A3FA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549275"/>
          <a:ext cx="43926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8" r:id="rId5" imgW="47980600" imgH="9359900" progId="Equation.3">
                  <p:embed/>
                </p:oleObj>
              </mc:Choice>
              <mc:Fallback>
                <p:oleObj r:id="rId5" imgW="47980600" imgH="9359900" progId="Equation.3">
                  <p:embed/>
                  <p:pic>
                    <p:nvPicPr>
                      <p:cNvPr id="357382" name="Object 6">
                        <a:extLst>
                          <a:ext uri="{FF2B5EF4-FFF2-40B4-BE49-F238E27FC236}">
                            <a16:creationId xmlns:a16="http://schemas.microsoft.com/office/drawing/2014/main" id="{05A5BB04-9A2A-1A40-8332-55534A3FA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549275"/>
                        <a:ext cx="43926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3" name="Object 7">
            <a:extLst>
              <a:ext uri="{FF2B5EF4-FFF2-40B4-BE49-F238E27FC236}">
                <a16:creationId xmlns:a16="http://schemas.microsoft.com/office/drawing/2014/main" id="{EDE8123D-B68D-97B3-1F0D-5A1A30B1C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9" y="549276"/>
          <a:ext cx="43211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9" r:id="rId7" imgW="47980600" imgH="9359900" progId="Equation.3">
                  <p:embed/>
                </p:oleObj>
              </mc:Choice>
              <mc:Fallback>
                <p:oleObj r:id="rId7" imgW="47980600" imgH="9359900" progId="Equation.3">
                  <p:embed/>
                  <p:pic>
                    <p:nvPicPr>
                      <p:cNvPr id="357383" name="Object 7">
                        <a:extLst>
                          <a:ext uri="{FF2B5EF4-FFF2-40B4-BE49-F238E27FC236}">
                            <a16:creationId xmlns:a16="http://schemas.microsoft.com/office/drawing/2014/main" id="{EDE8123D-B68D-97B3-1F0D-5A1A30B1C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549276"/>
                        <a:ext cx="43211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4" name="Rectangle 8">
            <a:extLst>
              <a:ext uri="{FF2B5EF4-FFF2-40B4-BE49-F238E27FC236}">
                <a16:creationId xmlns:a16="http://schemas.microsoft.com/office/drawing/2014/main" id="{0B3A1987-FAF6-F00C-E7CA-70095B894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57385" name="Object 9">
            <a:extLst>
              <a:ext uri="{FF2B5EF4-FFF2-40B4-BE49-F238E27FC236}">
                <a16:creationId xmlns:a16="http://schemas.microsoft.com/office/drawing/2014/main" id="{FE32FD85-8B92-9BA8-99DA-69067D90D6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1557339"/>
          <a:ext cx="302418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0" r:id="rId9" imgW="30137100" imgH="9359900" progId="Equation.3">
                  <p:embed/>
                </p:oleObj>
              </mc:Choice>
              <mc:Fallback>
                <p:oleObj r:id="rId9" imgW="30137100" imgH="9359900" progId="Equation.3">
                  <p:embed/>
                  <p:pic>
                    <p:nvPicPr>
                      <p:cNvPr id="357385" name="Object 9">
                        <a:extLst>
                          <a:ext uri="{FF2B5EF4-FFF2-40B4-BE49-F238E27FC236}">
                            <a16:creationId xmlns:a16="http://schemas.microsoft.com/office/drawing/2014/main" id="{FE32FD85-8B92-9BA8-99DA-69067D90D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557339"/>
                        <a:ext cx="302418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6" name="Object 10">
            <a:extLst>
              <a:ext uri="{FF2B5EF4-FFF2-40B4-BE49-F238E27FC236}">
                <a16:creationId xmlns:a16="http://schemas.microsoft.com/office/drawing/2014/main" id="{8F229992-65A1-011D-C384-FADD49BA2E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2673351"/>
          <a:ext cx="46434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1" r:id="rId11" imgW="52082700" imgH="9359900" progId="Equation.3">
                  <p:embed/>
                </p:oleObj>
              </mc:Choice>
              <mc:Fallback>
                <p:oleObj r:id="rId11" imgW="52082700" imgH="9359900" progId="Equation.3">
                  <p:embed/>
                  <p:pic>
                    <p:nvPicPr>
                      <p:cNvPr id="357386" name="Object 10">
                        <a:extLst>
                          <a:ext uri="{FF2B5EF4-FFF2-40B4-BE49-F238E27FC236}">
                            <a16:creationId xmlns:a16="http://schemas.microsoft.com/office/drawing/2014/main" id="{8F229992-65A1-011D-C384-FADD49BA2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2673351"/>
                        <a:ext cx="464343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7" name="Object 11">
            <a:extLst>
              <a:ext uri="{FF2B5EF4-FFF2-40B4-BE49-F238E27FC236}">
                <a16:creationId xmlns:a16="http://schemas.microsoft.com/office/drawing/2014/main" id="{8753DB59-5FC4-70B5-DA58-176970F74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2708275"/>
          <a:ext cx="42481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2" r:id="rId13" imgW="47980600" imgH="9359900" progId="Equation.3">
                  <p:embed/>
                </p:oleObj>
              </mc:Choice>
              <mc:Fallback>
                <p:oleObj r:id="rId13" imgW="47980600" imgH="9359900" progId="Equation.3">
                  <p:embed/>
                  <p:pic>
                    <p:nvPicPr>
                      <p:cNvPr id="357387" name="Object 11">
                        <a:extLst>
                          <a:ext uri="{FF2B5EF4-FFF2-40B4-BE49-F238E27FC236}">
                            <a16:creationId xmlns:a16="http://schemas.microsoft.com/office/drawing/2014/main" id="{8753DB59-5FC4-70B5-DA58-176970F74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708275"/>
                        <a:ext cx="42481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8" name="Object 12">
            <a:extLst>
              <a:ext uri="{FF2B5EF4-FFF2-40B4-BE49-F238E27FC236}">
                <a16:creationId xmlns:a16="http://schemas.microsoft.com/office/drawing/2014/main" id="{850C1E38-96C7-AC85-7F9C-AF0A80FAF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716339"/>
          <a:ext cx="32416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3" r:id="rId15" imgW="33934400" imgH="9359900" progId="Equation.3">
                  <p:embed/>
                </p:oleObj>
              </mc:Choice>
              <mc:Fallback>
                <p:oleObj r:id="rId15" imgW="33934400" imgH="9359900" progId="Equation.3">
                  <p:embed/>
                  <p:pic>
                    <p:nvPicPr>
                      <p:cNvPr id="357388" name="Object 12">
                        <a:extLst>
                          <a:ext uri="{FF2B5EF4-FFF2-40B4-BE49-F238E27FC236}">
                            <a16:creationId xmlns:a16="http://schemas.microsoft.com/office/drawing/2014/main" id="{850C1E38-96C7-AC85-7F9C-AF0A80FAF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716339"/>
                        <a:ext cx="32416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9" name="Object 13">
            <a:extLst>
              <a:ext uri="{FF2B5EF4-FFF2-40B4-BE49-F238E27FC236}">
                <a16:creationId xmlns:a16="http://schemas.microsoft.com/office/drawing/2014/main" id="{503849EA-EDD0-0C0F-0550-4B74E3FCB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644900"/>
          <a:ext cx="12239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4" r:id="rId17" imgW="12293600" imgH="9359900" progId="Equation.3">
                  <p:embed/>
                </p:oleObj>
              </mc:Choice>
              <mc:Fallback>
                <p:oleObj r:id="rId17" imgW="12293600" imgH="9359900" progId="Equation.3">
                  <p:embed/>
                  <p:pic>
                    <p:nvPicPr>
                      <p:cNvPr id="357389" name="Object 13">
                        <a:extLst>
                          <a:ext uri="{FF2B5EF4-FFF2-40B4-BE49-F238E27FC236}">
                            <a16:creationId xmlns:a16="http://schemas.microsoft.com/office/drawing/2014/main" id="{503849EA-EDD0-0C0F-0550-4B74E3FCB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644900"/>
                        <a:ext cx="12239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7390" name="Group 14">
            <a:extLst>
              <a:ext uri="{FF2B5EF4-FFF2-40B4-BE49-F238E27FC236}">
                <a16:creationId xmlns:a16="http://schemas.microsoft.com/office/drawing/2014/main" id="{3C3B9C71-F5B2-E78A-915B-C4F83D40FEE0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5013326"/>
            <a:ext cx="3240087" cy="519113"/>
            <a:chOff x="0" y="0"/>
            <a:chExt cx="2041" cy="327"/>
          </a:xfrm>
        </p:grpSpPr>
        <p:sp>
          <p:nvSpPr>
            <p:cNvPr id="357391" name="Text Box 15">
              <a:extLst>
                <a:ext uri="{FF2B5EF4-FFF2-40B4-BE49-F238E27FC236}">
                  <a16:creationId xmlns:a16="http://schemas.microsoft.com/office/drawing/2014/main" id="{C20C68B7-4837-AA29-C2FD-1B9D979A5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9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因为</a:t>
              </a:r>
            </a:p>
          </p:txBody>
        </p:sp>
        <p:graphicFrame>
          <p:nvGraphicFramePr>
            <p:cNvPr id="357392" name="Object 16">
              <a:extLst>
                <a:ext uri="{FF2B5EF4-FFF2-40B4-BE49-F238E27FC236}">
                  <a16:creationId xmlns:a16="http://schemas.microsoft.com/office/drawing/2014/main" id="{9FFD3EC5-4F8B-42A0-C31A-FF480B997D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6" y="0"/>
            <a:ext cx="131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65" r:id="rId19" imgW="22821900" imgH="4978400" progId="Equation.3">
                    <p:embed/>
                  </p:oleObj>
                </mc:Choice>
                <mc:Fallback>
                  <p:oleObj r:id="rId19" imgW="22821900" imgH="4978400" progId="Equation.3">
                    <p:embed/>
                    <p:pic>
                      <p:nvPicPr>
                        <p:cNvPr id="357392" name="Object 16">
                          <a:extLst>
                            <a:ext uri="{FF2B5EF4-FFF2-40B4-BE49-F238E27FC236}">
                              <a16:creationId xmlns:a16="http://schemas.microsoft.com/office/drawing/2014/main" id="{9FFD3EC5-4F8B-42A0-C31A-FF480B997D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0"/>
                          <a:ext cx="131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7393" name="Text Box 17">
            <a:extLst>
              <a:ext uri="{FF2B5EF4-FFF2-40B4-BE49-F238E27FC236}">
                <a16:creationId xmlns:a16="http://schemas.microsoft.com/office/drawing/2014/main" id="{0024017D-AC14-AD82-882D-BE3337C6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1" y="5013326"/>
            <a:ext cx="3103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较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更有效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3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4" grpId="0" autoUpdateAnimBg="0"/>
      <p:bldP spid="357393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>
            <a:extLst>
              <a:ext uri="{FF2B5EF4-FFF2-40B4-BE49-F238E27FC236}">
                <a16:creationId xmlns:a16="http://schemas.microsoft.com/office/drawing/2014/main" id="{B48830D2-3557-7169-A2C9-9A2AE61C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60350"/>
            <a:ext cx="8066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罗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克拉美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i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Rao – Cramer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不等式</a:t>
            </a:r>
            <a:endParaRPr lang="zh-CN" altLang="en-US" sz="3200" b="1" i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61475" name="Group 3">
            <a:extLst>
              <a:ext uri="{FF2B5EF4-FFF2-40B4-BE49-F238E27FC236}">
                <a16:creationId xmlns:a16="http://schemas.microsoft.com/office/drawing/2014/main" id="{9AF6F532-6BDF-8FD5-8C96-7B415AAFE86B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981076"/>
            <a:ext cx="5392737" cy="587375"/>
            <a:chOff x="0" y="0"/>
            <a:chExt cx="3087" cy="370"/>
          </a:xfrm>
        </p:grpSpPr>
        <p:sp>
          <p:nvSpPr>
            <p:cNvPr id="361476" name="Text Box 4">
              <a:extLst>
                <a:ext uri="{FF2B5EF4-FFF2-40B4-BE49-F238E27FC236}">
                  <a16:creationId xmlns:a16="http://schemas.microsoft.com/office/drawing/2014/main" id="{6A845F87-15FD-C26A-A006-06815CAED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3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若</a:t>
              </a:r>
            </a:p>
          </p:txBody>
        </p:sp>
        <p:graphicFrame>
          <p:nvGraphicFramePr>
            <p:cNvPr id="361477" name="Object 5">
              <a:extLst>
                <a:ext uri="{FF2B5EF4-FFF2-40B4-BE49-F238E27FC236}">
                  <a16:creationId xmlns:a16="http://schemas.microsoft.com/office/drawing/2014/main" id="{7729E80D-140E-F47F-8F61-425B052098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" y="18"/>
            <a:ext cx="20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36" r:id="rId3" imgW="2921000" imgH="4978400" progId="Equation.3">
                    <p:embed/>
                  </p:oleObj>
                </mc:Choice>
                <mc:Fallback>
                  <p:oleObj r:id="rId3" imgW="2921000" imgH="4978400" progId="Equation.3">
                    <p:embed/>
                    <p:pic>
                      <p:nvPicPr>
                        <p:cNvPr id="361477" name="Object 5">
                          <a:extLst>
                            <a:ext uri="{FF2B5EF4-FFF2-40B4-BE49-F238E27FC236}">
                              <a16:creationId xmlns:a16="http://schemas.microsoft.com/office/drawing/2014/main" id="{7729E80D-140E-F47F-8F61-425B052098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" y="18"/>
                          <a:ext cx="20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1478" name="Text Box 6">
              <a:extLst>
                <a:ext uri="{FF2B5EF4-FFF2-40B4-BE49-F238E27FC236}">
                  <a16:creationId xmlns:a16="http://schemas.microsoft.com/office/drawing/2014/main" id="{81101F0F-3281-B65D-1578-E43424ED7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43"/>
              <a:ext cx="25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是参数 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361479" name="Object 7">
            <a:extLst>
              <a:ext uri="{FF2B5EF4-FFF2-40B4-BE49-F238E27FC236}">
                <a16:creationId xmlns:a16="http://schemas.microsoft.com/office/drawing/2014/main" id="{B69DB024-0655-840D-5760-EC921FD84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1628776"/>
          <a:ext cx="567531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7" r:id="rId5" imgW="54419500" imgH="15506700" progId="Equation.3">
                  <p:embed/>
                </p:oleObj>
              </mc:Choice>
              <mc:Fallback>
                <p:oleObj r:id="rId5" imgW="54419500" imgH="15506700" progId="Equation.3">
                  <p:embed/>
                  <p:pic>
                    <p:nvPicPr>
                      <p:cNvPr id="361479" name="Object 7">
                        <a:extLst>
                          <a:ext uri="{FF2B5EF4-FFF2-40B4-BE49-F238E27FC236}">
                            <a16:creationId xmlns:a16="http://schemas.microsoft.com/office/drawing/2014/main" id="{B69DB024-0655-840D-5760-EC921FD84E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628776"/>
                        <a:ext cx="5675312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1480" name="Group 8">
            <a:extLst>
              <a:ext uri="{FF2B5EF4-FFF2-40B4-BE49-F238E27FC236}">
                <a16:creationId xmlns:a16="http://schemas.microsoft.com/office/drawing/2014/main" id="{A32D1F92-5A9C-B2AE-8EEE-BE1577FC979C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429000"/>
            <a:ext cx="8899525" cy="560388"/>
            <a:chOff x="0" y="0"/>
            <a:chExt cx="5606" cy="353"/>
          </a:xfrm>
        </p:grpSpPr>
        <p:sp>
          <p:nvSpPr>
            <p:cNvPr id="361481" name="Text Box 9">
              <a:extLst>
                <a:ext uri="{FF2B5EF4-FFF2-40B4-BE49-F238E27FC236}">
                  <a16:creationId xmlns:a16="http://schemas.microsoft.com/office/drawing/2014/main" id="{56383047-2743-234D-B442-08D3459C1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其中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( x ,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是 总体 X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的分布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律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或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概率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密度，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graphicFrame>
          <p:nvGraphicFramePr>
            <p:cNvPr id="361482" name="Object 10">
              <a:extLst>
                <a:ext uri="{FF2B5EF4-FFF2-40B4-BE49-F238E27FC236}">
                  <a16:creationId xmlns:a16="http://schemas.microsoft.com/office/drawing/2014/main" id="{0BB83152-643B-D749-46A8-0E9DBDB27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2" y="0"/>
            <a:ext cx="59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38" r:id="rId7" imgW="10236200" imgH="5270500" progId="Equation.3">
                    <p:embed/>
                  </p:oleObj>
                </mc:Choice>
                <mc:Fallback>
                  <p:oleObj r:id="rId7" imgW="10236200" imgH="5270500" progId="Equation.3">
                    <p:embed/>
                    <p:pic>
                      <p:nvPicPr>
                        <p:cNvPr id="361482" name="Object 10">
                          <a:extLst>
                            <a:ext uri="{FF2B5EF4-FFF2-40B4-BE49-F238E27FC236}">
                              <a16:creationId xmlns:a16="http://schemas.microsoft.com/office/drawing/2014/main" id="{0BB83152-643B-D749-46A8-0E9DBDB270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0"/>
                          <a:ext cx="59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1483" name="Group 11">
            <a:extLst>
              <a:ext uri="{FF2B5EF4-FFF2-40B4-BE49-F238E27FC236}">
                <a16:creationId xmlns:a16="http://schemas.microsoft.com/office/drawing/2014/main" id="{0B3C93CF-E7B5-74E0-F9E1-D5972526F812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5229225"/>
            <a:ext cx="8556625" cy="611188"/>
            <a:chOff x="0" y="0"/>
            <a:chExt cx="5232" cy="385"/>
          </a:xfrm>
        </p:grpSpPr>
        <p:sp>
          <p:nvSpPr>
            <p:cNvPr id="361484" name="Text Box 12">
              <a:extLst>
                <a:ext uri="{FF2B5EF4-FFF2-40B4-BE49-F238E27FC236}">
                  <a16:creationId xmlns:a16="http://schemas.microsoft.com/office/drawing/2014/main" id="{2F8E9322-3D07-DDE1-A444-00B12ACF7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23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此时称    为最有效的估计量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简称有效估计量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61485" name="Object 13">
              <a:extLst>
                <a:ext uri="{FF2B5EF4-FFF2-40B4-BE49-F238E27FC236}">
                  <a16:creationId xmlns:a16="http://schemas.microsoft.com/office/drawing/2014/main" id="{E78520BA-9273-F4BD-EF80-07270B891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6" y="46"/>
            <a:ext cx="20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39" r:id="rId9" imgW="2921000" imgH="4978400" progId="Equation.3">
                    <p:embed/>
                  </p:oleObj>
                </mc:Choice>
                <mc:Fallback>
                  <p:oleObj r:id="rId9" imgW="2921000" imgH="4978400" progId="Equation.3">
                    <p:embed/>
                    <p:pic>
                      <p:nvPicPr>
                        <p:cNvPr id="361485" name="Object 13">
                          <a:extLst>
                            <a:ext uri="{FF2B5EF4-FFF2-40B4-BE49-F238E27FC236}">
                              <a16:creationId xmlns:a16="http://schemas.microsoft.com/office/drawing/2014/main" id="{E78520BA-9273-F4BD-EF80-07270B891B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46"/>
                          <a:ext cx="20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1486" name="Rectangle 14">
            <a:extLst>
              <a:ext uri="{FF2B5EF4-FFF2-40B4-BE49-F238E27FC236}">
                <a16:creationId xmlns:a16="http://schemas.microsoft.com/office/drawing/2014/main" id="{A7E5B2AD-ED69-505B-FCD3-EE3A35C7C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005263"/>
            <a:ext cx="2416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为方差的下界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61487" name="Group 15">
            <a:extLst>
              <a:ext uri="{FF2B5EF4-FFF2-40B4-BE49-F238E27FC236}">
                <a16:creationId xmlns:a16="http://schemas.microsoft.com/office/drawing/2014/main" id="{1124EB35-CAE2-04AA-88C1-381FF6DE7B87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4652963"/>
            <a:ext cx="8748712" cy="563562"/>
            <a:chOff x="0" y="0"/>
            <a:chExt cx="5511" cy="355"/>
          </a:xfrm>
        </p:grpSpPr>
        <p:grpSp>
          <p:nvGrpSpPr>
            <p:cNvPr id="361488" name="Group 16">
              <a:extLst>
                <a:ext uri="{FF2B5EF4-FFF2-40B4-BE49-F238E27FC236}">
                  <a16:creationId xmlns:a16="http://schemas.microsoft.com/office/drawing/2014/main" id="{E47BADCB-160A-3D0B-76E8-25A2DB6C0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511" cy="338"/>
              <a:chOff x="0" y="0"/>
              <a:chExt cx="5511" cy="338"/>
            </a:xfrm>
          </p:grpSpPr>
          <p:sp>
            <p:nvSpPr>
              <p:cNvPr id="361489" name="Rectangle 17">
                <a:extLst>
                  <a:ext uri="{FF2B5EF4-FFF2-40B4-BE49-F238E27FC236}">
                    <a16:creationId xmlns:a16="http://schemas.microsoft.com/office/drawing/2014/main" id="{4F1A4255-AECE-16C1-C99C-69919D14F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51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当                      时</a:t>
                </a:r>
                <a:r>
                  <a:rPr lang="en-US" altLang="zh-CN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称      为</a:t>
                </a:r>
                <a:r>
                  <a:rPr lang="zh-CN" altLang="en-US" sz="2800" b="1" i="1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的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达到方差下界的无偏估</a:t>
                </a:r>
              </a:p>
            </p:txBody>
          </p:sp>
          <p:graphicFrame>
            <p:nvGraphicFramePr>
              <p:cNvPr id="361490" name="Object 18">
                <a:extLst>
                  <a:ext uri="{FF2B5EF4-FFF2-40B4-BE49-F238E27FC236}">
                    <a16:creationId xmlns:a16="http://schemas.microsoft.com/office/drawing/2014/main" id="{FE5CFBAF-DC8E-D1E3-AB79-D6500891FA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32" y="0"/>
              <a:ext cx="227" cy="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440" r:id="rId11" imgW="2921000" imgH="4978400" progId="Equation.3">
                      <p:embed/>
                    </p:oleObj>
                  </mc:Choice>
                  <mc:Fallback>
                    <p:oleObj r:id="rId11" imgW="2921000" imgH="4978400" progId="Equation.3">
                      <p:embed/>
                      <p:pic>
                        <p:nvPicPr>
                          <p:cNvPr id="361490" name="Object 18">
                            <a:extLst>
                              <a:ext uri="{FF2B5EF4-FFF2-40B4-BE49-F238E27FC236}">
                                <a16:creationId xmlns:a16="http://schemas.microsoft.com/office/drawing/2014/main" id="{FE5CFBAF-DC8E-D1E3-AB79-D6500891FA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32" y="0"/>
                            <a:ext cx="227" cy="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1491" name="Object 19">
              <a:extLst>
                <a:ext uri="{FF2B5EF4-FFF2-40B4-BE49-F238E27FC236}">
                  <a16:creationId xmlns:a16="http://schemas.microsoft.com/office/drawing/2014/main" id="{AC8A6610-C738-6F93-30A1-F72ACF3258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" y="0"/>
            <a:ext cx="118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1" r:id="rId13" imgW="21069300" imgH="5854700" progId="Equation.3">
                    <p:embed/>
                  </p:oleObj>
                </mc:Choice>
                <mc:Fallback>
                  <p:oleObj r:id="rId13" imgW="21069300" imgH="5854700" progId="Equation.3">
                    <p:embed/>
                    <p:pic>
                      <p:nvPicPr>
                        <p:cNvPr id="361491" name="Object 19">
                          <a:extLst>
                            <a:ext uri="{FF2B5EF4-FFF2-40B4-BE49-F238E27FC236}">
                              <a16:creationId xmlns:a16="http://schemas.microsoft.com/office/drawing/2014/main" id="{AC8A6610-C738-6F93-30A1-F72ACF3258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" y="0"/>
                          <a:ext cx="118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4" grpId="0" autoUpdateAnimBg="0"/>
      <p:bldP spid="361486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498" name="Group 2">
            <a:extLst>
              <a:ext uri="{FF2B5EF4-FFF2-40B4-BE49-F238E27FC236}">
                <a16:creationId xmlns:a16="http://schemas.microsoft.com/office/drawing/2014/main" id="{D63D0301-7C28-7749-2836-6CFA77EEEA98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549276"/>
            <a:ext cx="7416800" cy="1471613"/>
            <a:chOff x="0" y="0"/>
            <a:chExt cx="3778" cy="927"/>
          </a:xfrm>
        </p:grpSpPr>
        <p:sp>
          <p:nvSpPr>
            <p:cNvPr id="362499" name="Rectangle 3">
              <a:extLst>
                <a:ext uri="{FF2B5EF4-FFF2-40B4-BE49-F238E27FC236}">
                  <a16:creationId xmlns:a16="http://schemas.microsoft.com/office/drawing/2014/main" id="{A55D427D-DF56-0344-E027-BF3C25550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" y="0"/>
              <a:ext cx="345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800" b="1">
                  <a:solidFill>
                    <a:srgbClr val="007A7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总体中参数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为未知，证明</a:t>
              </a:r>
            </a:p>
          </p:txBody>
        </p:sp>
        <p:graphicFrame>
          <p:nvGraphicFramePr>
            <p:cNvPr id="362500" name="Object 4">
              <a:extLst>
                <a:ext uri="{FF2B5EF4-FFF2-40B4-BE49-F238E27FC236}">
                  <a16:creationId xmlns:a16="http://schemas.microsoft.com/office/drawing/2014/main" id="{71126A9B-0BB9-41A2-1CFA-291C4FCDCC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589"/>
            <a:ext cx="63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60" r:id="rId3" imgW="10236200" imgH="5562600" progId="Equation.3">
                    <p:embed/>
                  </p:oleObj>
                </mc:Choice>
                <mc:Fallback>
                  <p:oleObj r:id="rId3" imgW="10236200" imgH="5562600" progId="Equation.3">
                    <p:embed/>
                    <p:pic>
                      <p:nvPicPr>
                        <p:cNvPr id="362500" name="Object 4">
                          <a:extLst>
                            <a:ext uri="{FF2B5EF4-FFF2-40B4-BE49-F238E27FC236}">
                              <a16:creationId xmlns:a16="http://schemas.microsoft.com/office/drawing/2014/main" id="{71126A9B-0BB9-41A2-1CFA-291C4FCDCC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89"/>
                          <a:ext cx="63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2501" name="Rectangle 5">
              <a:extLst>
                <a:ext uri="{FF2B5EF4-FFF2-40B4-BE49-F238E27FC236}">
                  <a16:creationId xmlns:a16="http://schemas.microsoft.com/office/drawing/2014/main" id="{27465C8C-6B1A-C172-F13E-B52C2E7D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" y="589"/>
              <a:ext cx="30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的无偏、有效估计量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graphicFrame>
        <p:nvGraphicFramePr>
          <p:cNvPr id="362502" name="Object 6">
            <a:extLst>
              <a:ext uri="{FF2B5EF4-FFF2-40B4-BE49-F238E27FC236}">
                <a16:creationId xmlns:a16="http://schemas.microsoft.com/office/drawing/2014/main" id="{BD59AB0D-91EB-F1BA-70F5-CA381E0300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4508501"/>
          <a:ext cx="18240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1" r:id="rId5" imgW="16967200" imgH="4686300" progId="Equation.3">
                  <p:embed/>
                </p:oleObj>
              </mc:Choice>
              <mc:Fallback>
                <p:oleObj r:id="rId5" imgW="16967200" imgH="4686300" progId="Equation.3">
                  <p:embed/>
                  <p:pic>
                    <p:nvPicPr>
                      <p:cNvPr id="362502" name="Object 6">
                        <a:extLst>
                          <a:ext uri="{FF2B5EF4-FFF2-40B4-BE49-F238E27FC236}">
                            <a16:creationId xmlns:a16="http://schemas.microsoft.com/office/drawing/2014/main" id="{BD59AB0D-91EB-F1BA-70F5-CA381E030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508501"/>
                        <a:ext cx="18240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3" name="Object 7">
            <a:extLst>
              <a:ext uri="{FF2B5EF4-FFF2-40B4-BE49-F238E27FC236}">
                <a16:creationId xmlns:a16="http://schemas.microsoft.com/office/drawing/2014/main" id="{9F024AEB-7AD8-DCB2-40DC-4BCA274FF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4437064"/>
          <a:ext cx="20859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2" r:id="rId7" imgW="18719800" imgH="5270500" progId="Equation.3">
                  <p:embed/>
                </p:oleObj>
              </mc:Choice>
              <mc:Fallback>
                <p:oleObj r:id="rId7" imgW="18719800" imgH="5270500" progId="Equation.3">
                  <p:embed/>
                  <p:pic>
                    <p:nvPicPr>
                      <p:cNvPr id="362503" name="Object 7">
                        <a:extLst>
                          <a:ext uri="{FF2B5EF4-FFF2-40B4-BE49-F238E27FC236}">
                            <a16:creationId xmlns:a16="http://schemas.microsoft.com/office/drawing/2014/main" id="{9F024AEB-7AD8-DCB2-40DC-4BCA274FF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4437064"/>
                        <a:ext cx="208597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4" name="Object 8">
            <a:extLst>
              <a:ext uri="{FF2B5EF4-FFF2-40B4-BE49-F238E27FC236}">
                <a16:creationId xmlns:a16="http://schemas.microsoft.com/office/drawing/2014/main" id="{259F889F-FD10-119B-7709-8C1BC746BF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4476750"/>
          <a:ext cx="2879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3" r:id="rId9" imgW="25158700" imgH="4686300" progId="Equation.3">
                  <p:embed/>
                </p:oleObj>
              </mc:Choice>
              <mc:Fallback>
                <p:oleObj r:id="rId9" imgW="25158700" imgH="4686300" progId="Equation.3">
                  <p:embed/>
                  <p:pic>
                    <p:nvPicPr>
                      <p:cNvPr id="362504" name="Object 8">
                        <a:extLst>
                          <a:ext uri="{FF2B5EF4-FFF2-40B4-BE49-F238E27FC236}">
                            <a16:creationId xmlns:a16="http://schemas.microsoft.com/office/drawing/2014/main" id="{259F889F-FD10-119B-7709-8C1BC746BF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4476750"/>
                        <a:ext cx="28797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5" name="Rectangle 9">
            <a:extLst>
              <a:ext uri="{FF2B5EF4-FFF2-40B4-BE49-F238E27FC236}">
                <a16:creationId xmlns:a16="http://schemas.microsoft.com/office/drawing/2014/main" id="{52CB7BFE-2077-0612-F016-663F8BB5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349500"/>
            <a:ext cx="6921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lang="zh-CN" altLang="en-US" sz="36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因为总体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分布，即：</a:t>
            </a: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362506" name="Group 10">
            <a:extLst>
              <a:ext uri="{FF2B5EF4-FFF2-40B4-BE49-F238E27FC236}">
                <a16:creationId xmlns:a16="http://schemas.microsoft.com/office/drawing/2014/main" id="{2AF29135-FC56-8EE3-3DC9-B1B534FF6E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0" y="3429001"/>
            <a:ext cx="5894388" cy="561975"/>
            <a:chOff x="0" y="0"/>
            <a:chExt cx="3713" cy="354"/>
          </a:xfrm>
        </p:grpSpPr>
        <p:graphicFrame>
          <p:nvGraphicFramePr>
            <p:cNvPr id="362507" name="Object 11">
              <a:extLst>
                <a:ext uri="{FF2B5EF4-FFF2-40B4-BE49-F238E27FC236}">
                  <a16:creationId xmlns:a16="http://schemas.microsoft.com/office/drawing/2014/main" id="{4BECB197-37AB-A53E-24A6-33A86C7128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252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64" r:id="rId11" imgW="37452300" imgH="5270500" progId="Equation.3">
                    <p:embed/>
                  </p:oleObj>
                </mc:Choice>
                <mc:Fallback>
                  <p:oleObj r:id="rId11" imgW="37452300" imgH="5270500" progId="Equation.3">
                    <p:embed/>
                    <p:pic>
                      <p:nvPicPr>
                        <p:cNvPr id="362507" name="Object 11">
                          <a:extLst>
                            <a:ext uri="{FF2B5EF4-FFF2-40B4-BE49-F238E27FC236}">
                              <a16:creationId xmlns:a16="http://schemas.microsoft.com/office/drawing/2014/main" id="{4BECB197-37AB-A53E-24A6-33A86C7128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522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2508" name="Object 12">
              <a:extLst>
                <a:ext uri="{FF2B5EF4-FFF2-40B4-BE49-F238E27FC236}">
                  <a16:creationId xmlns:a16="http://schemas.microsoft.com/office/drawing/2014/main" id="{F132942F-B242-0E52-9154-23405DE98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7" y="0"/>
            <a:ext cx="946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65" r:id="rId13" imgW="14046200" imgH="4686300" progId="Equation.3">
                    <p:embed/>
                  </p:oleObj>
                </mc:Choice>
                <mc:Fallback>
                  <p:oleObj r:id="rId13" imgW="14046200" imgH="4686300" progId="Equation.3">
                    <p:embed/>
                    <p:pic>
                      <p:nvPicPr>
                        <p:cNvPr id="362508" name="Object 12">
                          <a:extLst>
                            <a:ext uri="{FF2B5EF4-FFF2-40B4-BE49-F238E27FC236}">
                              <a16:creationId xmlns:a16="http://schemas.microsoft.com/office/drawing/2014/main" id="{F132942F-B242-0E52-9154-23405DE986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0"/>
                          <a:ext cx="946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5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522" name="Group 2">
            <a:extLst>
              <a:ext uri="{FF2B5EF4-FFF2-40B4-BE49-F238E27FC236}">
                <a16:creationId xmlns:a16="http://schemas.microsoft.com/office/drawing/2014/main" id="{2D764BE6-E307-7972-1775-6A684A0BB3E8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331788"/>
            <a:ext cx="5040312" cy="576263"/>
            <a:chOff x="0" y="-1"/>
            <a:chExt cx="3175" cy="363"/>
          </a:xfrm>
        </p:grpSpPr>
        <p:graphicFrame>
          <p:nvGraphicFramePr>
            <p:cNvPr id="363523" name="Object 3">
              <a:extLst>
                <a:ext uri="{FF2B5EF4-FFF2-40B4-BE49-F238E27FC236}">
                  <a16:creationId xmlns:a16="http://schemas.microsoft.com/office/drawing/2014/main" id="{A2D64B30-FCD9-4A64-91D6-14D5F491F0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2585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99" r:id="rId3" imgW="39204900" imgH="5562600" progId="Equation.3">
                    <p:embed/>
                  </p:oleObj>
                </mc:Choice>
                <mc:Fallback>
                  <p:oleObj r:id="rId3" imgW="39204900" imgH="5562600" progId="Equation.3">
                    <p:embed/>
                    <p:pic>
                      <p:nvPicPr>
                        <p:cNvPr id="363523" name="Object 3">
                          <a:extLst>
                            <a:ext uri="{FF2B5EF4-FFF2-40B4-BE49-F238E27FC236}">
                              <a16:creationId xmlns:a16="http://schemas.microsoft.com/office/drawing/2014/main" id="{A2D64B30-FCD9-4A64-91D6-14D5F491F0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2585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3524" name="Rectangle 4">
              <a:extLst>
                <a:ext uri="{FF2B5EF4-FFF2-40B4-BE49-F238E27FC236}">
                  <a16:creationId xmlns:a16="http://schemas.microsoft.com/office/drawing/2014/main" id="{02C5E197-396C-F59D-B625-D14D294BB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5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而   </a:t>
              </a:r>
            </a:p>
          </p:txBody>
        </p:sp>
      </p:grpSp>
      <p:grpSp>
        <p:nvGrpSpPr>
          <p:cNvPr id="363525" name="Group 5">
            <a:extLst>
              <a:ext uri="{FF2B5EF4-FFF2-40B4-BE49-F238E27FC236}">
                <a16:creationId xmlns:a16="http://schemas.microsoft.com/office/drawing/2014/main" id="{B503642C-6227-DCDA-7A8F-6BE24250E2B4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268414"/>
            <a:ext cx="6049963" cy="536575"/>
            <a:chOff x="0" y="0"/>
            <a:chExt cx="3485" cy="338"/>
          </a:xfrm>
        </p:grpSpPr>
        <p:graphicFrame>
          <p:nvGraphicFramePr>
            <p:cNvPr id="363526" name="Object 6">
              <a:extLst>
                <a:ext uri="{FF2B5EF4-FFF2-40B4-BE49-F238E27FC236}">
                  <a16:creationId xmlns:a16="http://schemas.microsoft.com/office/drawing/2014/main" id="{E2C8B8CB-8927-052B-9C97-90CE1B456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9" y="0"/>
            <a:ext cx="63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0" r:id="rId5" imgW="10236200" imgH="5562600" progId="Equation.3">
                    <p:embed/>
                  </p:oleObj>
                </mc:Choice>
                <mc:Fallback>
                  <p:oleObj r:id="rId5" imgW="10236200" imgH="5562600" progId="Equation.3">
                    <p:embed/>
                    <p:pic>
                      <p:nvPicPr>
                        <p:cNvPr id="363526" name="Object 6">
                          <a:extLst>
                            <a:ext uri="{FF2B5EF4-FFF2-40B4-BE49-F238E27FC236}">
                              <a16:creationId xmlns:a16="http://schemas.microsoft.com/office/drawing/2014/main" id="{E2C8B8CB-8927-052B-9C97-90CE1B4563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0"/>
                          <a:ext cx="63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3527" name="Rectangle 7">
              <a:extLst>
                <a:ext uri="{FF2B5EF4-FFF2-40B4-BE49-F238E27FC236}">
                  <a16:creationId xmlns:a16="http://schemas.microsoft.com/office/drawing/2014/main" id="{AEA8E96C-D137-EE2C-6788-035B40881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sp>
          <p:nvSpPr>
            <p:cNvPr id="363528" name="Rectangle 8">
              <a:extLst>
                <a:ext uri="{FF2B5EF4-FFF2-40B4-BE49-F238E27FC236}">
                  <a16:creationId xmlns:a16="http://schemas.microsoft.com/office/drawing/2014/main" id="{AE9F3BC0-9A5D-4C5F-7E50-542DD00F5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0"/>
              <a:ext cx="2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的无偏估计量</a:t>
              </a:r>
            </a:p>
          </p:txBody>
        </p:sp>
      </p:grpSp>
      <p:grpSp>
        <p:nvGrpSpPr>
          <p:cNvPr id="363529" name="Group 9">
            <a:extLst>
              <a:ext uri="{FF2B5EF4-FFF2-40B4-BE49-F238E27FC236}">
                <a16:creationId xmlns:a16="http://schemas.microsoft.com/office/drawing/2014/main" id="{E72F1FDB-3538-BADC-FF58-73FB9D531B6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2274888"/>
            <a:ext cx="2738437" cy="533401"/>
            <a:chOff x="0" y="-1"/>
            <a:chExt cx="1725" cy="336"/>
          </a:xfrm>
        </p:grpSpPr>
        <p:sp>
          <p:nvSpPr>
            <p:cNvPr id="363530" name="Rectangle 10">
              <a:extLst>
                <a:ext uri="{FF2B5EF4-FFF2-40B4-BE49-F238E27FC236}">
                  <a16:creationId xmlns:a16="http://schemas.microsoft.com/office/drawing/2014/main" id="{2990EA11-7526-0BCD-109D-B96F54C3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且  </a:t>
              </a:r>
            </a:p>
          </p:txBody>
        </p:sp>
        <p:graphicFrame>
          <p:nvGraphicFramePr>
            <p:cNvPr id="363531" name="Object 11">
              <a:extLst>
                <a:ext uri="{FF2B5EF4-FFF2-40B4-BE49-F238E27FC236}">
                  <a16:creationId xmlns:a16="http://schemas.microsoft.com/office/drawing/2014/main" id="{533E1D08-BB98-B594-BE0A-BAB13B3107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0"/>
            <a:ext cx="1271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1" r:id="rId7" imgW="20777200" imgH="5562600" progId="Equation.3">
                    <p:embed/>
                  </p:oleObj>
                </mc:Choice>
                <mc:Fallback>
                  <p:oleObj r:id="rId7" imgW="20777200" imgH="5562600" progId="Equation.3">
                    <p:embed/>
                    <p:pic>
                      <p:nvPicPr>
                        <p:cNvPr id="363531" name="Object 11">
                          <a:extLst>
                            <a:ext uri="{FF2B5EF4-FFF2-40B4-BE49-F238E27FC236}">
                              <a16:creationId xmlns:a16="http://schemas.microsoft.com/office/drawing/2014/main" id="{533E1D08-BB98-B594-BE0A-BAB13B3107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0"/>
                          <a:ext cx="1271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3532" name="Object 12">
            <a:extLst>
              <a:ext uri="{FF2B5EF4-FFF2-40B4-BE49-F238E27FC236}">
                <a16:creationId xmlns:a16="http://schemas.microsoft.com/office/drawing/2014/main" id="{1D99AF5D-05CE-E1A6-1E9D-E885074E2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2133600"/>
          <a:ext cx="12954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2" r:id="rId9" imgW="13169900" imgH="9359900" progId="Equation.3">
                  <p:embed/>
                </p:oleObj>
              </mc:Choice>
              <mc:Fallback>
                <p:oleObj r:id="rId9" imgW="13169900" imgH="9359900" progId="Equation.3">
                  <p:embed/>
                  <p:pic>
                    <p:nvPicPr>
                      <p:cNvPr id="363532" name="Object 12">
                        <a:extLst>
                          <a:ext uri="{FF2B5EF4-FFF2-40B4-BE49-F238E27FC236}">
                            <a16:creationId xmlns:a16="http://schemas.microsoft.com/office/drawing/2014/main" id="{1D99AF5D-05CE-E1A6-1E9D-E885074E2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2133600"/>
                        <a:ext cx="12954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3" name="Object 13">
            <a:extLst>
              <a:ext uri="{FF2B5EF4-FFF2-40B4-BE49-F238E27FC236}">
                <a16:creationId xmlns:a16="http://schemas.microsoft.com/office/drawing/2014/main" id="{5E1E1952-4CAC-26C9-C145-47C4C724A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2060576"/>
          <a:ext cx="18732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3" r:id="rId11" imgW="16675100" imgH="9359900" progId="Equation.3">
                  <p:embed/>
                </p:oleObj>
              </mc:Choice>
              <mc:Fallback>
                <p:oleObj r:id="rId11" imgW="16675100" imgH="9359900" progId="Equation.3">
                  <p:embed/>
                  <p:pic>
                    <p:nvPicPr>
                      <p:cNvPr id="363533" name="Object 13">
                        <a:extLst>
                          <a:ext uri="{FF2B5EF4-FFF2-40B4-BE49-F238E27FC236}">
                            <a16:creationId xmlns:a16="http://schemas.microsoft.com/office/drawing/2014/main" id="{5E1E1952-4CAC-26C9-C145-47C4C724A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2060576"/>
                        <a:ext cx="18732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3534" name="Group 14">
            <a:extLst>
              <a:ext uri="{FF2B5EF4-FFF2-40B4-BE49-F238E27FC236}">
                <a16:creationId xmlns:a16="http://schemas.microsoft.com/office/drawing/2014/main" id="{6ADBF94A-CE92-C6F4-3E07-3B64C71835DD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3211512"/>
            <a:ext cx="6697663" cy="561976"/>
            <a:chOff x="0" y="-1"/>
            <a:chExt cx="4219" cy="354"/>
          </a:xfrm>
        </p:grpSpPr>
        <p:sp>
          <p:nvSpPr>
            <p:cNvPr id="363535" name="Rectangle 15">
              <a:extLst>
                <a:ext uri="{FF2B5EF4-FFF2-40B4-BE49-F238E27FC236}">
                  <a16:creationId xmlns:a16="http://schemas.microsoft.com/office/drawing/2014/main" id="{F9094099-701F-08C6-B176-83BAD6B7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又  </a:t>
              </a:r>
            </a:p>
          </p:txBody>
        </p:sp>
        <p:graphicFrame>
          <p:nvGraphicFramePr>
            <p:cNvPr id="363536" name="Object 16">
              <a:extLst>
                <a:ext uri="{FF2B5EF4-FFF2-40B4-BE49-F238E27FC236}">
                  <a16:creationId xmlns:a16="http://schemas.microsoft.com/office/drawing/2014/main" id="{47D636E0-3AD7-A701-E6C1-C99EB33D99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45"/>
            <a:ext cx="376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4" r:id="rId13" imgW="56464200" imgH="4686300" progId="Equation.3">
                    <p:embed/>
                  </p:oleObj>
                </mc:Choice>
                <mc:Fallback>
                  <p:oleObj r:id="rId13" imgW="56464200" imgH="4686300" progId="Equation.3">
                    <p:embed/>
                    <p:pic>
                      <p:nvPicPr>
                        <p:cNvPr id="363536" name="Object 16">
                          <a:extLst>
                            <a:ext uri="{FF2B5EF4-FFF2-40B4-BE49-F238E27FC236}">
                              <a16:creationId xmlns:a16="http://schemas.microsoft.com/office/drawing/2014/main" id="{47D636E0-3AD7-A701-E6C1-C99EB33D99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45"/>
                          <a:ext cx="376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3537" name="Object 17">
            <a:extLst>
              <a:ext uri="{FF2B5EF4-FFF2-40B4-BE49-F238E27FC236}">
                <a16:creationId xmlns:a16="http://schemas.microsoft.com/office/drawing/2014/main" id="{457A2619-E4B8-B0C8-06A3-82F2E383B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005264"/>
          <a:ext cx="45370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5" r:id="rId15" imgW="46812200" imgH="9944100" progId="Equation.3">
                  <p:embed/>
                </p:oleObj>
              </mc:Choice>
              <mc:Fallback>
                <p:oleObj r:id="rId15" imgW="46812200" imgH="9944100" progId="Equation.3">
                  <p:embed/>
                  <p:pic>
                    <p:nvPicPr>
                      <p:cNvPr id="363537" name="Object 17">
                        <a:extLst>
                          <a:ext uri="{FF2B5EF4-FFF2-40B4-BE49-F238E27FC236}">
                            <a16:creationId xmlns:a16="http://schemas.microsoft.com/office/drawing/2014/main" id="{457A2619-E4B8-B0C8-06A3-82F2E383B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005264"/>
                        <a:ext cx="45370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D3318E84-81F2-5789-2153-A44F72DA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4547" name="Object 3">
            <a:extLst>
              <a:ext uri="{FF2B5EF4-FFF2-40B4-BE49-F238E27FC236}">
                <a16:creationId xmlns:a16="http://schemas.microsoft.com/office/drawing/2014/main" id="{8EB28202-37BC-B632-EB60-B6FC4297C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60351"/>
          <a:ext cx="55451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8" r:id="rId3" imgW="59690000" imgH="9944100" progId="Equation.3">
                  <p:embed/>
                </p:oleObj>
              </mc:Choice>
              <mc:Fallback>
                <p:oleObj r:id="rId3" imgW="59690000" imgH="9944100" progId="Equation.3">
                  <p:embed/>
                  <p:pic>
                    <p:nvPicPr>
                      <p:cNvPr id="364547" name="Object 3">
                        <a:extLst>
                          <a:ext uri="{FF2B5EF4-FFF2-40B4-BE49-F238E27FC236}">
                            <a16:creationId xmlns:a16="http://schemas.microsoft.com/office/drawing/2014/main" id="{8EB28202-37BC-B632-EB60-B6FC4297C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60351"/>
                        <a:ext cx="55451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>
            <a:extLst>
              <a:ext uri="{FF2B5EF4-FFF2-40B4-BE49-F238E27FC236}">
                <a16:creationId xmlns:a16="http://schemas.microsoft.com/office/drawing/2014/main" id="{178D3B23-FE14-0D74-1ECA-6F3483054E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1341438"/>
          <a:ext cx="5113337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9" r:id="rId5" imgW="50025300" imgH="10528300" progId="Equation.3">
                  <p:embed/>
                </p:oleObj>
              </mc:Choice>
              <mc:Fallback>
                <p:oleObj r:id="rId5" imgW="50025300" imgH="10528300" progId="Equation.3">
                  <p:embed/>
                  <p:pic>
                    <p:nvPicPr>
                      <p:cNvPr id="364548" name="Object 4">
                        <a:extLst>
                          <a:ext uri="{FF2B5EF4-FFF2-40B4-BE49-F238E27FC236}">
                            <a16:creationId xmlns:a16="http://schemas.microsoft.com/office/drawing/2014/main" id="{178D3B23-FE14-0D74-1ECA-6F3483054E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1341438"/>
                        <a:ext cx="5113337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9" name="Rectangle 5">
            <a:extLst>
              <a:ext uri="{FF2B5EF4-FFF2-40B4-BE49-F238E27FC236}">
                <a16:creationId xmlns:a16="http://schemas.microsoft.com/office/drawing/2014/main" id="{70A89BED-5BD5-B8AB-551F-9C3EF723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4550" name="Object 6">
            <a:extLst>
              <a:ext uri="{FF2B5EF4-FFF2-40B4-BE49-F238E27FC236}">
                <a16:creationId xmlns:a16="http://schemas.microsoft.com/office/drawing/2014/main" id="{54F46779-A6FB-4E84-58CA-676A459D0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2708275"/>
          <a:ext cx="53276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0" r:id="rId7" imgW="57924700" imgH="10528300" progId="Equation.3">
                  <p:embed/>
                </p:oleObj>
              </mc:Choice>
              <mc:Fallback>
                <p:oleObj r:id="rId7" imgW="57924700" imgH="10528300" progId="Equation.3">
                  <p:embed/>
                  <p:pic>
                    <p:nvPicPr>
                      <p:cNvPr id="364550" name="Object 6">
                        <a:extLst>
                          <a:ext uri="{FF2B5EF4-FFF2-40B4-BE49-F238E27FC236}">
                            <a16:creationId xmlns:a16="http://schemas.microsoft.com/office/drawing/2014/main" id="{54F46779-A6FB-4E84-58CA-676A459D0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2708275"/>
                        <a:ext cx="53276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1" name="Object 7">
            <a:extLst>
              <a:ext uri="{FF2B5EF4-FFF2-40B4-BE49-F238E27FC236}">
                <a16:creationId xmlns:a16="http://schemas.microsoft.com/office/drawing/2014/main" id="{4E627197-1FFE-C020-8C17-A480DA861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3933826"/>
          <a:ext cx="56896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1" r:id="rId9" imgW="62903100" imgH="10528300" progId="Equation.3">
                  <p:embed/>
                </p:oleObj>
              </mc:Choice>
              <mc:Fallback>
                <p:oleObj r:id="rId9" imgW="62903100" imgH="10528300" progId="Equation.3">
                  <p:embed/>
                  <p:pic>
                    <p:nvPicPr>
                      <p:cNvPr id="364551" name="Object 7">
                        <a:extLst>
                          <a:ext uri="{FF2B5EF4-FFF2-40B4-BE49-F238E27FC236}">
                            <a16:creationId xmlns:a16="http://schemas.microsoft.com/office/drawing/2014/main" id="{4E627197-1FFE-C020-8C17-A480DA861F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933826"/>
                        <a:ext cx="56896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2" name="Object 8">
            <a:extLst>
              <a:ext uri="{FF2B5EF4-FFF2-40B4-BE49-F238E27FC236}">
                <a16:creationId xmlns:a16="http://schemas.microsoft.com/office/drawing/2014/main" id="{6E207799-2EE7-C74C-ABC0-09A41284C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5084764"/>
          <a:ext cx="420846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2" r:id="rId11" imgW="43599100" imgH="10236200" progId="Equation.3">
                  <p:embed/>
                </p:oleObj>
              </mc:Choice>
              <mc:Fallback>
                <p:oleObj r:id="rId11" imgW="43599100" imgH="10236200" progId="Equation.3">
                  <p:embed/>
                  <p:pic>
                    <p:nvPicPr>
                      <p:cNvPr id="364552" name="Object 8">
                        <a:extLst>
                          <a:ext uri="{FF2B5EF4-FFF2-40B4-BE49-F238E27FC236}">
                            <a16:creationId xmlns:a16="http://schemas.microsoft.com/office/drawing/2014/main" id="{6E207799-2EE7-C74C-ABC0-09A41284C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084764"/>
                        <a:ext cx="420846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3" name="Object 9">
            <a:extLst>
              <a:ext uri="{FF2B5EF4-FFF2-40B4-BE49-F238E27FC236}">
                <a16:creationId xmlns:a16="http://schemas.microsoft.com/office/drawing/2014/main" id="{88BAB8B5-3794-88BF-8173-48E760AA9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5013326"/>
          <a:ext cx="15430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3" r:id="rId13" imgW="16675100" imgH="9944100" progId="Equation.3">
                  <p:embed/>
                </p:oleObj>
              </mc:Choice>
              <mc:Fallback>
                <p:oleObj r:id="rId13" imgW="16675100" imgH="9944100" progId="Equation.3">
                  <p:embed/>
                  <p:pic>
                    <p:nvPicPr>
                      <p:cNvPr id="364553" name="Object 9">
                        <a:extLst>
                          <a:ext uri="{FF2B5EF4-FFF2-40B4-BE49-F238E27FC236}">
                            <a16:creationId xmlns:a16="http://schemas.microsoft.com/office/drawing/2014/main" id="{88BAB8B5-3794-88BF-8173-48E760AA9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5013326"/>
                        <a:ext cx="154305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570" name="Object 2">
            <a:extLst>
              <a:ext uri="{FF2B5EF4-FFF2-40B4-BE49-F238E27FC236}">
                <a16:creationId xmlns:a16="http://schemas.microsoft.com/office/drawing/2014/main" id="{C287C1F5-ADB5-EC96-3FA3-C5C5C2B0C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692151"/>
          <a:ext cx="6858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7" r:id="rId3" imgW="5270500" imgH="4394200" progId="Equation.3">
                  <p:embed/>
                </p:oleObj>
              </mc:Choice>
              <mc:Fallback>
                <p:oleObj r:id="rId3" imgW="5270500" imgH="4394200" progId="Equation.3">
                  <p:embed/>
                  <p:pic>
                    <p:nvPicPr>
                      <p:cNvPr id="365570" name="Object 2">
                        <a:extLst>
                          <a:ext uri="{FF2B5EF4-FFF2-40B4-BE49-F238E27FC236}">
                            <a16:creationId xmlns:a16="http://schemas.microsoft.com/office/drawing/2014/main" id="{C287C1F5-ADB5-EC96-3FA3-C5C5C2B0C8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692151"/>
                        <a:ext cx="6858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1" name="Object 3">
            <a:extLst>
              <a:ext uri="{FF2B5EF4-FFF2-40B4-BE49-F238E27FC236}">
                <a16:creationId xmlns:a16="http://schemas.microsoft.com/office/drawing/2014/main" id="{B5BC8900-F6C2-3603-1397-327158799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476250"/>
          <a:ext cx="3529012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8" r:id="rId5" imgW="35394900" imgH="14046200" progId="Equation.3">
                  <p:embed/>
                </p:oleObj>
              </mc:Choice>
              <mc:Fallback>
                <p:oleObj r:id="rId5" imgW="35394900" imgH="14046200" progId="Equation.3">
                  <p:embed/>
                  <p:pic>
                    <p:nvPicPr>
                      <p:cNvPr id="365571" name="Object 3">
                        <a:extLst>
                          <a:ext uri="{FF2B5EF4-FFF2-40B4-BE49-F238E27FC236}">
                            <a16:creationId xmlns:a16="http://schemas.microsoft.com/office/drawing/2014/main" id="{B5BC8900-F6C2-3603-1397-327158799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76250"/>
                        <a:ext cx="3529012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2" name="Object 4">
            <a:extLst>
              <a:ext uri="{FF2B5EF4-FFF2-40B4-BE49-F238E27FC236}">
                <a16:creationId xmlns:a16="http://schemas.microsoft.com/office/drawing/2014/main" id="{48B16872-3929-27A1-3492-506130DAC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420938"/>
          <a:ext cx="16557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9" r:id="rId7" imgW="16675100" imgH="9359900" progId="Equation.3">
                  <p:embed/>
                </p:oleObj>
              </mc:Choice>
              <mc:Fallback>
                <p:oleObj r:id="rId7" imgW="16675100" imgH="9359900" progId="Equation.3">
                  <p:embed/>
                  <p:pic>
                    <p:nvPicPr>
                      <p:cNvPr id="365572" name="Object 4">
                        <a:extLst>
                          <a:ext uri="{FF2B5EF4-FFF2-40B4-BE49-F238E27FC236}">
                            <a16:creationId xmlns:a16="http://schemas.microsoft.com/office/drawing/2014/main" id="{48B16872-3929-27A1-3492-506130DAC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420938"/>
                        <a:ext cx="16557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3" name="Object 5">
            <a:extLst>
              <a:ext uri="{FF2B5EF4-FFF2-40B4-BE49-F238E27FC236}">
                <a16:creationId xmlns:a16="http://schemas.microsoft.com/office/drawing/2014/main" id="{07E5B414-CCB8-831F-C51F-D88CEECC2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2636839"/>
          <a:ext cx="122396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0" r:id="rId9" imgW="11696700" imgH="4978400" progId="Equation.3">
                  <p:embed/>
                </p:oleObj>
              </mc:Choice>
              <mc:Fallback>
                <p:oleObj r:id="rId9" imgW="11696700" imgH="4978400" progId="Equation.3">
                  <p:embed/>
                  <p:pic>
                    <p:nvPicPr>
                      <p:cNvPr id="365573" name="Object 5">
                        <a:extLst>
                          <a:ext uri="{FF2B5EF4-FFF2-40B4-BE49-F238E27FC236}">
                            <a16:creationId xmlns:a16="http://schemas.microsoft.com/office/drawing/2014/main" id="{07E5B414-CCB8-831F-C51F-D88CEECC2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2636839"/>
                        <a:ext cx="122396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5574" name="Group 6">
            <a:extLst>
              <a:ext uri="{FF2B5EF4-FFF2-40B4-BE49-F238E27FC236}">
                <a16:creationId xmlns:a16="http://schemas.microsoft.com/office/drawing/2014/main" id="{1FA82598-023C-C6BB-9D84-535072E4EFFF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789364"/>
            <a:ext cx="7489825" cy="574675"/>
            <a:chOff x="0" y="0"/>
            <a:chExt cx="4718" cy="362"/>
          </a:xfrm>
        </p:grpSpPr>
        <p:sp>
          <p:nvSpPr>
            <p:cNvPr id="365575" name="Rectangle 7">
              <a:extLst>
                <a:ext uri="{FF2B5EF4-FFF2-40B4-BE49-F238E27FC236}">
                  <a16:creationId xmlns:a16="http://schemas.microsoft.com/office/drawing/2014/main" id="{83B2962B-BAA6-E0B3-D1D9-E89F41182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"/>
              <a:ext cx="7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graphicFrame>
          <p:nvGraphicFramePr>
            <p:cNvPr id="365576" name="Object 8">
              <a:extLst>
                <a:ext uri="{FF2B5EF4-FFF2-40B4-BE49-F238E27FC236}">
                  <a16:creationId xmlns:a16="http://schemas.microsoft.com/office/drawing/2014/main" id="{F2085282-A155-A2B7-4AE1-7EA40FF47A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68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1" r:id="rId11" imgW="10236200" imgH="5562600" progId="Equation.3">
                    <p:embed/>
                  </p:oleObj>
                </mc:Choice>
                <mc:Fallback>
                  <p:oleObj r:id="rId11" imgW="10236200" imgH="5562600" progId="Equation.3">
                    <p:embed/>
                    <p:pic>
                      <p:nvPicPr>
                        <p:cNvPr id="365576" name="Object 8">
                          <a:extLst>
                            <a:ext uri="{FF2B5EF4-FFF2-40B4-BE49-F238E27FC236}">
                              <a16:creationId xmlns:a16="http://schemas.microsoft.com/office/drawing/2014/main" id="{F2085282-A155-A2B7-4AE1-7EA40FF47A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680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5577" name="Rectangle 9">
              <a:extLst>
                <a:ext uri="{FF2B5EF4-FFF2-40B4-BE49-F238E27FC236}">
                  <a16:creationId xmlns:a16="http://schemas.microsoft.com/office/drawing/2014/main" id="{A44EAFD0-D646-3DD8-5D58-B421F0844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6" y="0"/>
              <a:ext cx="34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的有效估计量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6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C2790623-05B5-34CA-1C7A-6E3095BB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908051"/>
            <a:ext cx="84963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 的估计量是样本的函数，与样本容量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有关，我们当然希望，样本容量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越大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估计量与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的真值的偏差越小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这就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有了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一致性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id="{95E7F53D-E953-F1AC-3F0F-DC47CE71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60350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三、一致性</a:t>
            </a:r>
          </a:p>
        </p:txBody>
      </p:sp>
      <p:grpSp>
        <p:nvGrpSpPr>
          <p:cNvPr id="366596" name="Group 4">
            <a:extLst>
              <a:ext uri="{FF2B5EF4-FFF2-40B4-BE49-F238E27FC236}">
                <a16:creationId xmlns:a16="http://schemas.microsoft.com/office/drawing/2014/main" id="{818ADC61-C31A-33C2-EDD9-3D26AE2F16FE}"/>
              </a:ext>
            </a:extLst>
          </p:cNvPr>
          <p:cNvGrpSpPr>
            <a:grpSpLocks/>
          </p:cNvGrpSpPr>
          <p:nvPr/>
        </p:nvGrpSpPr>
        <p:grpSpPr bwMode="auto">
          <a:xfrm>
            <a:off x="3143251" y="3068638"/>
            <a:ext cx="7142163" cy="590550"/>
            <a:chOff x="0" y="0"/>
            <a:chExt cx="4499" cy="372"/>
          </a:xfrm>
        </p:grpSpPr>
        <p:sp>
          <p:nvSpPr>
            <p:cNvPr id="366597" name="Text Box 5">
              <a:extLst>
                <a:ext uri="{FF2B5EF4-FFF2-40B4-BE49-F238E27FC236}">
                  <a16:creationId xmlns:a16="http://schemas.microsoft.com/office/drawing/2014/main" id="{F03E2295-3478-4DCB-7F86-529638284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4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                                 是总体参数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的估计量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. </a:t>
              </a:r>
            </a:p>
          </p:txBody>
        </p:sp>
        <p:graphicFrame>
          <p:nvGraphicFramePr>
            <p:cNvPr id="366598" name="Object 6">
              <a:extLst>
                <a:ext uri="{FF2B5EF4-FFF2-40B4-BE49-F238E27FC236}">
                  <a16:creationId xmlns:a16="http://schemas.microsoft.com/office/drawing/2014/main" id="{F9AE1D89-99E6-31AB-ACA0-64A3C2C851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0"/>
            <a:ext cx="176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26" r:id="rId3" imgW="32473900" imgH="5854700" progId="Equation.3">
                    <p:embed/>
                  </p:oleObj>
                </mc:Choice>
                <mc:Fallback>
                  <p:oleObj r:id="rId3" imgW="32473900" imgH="5854700" progId="Equation.3">
                    <p:embed/>
                    <p:pic>
                      <p:nvPicPr>
                        <p:cNvPr id="366598" name="Object 6">
                          <a:extLst>
                            <a:ext uri="{FF2B5EF4-FFF2-40B4-BE49-F238E27FC236}">
                              <a16:creationId xmlns:a16="http://schemas.microsoft.com/office/drawing/2014/main" id="{F9AE1D89-99E6-31AB-ACA0-64A3C2C851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0"/>
                          <a:ext cx="176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6599" name="Group 7">
            <a:extLst>
              <a:ext uri="{FF2B5EF4-FFF2-40B4-BE49-F238E27FC236}">
                <a16:creationId xmlns:a16="http://schemas.microsoft.com/office/drawing/2014/main" id="{ECB61E23-F4B6-2447-8469-2829683FC487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5157788"/>
            <a:ext cx="7632700" cy="601662"/>
            <a:chOff x="0" y="0"/>
            <a:chExt cx="4808" cy="379"/>
          </a:xfrm>
        </p:grpSpPr>
        <p:sp>
          <p:nvSpPr>
            <p:cNvPr id="366600" name="Text Box 8">
              <a:extLst>
                <a:ext uri="{FF2B5EF4-FFF2-40B4-BE49-F238E27FC236}">
                  <a16:creationId xmlns:a16="http://schemas.microsoft.com/office/drawing/2014/main" id="{8D86706D-FA29-D18C-0FB5-F3536DCD1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则称</a:t>
              </a:r>
            </a:p>
          </p:txBody>
        </p:sp>
        <p:graphicFrame>
          <p:nvGraphicFramePr>
            <p:cNvPr id="366601" name="Object 9">
              <a:extLst>
                <a:ext uri="{FF2B5EF4-FFF2-40B4-BE49-F238E27FC236}">
                  <a16:creationId xmlns:a16="http://schemas.microsoft.com/office/drawing/2014/main" id="{280ACCE4-68B4-7FB5-9282-E69904E116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9" y="0"/>
            <a:ext cx="22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27" r:id="rId5" imgW="2921000" imgH="4978400" progId="Equation.3">
                    <p:embed/>
                  </p:oleObj>
                </mc:Choice>
                <mc:Fallback>
                  <p:oleObj r:id="rId5" imgW="2921000" imgH="4978400" progId="Equation.3">
                    <p:embed/>
                    <p:pic>
                      <p:nvPicPr>
                        <p:cNvPr id="366601" name="Object 9">
                          <a:extLst>
                            <a:ext uri="{FF2B5EF4-FFF2-40B4-BE49-F238E27FC236}">
                              <a16:creationId xmlns:a16="http://schemas.microsoft.com/office/drawing/2014/main" id="{280ACCE4-68B4-7FB5-9282-E69904E116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0"/>
                          <a:ext cx="224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02" name="Rectangle 10">
              <a:extLst>
                <a:ext uri="{FF2B5EF4-FFF2-40B4-BE49-F238E27FC236}">
                  <a16:creationId xmlns:a16="http://schemas.microsoft.com/office/drawing/2014/main" id="{F1754BB7-2034-0C52-4A5F-604457B27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" y="45"/>
              <a:ext cx="39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是总体参数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 的一致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(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或相合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.</a:t>
              </a:r>
            </a:p>
          </p:txBody>
        </p:sp>
      </p:grpSp>
      <p:grpSp>
        <p:nvGrpSpPr>
          <p:cNvPr id="366603" name="Group 11">
            <a:extLst>
              <a:ext uri="{FF2B5EF4-FFF2-40B4-BE49-F238E27FC236}">
                <a16:creationId xmlns:a16="http://schemas.microsoft.com/office/drawing/2014/main" id="{8FD2179A-126B-E0E3-9D25-28CE12E44AFF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789364"/>
            <a:ext cx="8820150" cy="598487"/>
            <a:chOff x="0" y="0"/>
            <a:chExt cx="5556" cy="377"/>
          </a:xfrm>
        </p:grpSpPr>
        <p:sp>
          <p:nvSpPr>
            <p:cNvPr id="366604" name="Rectangle 12">
              <a:extLst>
                <a:ext uri="{FF2B5EF4-FFF2-40B4-BE49-F238E27FC236}">
                  <a16:creationId xmlns:a16="http://schemas.microsoft.com/office/drawing/2014/main" id="{281EBE99-9AB3-5F5A-EF78-9335166E4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364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若对于任意的  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n 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时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     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66605" name="Object 13">
              <a:extLst>
                <a:ext uri="{FF2B5EF4-FFF2-40B4-BE49-F238E27FC236}">
                  <a16:creationId xmlns:a16="http://schemas.microsoft.com/office/drawing/2014/main" id="{555663E8-96E0-5D5D-9557-6B3A758584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0" y="0"/>
            <a:ext cx="244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28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66605" name="Object 13">
                          <a:extLst>
                            <a:ext uri="{FF2B5EF4-FFF2-40B4-BE49-F238E27FC236}">
                              <a16:creationId xmlns:a16="http://schemas.microsoft.com/office/drawing/2014/main" id="{555663E8-96E0-5D5D-9557-6B3A758584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0"/>
                          <a:ext cx="244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06" name="Text Box 14">
              <a:extLst>
                <a:ext uri="{FF2B5EF4-FFF2-40B4-BE49-F238E27FC236}">
                  <a16:creationId xmlns:a16="http://schemas.microsoft.com/office/drawing/2014/main" id="{F08D2C12-60F7-97EE-3DC5-D62BE9DF0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" y="45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依概率收敛于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66607" name="Text Box 15">
            <a:extLst>
              <a:ext uri="{FF2B5EF4-FFF2-40B4-BE49-F238E27FC236}">
                <a16:creationId xmlns:a16="http://schemas.microsoft.com/office/drawing/2014/main" id="{17F4E1EF-CCAF-4CB6-695F-00745B470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3068639"/>
            <a:ext cx="10810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grpSp>
        <p:nvGrpSpPr>
          <p:cNvPr id="366608" name="Group 16">
            <a:extLst>
              <a:ext uri="{FF2B5EF4-FFF2-40B4-BE49-F238E27FC236}">
                <a16:creationId xmlns:a16="http://schemas.microsoft.com/office/drawing/2014/main" id="{697AC2CF-50FB-6E23-ABB5-63980D094346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4508500"/>
            <a:ext cx="7878762" cy="776288"/>
            <a:chOff x="0" y="0"/>
            <a:chExt cx="4963" cy="489"/>
          </a:xfrm>
        </p:grpSpPr>
        <p:graphicFrame>
          <p:nvGraphicFramePr>
            <p:cNvPr id="366609" name="Object 17">
              <a:extLst>
                <a:ext uri="{FF2B5EF4-FFF2-40B4-BE49-F238E27FC236}">
                  <a16:creationId xmlns:a16="http://schemas.microsoft.com/office/drawing/2014/main" id="{000AAA22-C5EF-BD39-F011-B17550CDD1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9" y="0"/>
            <a:ext cx="2514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29" r:id="rId9" imgW="32181800" imgH="7315200" progId="Equation.3">
                    <p:embed/>
                  </p:oleObj>
                </mc:Choice>
                <mc:Fallback>
                  <p:oleObj r:id="rId9" imgW="32181800" imgH="7315200" progId="Equation.3">
                    <p:embed/>
                    <p:pic>
                      <p:nvPicPr>
                        <p:cNvPr id="366609" name="Object 17">
                          <a:extLst>
                            <a:ext uri="{FF2B5EF4-FFF2-40B4-BE49-F238E27FC236}">
                              <a16:creationId xmlns:a16="http://schemas.microsoft.com/office/drawing/2014/main" id="{000AAA22-C5EF-BD39-F011-B17550CDD1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0"/>
                          <a:ext cx="2514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10" name="Rectangle 18">
              <a:extLst>
                <a:ext uri="{FF2B5EF4-FFF2-40B4-BE49-F238E27FC236}">
                  <a16:creationId xmlns:a16="http://schemas.microsoft.com/office/drawing/2014/main" id="{8E17DDE4-AE10-86E7-5848-D940664ED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26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即对于任意正数</a:t>
              </a:r>
              <a:r>
                <a:rPr lang="el-GR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ε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有</a:t>
              </a:r>
              <a:endPara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 autoUpdateAnimBg="0"/>
      <p:bldP spid="366595" grpId="0" autoUpdateAnimBg="0"/>
      <p:bldP spid="366607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46258249-2E0D-9346-1C99-4FE7B26F5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1268414"/>
            <a:ext cx="799147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 一致性是对一个估计量的基本要求，若估计量不具有一致性，那么不论将样本容量 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取得多么大，都不能将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估计得足够准确，这样的估计量是不可取的．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8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42" name="Object 2">
            <a:extLst>
              <a:ext uri="{FF2B5EF4-FFF2-40B4-BE49-F238E27FC236}">
                <a16:creationId xmlns:a16="http://schemas.microsoft.com/office/drawing/2014/main" id="{62780166-B6E9-9BBB-87E6-3BF9531F9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3284538"/>
          <a:ext cx="3656013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0" r:id="rId3" imgW="40373300" imgH="16967200" progId="Equation.3">
                  <p:embed/>
                </p:oleObj>
              </mc:Choice>
              <mc:Fallback>
                <p:oleObj r:id="rId3" imgW="40373300" imgH="16967200" progId="Equation.3">
                  <p:embed/>
                  <p:pic>
                    <p:nvPicPr>
                      <p:cNvPr id="368642" name="Object 2">
                        <a:extLst>
                          <a:ext uri="{FF2B5EF4-FFF2-40B4-BE49-F238E27FC236}">
                            <a16:creationId xmlns:a16="http://schemas.microsoft.com/office/drawing/2014/main" id="{62780166-B6E9-9BBB-87E6-3BF9531F9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284538"/>
                        <a:ext cx="3656013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3" name="Text Box 3">
            <a:extLst>
              <a:ext uri="{FF2B5EF4-FFF2-40B4-BE49-F238E27FC236}">
                <a16:creationId xmlns:a16="http://schemas.microsoft.com/office/drawing/2014/main" id="{4BFE21FC-6BC8-C3A7-32B1-6E15C391D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2420939"/>
            <a:ext cx="1800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</p:txBody>
      </p:sp>
      <p:grpSp>
        <p:nvGrpSpPr>
          <p:cNvPr id="368644" name="Group 4">
            <a:extLst>
              <a:ext uri="{FF2B5EF4-FFF2-40B4-BE49-F238E27FC236}">
                <a16:creationId xmlns:a16="http://schemas.microsoft.com/office/drawing/2014/main" id="{E4E225B5-5CFD-8C83-72B2-4C2E0F8A1A35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20714"/>
            <a:ext cx="7632700" cy="1455737"/>
            <a:chOff x="0" y="0"/>
            <a:chExt cx="4808" cy="917"/>
          </a:xfrm>
        </p:grpSpPr>
        <p:grpSp>
          <p:nvGrpSpPr>
            <p:cNvPr id="368645" name="Group 5">
              <a:extLst>
                <a:ext uri="{FF2B5EF4-FFF2-40B4-BE49-F238E27FC236}">
                  <a16:creationId xmlns:a16="http://schemas.microsoft.com/office/drawing/2014/main" id="{CA99BA59-7A22-7A9B-1193-946EFBFEDC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808" cy="917"/>
              <a:chOff x="0" y="0"/>
              <a:chExt cx="4808" cy="917"/>
            </a:xfrm>
          </p:grpSpPr>
          <p:sp>
            <p:nvSpPr>
              <p:cNvPr id="368646" name="Text Box 6">
                <a:extLst>
                  <a:ext uri="{FF2B5EF4-FFF2-40B4-BE49-F238E27FC236}">
                    <a16:creationId xmlns:a16="http://schemas.microsoft.com/office/drawing/2014/main" id="{19BFF6E2-896B-DF1C-AF20-80D462236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3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2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例</a:t>
                </a:r>
                <a:r>
                  <a:rPr lang="en-US" altLang="zh-CN" sz="32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7.</a:t>
                </a:r>
              </a:p>
            </p:txBody>
          </p:sp>
          <p:sp>
            <p:nvSpPr>
              <p:cNvPr id="368647" name="Text Box 7">
                <a:extLst>
                  <a:ext uri="{FF2B5EF4-FFF2-40B4-BE49-F238E27FC236}">
                    <a16:creationId xmlns:a16="http://schemas.microsoft.com/office/drawing/2014/main" id="{BA981736-FCE8-2475-E7C6-8F54A338B0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" y="75"/>
                <a:ext cx="37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设总体</a:t>
                </a:r>
                <a:r>
                  <a:rPr lang="en-US" altLang="zh-CN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服从参数为     的指数分布，</a:t>
                </a:r>
              </a:p>
            </p:txBody>
          </p:sp>
          <p:sp>
            <p:nvSpPr>
              <p:cNvPr id="368648" name="Text Box 8">
                <a:extLst>
                  <a:ext uri="{FF2B5EF4-FFF2-40B4-BE49-F238E27FC236}">
                    <a16:creationId xmlns:a16="http://schemas.microsoft.com/office/drawing/2014/main" id="{48B677E7-6591-C9D0-F8F6-36129C9F4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90"/>
                <a:ext cx="48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证明    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是</a:t>
                </a:r>
                <a:r>
                  <a:rPr lang="zh-CN" altLang="en-US" sz="2800" b="1" i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的无偏、有效、一致估计量</a:t>
                </a:r>
                <a:r>
                  <a:rPr lang="en-US" altLang="zh-CN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.</a:t>
                </a:r>
              </a:p>
            </p:txBody>
          </p:sp>
          <p:graphicFrame>
            <p:nvGraphicFramePr>
              <p:cNvPr id="368649" name="Object 9">
                <a:extLst>
                  <a:ext uri="{FF2B5EF4-FFF2-40B4-BE49-F238E27FC236}">
                    <a16:creationId xmlns:a16="http://schemas.microsoft.com/office/drawing/2014/main" id="{8E639776-7E07-6039-ABE8-2590B50B92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8" y="590"/>
              <a:ext cx="224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41" r:id="rId5" imgW="4102100" imgH="4394200" progId="Equation.3">
                      <p:embed/>
                    </p:oleObj>
                  </mc:Choice>
                  <mc:Fallback>
                    <p:oleObj r:id="rId5" imgW="4102100" imgH="4394200" progId="Equation.3">
                      <p:embed/>
                      <p:pic>
                        <p:nvPicPr>
                          <p:cNvPr id="368649" name="Object 9">
                            <a:extLst>
                              <a:ext uri="{FF2B5EF4-FFF2-40B4-BE49-F238E27FC236}">
                                <a16:creationId xmlns:a16="http://schemas.microsoft.com/office/drawing/2014/main" id="{8E639776-7E07-6039-ABE8-2590B50B92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" y="590"/>
                            <a:ext cx="224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650" name="Object 10">
              <a:extLst>
                <a:ext uri="{FF2B5EF4-FFF2-40B4-BE49-F238E27FC236}">
                  <a16:creationId xmlns:a16="http://schemas.microsoft.com/office/drawing/2014/main" id="{F634D6AF-96B1-994B-72B1-7356CBA38B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1" y="91"/>
            <a:ext cx="25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2" r:id="rId7" imgW="2921000" imgH="4102100" progId="Equation.3">
                    <p:embed/>
                  </p:oleObj>
                </mc:Choice>
                <mc:Fallback>
                  <p:oleObj r:id="rId7" imgW="2921000" imgH="4102100" progId="Equation.3">
                    <p:embed/>
                    <p:pic>
                      <p:nvPicPr>
                        <p:cNvPr id="368650" name="Object 10">
                          <a:extLst>
                            <a:ext uri="{FF2B5EF4-FFF2-40B4-BE49-F238E27FC236}">
                              <a16:creationId xmlns:a16="http://schemas.microsoft.com/office/drawing/2014/main" id="{F634D6AF-96B1-994B-72B1-7356CBA38B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91"/>
                          <a:ext cx="25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651" name="Group 11">
            <a:extLst>
              <a:ext uri="{FF2B5EF4-FFF2-40B4-BE49-F238E27FC236}">
                <a16:creationId xmlns:a16="http://schemas.microsoft.com/office/drawing/2014/main" id="{09D02F1E-B509-C6B0-785A-FA6AAF763DBA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2492376"/>
            <a:ext cx="6600825" cy="519113"/>
            <a:chOff x="0" y="0"/>
            <a:chExt cx="4158" cy="327"/>
          </a:xfrm>
        </p:grpSpPr>
        <p:sp>
          <p:nvSpPr>
            <p:cNvPr id="368652" name="Text Box 12">
              <a:extLst>
                <a:ext uri="{FF2B5EF4-FFF2-40B4-BE49-F238E27FC236}">
                  <a16:creationId xmlns:a16="http://schemas.microsoft.com/office/drawing/2014/main" id="{14EEA67E-0058-FB92-80D1-9DC867E33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1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服从参数为     的指数分布可知：</a:t>
              </a:r>
            </a:p>
          </p:txBody>
        </p:sp>
        <p:graphicFrame>
          <p:nvGraphicFramePr>
            <p:cNvPr id="368653" name="Object 13">
              <a:extLst>
                <a:ext uri="{FF2B5EF4-FFF2-40B4-BE49-F238E27FC236}">
                  <a16:creationId xmlns:a16="http://schemas.microsoft.com/office/drawing/2014/main" id="{C375AE85-0837-6248-5C78-B3042A76E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1" y="0"/>
            <a:ext cx="22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3" r:id="rId9" imgW="2921000" imgH="4102100" progId="Equation.3">
                    <p:embed/>
                  </p:oleObj>
                </mc:Choice>
                <mc:Fallback>
                  <p:oleObj r:id="rId9" imgW="2921000" imgH="4102100" progId="Equation.3">
                    <p:embed/>
                    <p:pic>
                      <p:nvPicPr>
                        <p:cNvPr id="368653" name="Object 13">
                          <a:extLst>
                            <a:ext uri="{FF2B5EF4-FFF2-40B4-BE49-F238E27FC236}">
                              <a16:creationId xmlns:a16="http://schemas.microsoft.com/office/drawing/2014/main" id="{C375AE85-0837-6248-5C78-B3042A76E1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0"/>
                          <a:ext cx="22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8654" name="Object 14">
            <a:extLst>
              <a:ext uri="{FF2B5EF4-FFF2-40B4-BE49-F238E27FC236}">
                <a16:creationId xmlns:a16="http://schemas.microsoft.com/office/drawing/2014/main" id="{3362C265-23CF-145C-91E1-EDE347A8A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1" y="3343276"/>
          <a:ext cx="8985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4" r:id="rId10" imgW="10236200" imgH="5270500" progId="Equation.3">
                  <p:embed/>
                </p:oleObj>
              </mc:Choice>
              <mc:Fallback>
                <p:oleObj r:id="rId10" imgW="10236200" imgH="5270500" progId="Equation.3">
                  <p:embed/>
                  <p:pic>
                    <p:nvPicPr>
                      <p:cNvPr id="368654" name="Object 14">
                        <a:extLst>
                          <a:ext uri="{FF2B5EF4-FFF2-40B4-BE49-F238E27FC236}">
                            <a16:creationId xmlns:a16="http://schemas.microsoft.com/office/drawing/2014/main" id="{3362C265-23CF-145C-91E1-EDE347A8A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1" y="3343276"/>
                        <a:ext cx="89852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5" name="Object 15">
            <a:extLst>
              <a:ext uri="{FF2B5EF4-FFF2-40B4-BE49-F238E27FC236}">
                <a16:creationId xmlns:a16="http://schemas.microsoft.com/office/drawing/2014/main" id="{BD31C2EA-BC45-2DC2-C5E6-EC2480271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3357564"/>
          <a:ext cx="11668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5" r:id="rId12" imgW="13462000" imgH="4686300" progId="Equation.3">
                  <p:embed/>
                </p:oleObj>
              </mc:Choice>
              <mc:Fallback>
                <p:oleObj r:id="rId12" imgW="13462000" imgH="4686300" progId="Equation.3">
                  <p:embed/>
                  <p:pic>
                    <p:nvPicPr>
                      <p:cNvPr id="368655" name="Object 15">
                        <a:extLst>
                          <a:ext uri="{FF2B5EF4-FFF2-40B4-BE49-F238E27FC236}">
                            <a16:creationId xmlns:a16="http://schemas.microsoft.com/office/drawing/2014/main" id="{BD31C2EA-BC45-2DC2-C5E6-EC2480271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3357564"/>
                        <a:ext cx="11668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6" name="Object 16">
            <a:extLst>
              <a:ext uri="{FF2B5EF4-FFF2-40B4-BE49-F238E27FC236}">
                <a16:creationId xmlns:a16="http://schemas.microsoft.com/office/drawing/2014/main" id="{FAA8D993-E710-970D-F998-A4A165D0D9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284538"/>
          <a:ext cx="704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6" r:id="rId14" imgW="5854700" imgH="4102100" progId="Equation.3">
                  <p:embed/>
                </p:oleObj>
              </mc:Choice>
              <mc:Fallback>
                <p:oleObj r:id="rId14" imgW="5854700" imgH="4102100" progId="Equation.3">
                  <p:embed/>
                  <p:pic>
                    <p:nvPicPr>
                      <p:cNvPr id="368656" name="Object 16">
                        <a:extLst>
                          <a:ext uri="{FF2B5EF4-FFF2-40B4-BE49-F238E27FC236}">
                            <a16:creationId xmlns:a16="http://schemas.microsoft.com/office/drawing/2014/main" id="{FAA8D993-E710-970D-F998-A4A165D0D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284538"/>
                        <a:ext cx="704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7" name="Object 17">
            <a:extLst>
              <a:ext uri="{FF2B5EF4-FFF2-40B4-BE49-F238E27FC236}">
                <a16:creationId xmlns:a16="http://schemas.microsoft.com/office/drawing/2014/main" id="{A64D5033-8752-1815-BDCF-F824670D0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4322763"/>
          <a:ext cx="1009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7" r:id="rId16" imgW="9359900" imgH="5562600" progId="Equation.3">
                  <p:embed/>
                </p:oleObj>
              </mc:Choice>
              <mc:Fallback>
                <p:oleObj r:id="rId16" imgW="9359900" imgH="5562600" progId="Equation.3">
                  <p:embed/>
                  <p:pic>
                    <p:nvPicPr>
                      <p:cNvPr id="368657" name="Object 17">
                        <a:extLst>
                          <a:ext uri="{FF2B5EF4-FFF2-40B4-BE49-F238E27FC236}">
                            <a16:creationId xmlns:a16="http://schemas.microsoft.com/office/drawing/2014/main" id="{A64D5033-8752-1815-BDCF-F824670D0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322763"/>
                        <a:ext cx="10096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8" name="Object 18">
            <a:extLst>
              <a:ext uri="{FF2B5EF4-FFF2-40B4-BE49-F238E27FC236}">
                <a16:creationId xmlns:a16="http://schemas.microsoft.com/office/drawing/2014/main" id="{4D2365FD-A0DF-A338-75DA-1AAD8D6F2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9963" y="4076700"/>
          <a:ext cx="1604962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8" r:id="rId18" imgW="14630400" imgH="9359900" progId="Equation.3">
                  <p:embed/>
                </p:oleObj>
              </mc:Choice>
              <mc:Fallback>
                <p:oleObj r:id="rId18" imgW="14630400" imgH="9359900" progId="Equation.3">
                  <p:embed/>
                  <p:pic>
                    <p:nvPicPr>
                      <p:cNvPr id="368658" name="Object 18">
                        <a:extLst>
                          <a:ext uri="{FF2B5EF4-FFF2-40B4-BE49-F238E27FC236}">
                            <a16:creationId xmlns:a16="http://schemas.microsoft.com/office/drawing/2014/main" id="{4D2365FD-A0DF-A338-75DA-1AAD8D6F2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4076700"/>
                        <a:ext cx="1604962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9" name="Object 19">
            <a:extLst>
              <a:ext uri="{FF2B5EF4-FFF2-40B4-BE49-F238E27FC236}">
                <a16:creationId xmlns:a16="http://schemas.microsoft.com/office/drawing/2014/main" id="{1416C151-29EF-55B0-7B29-7277FDB32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0800" y="4005263"/>
          <a:ext cx="1036638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9" r:id="rId20" imgW="8191500" imgH="9652000" progId="Equation.3">
                  <p:embed/>
                </p:oleObj>
              </mc:Choice>
              <mc:Fallback>
                <p:oleObj r:id="rId20" imgW="8191500" imgH="9652000" progId="Equation.3">
                  <p:embed/>
                  <p:pic>
                    <p:nvPicPr>
                      <p:cNvPr id="368659" name="Object 19">
                        <a:extLst>
                          <a:ext uri="{FF2B5EF4-FFF2-40B4-BE49-F238E27FC236}">
                            <a16:creationId xmlns:a16="http://schemas.microsoft.com/office/drawing/2014/main" id="{1416C151-29EF-55B0-7B29-7277FDB32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0" y="4005263"/>
                        <a:ext cx="1036638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6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6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Text Box 2">
            <a:extLst>
              <a:ext uri="{FF2B5EF4-FFF2-40B4-BE49-F238E27FC236}">
                <a16:creationId xmlns:a16="http://schemas.microsoft.com/office/drawing/2014/main" id="{556A5D00-AC79-1498-B0A7-89FBDA386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54927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graphicFrame>
        <p:nvGraphicFramePr>
          <p:cNvPr id="369667" name="Object 3">
            <a:extLst>
              <a:ext uri="{FF2B5EF4-FFF2-40B4-BE49-F238E27FC236}">
                <a16:creationId xmlns:a16="http://schemas.microsoft.com/office/drawing/2014/main" id="{F3179B60-FDFC-4AC0-25AB-1436762DF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04814"/>
          <a:ext cx="36020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9" r:id="rId3" imgW="33058100" imgH="9359900" progId="Equation.3">
                  <p:embed/>
                </p:oleObj>
              </mc:Choice>
              <mc:Fallback>
                <p:oleObj r:id="rId3" imgW="33058100" imgH="9359900" progId="Equation.3">
                  <p:embed/>
                  <p:pic>
                    <p:nvPicPr>
                      <p:cNvPr id="369667" name="Object 3">
                        <a:extLst>
                          <a:ext uri="{FF2B5EF4-FFF2-40B4-BE49-F238E27FC236}">
                            <a16:creationId xmlns:a16="http://schemas.microsoft.com/office/drawing/2014/main" id="{F3179B60-FDFC-4AC0-25AB-1436762DF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04814"/>
                        <a:ext cx="36020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68" name="Object 4">
            <a:extLst>
              <a:ext uri="{FF2B5EF4-FFF2-40B4-BE49-F238E27FC236}">
                <a16:creationId xmlns:a16="http://schemas.microsoft.com/office/drawing/2014/main" id="{2ADBB506-1CF2-F665-9F89-135A67B76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484314"/>
          <a:ext cx="467995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0" r:id="rId5" imgW="45935900" imgH="10820400" progId="Equation.3">
                  <p:embed/>
                </p:oleObj>
              </mc:Choice>
              <mc:Fallback>
                <p:oleObj r:id="rId5" imgW="45935900" imgH="10820400" progId="Equation.3">
                  <p:embed/>
                  <p:pic>
                    <p:nvPicPr>
                      <p:cNvPr id="369668" name="Object 4">
                        <a:extLst>
                          <a:ext uri="{FF2B5EF4-FFF2-40B4-BE49-F238E27FC236}">
                            <a16:creationId xmlns:a16="http://schemas.microsoft.com/office/drawing/2014/main" id="{2ADBB506-1CF2-F665-9F89-135A67B76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84314"/>
                        <a:ext cx="467995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69" name="Object 5">
            <a:extLst>
              <a:ext uri="{FF2B5EF4-FFF2-40B4-BE49-F238E27FC236}">
                <a16:creationId xmlns:a16="http://schemas.microsoft.com/office/drawing/2014/main" id="{04288352-53F2-AFAE-65F7-D9426FF72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8" y="1557338"/>
          <a:ext cx="16557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1" r:id="rId7" imgW="16090900" imgH="9944100" progId="Equation.3">
                  <p:embed/>
                </p:oleObj>
              </mc:Choice>
              <mc:Fallback>
                <p:oleObj r:id="rId7" imgW="16090900" imgH="9944100" progId="Equation.3">
                  <p:embed/>
                  <p:pic>
                    <p:nvPicPr>
                      <p:cNvPr id="369669" name="Object 5">
                        <a:extLst>
                          <a:ext uri="{FF2B5EF4-FFF2-40B4-BE49-F238E27FC236}">
                            <a16:creationId xmlns:a16="http://schemas.microsoft.com/office/drawing/2014/main" id="{04288352-53F2-AFAE-65F7-D9426FF723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8" y="1557338"/>
                        <a:ext cx="16557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0" name="Object 6">
            <a:extLst>
              <a:ext uri="{FF2B5EF4-FFF2-40B4-BE49-F238E27FC236}">
                <a16:creationId xmlns:a16="http://schemas.microsoft.com/office/drawing/2014/main" id="{54F63EFD-6767-1CF9-D7AD-8B61B00C58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1412875"/>
          <a:ext cx="193357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2" r:id="rId9" imgW="16675100" imgH="10820400" progId="Equation.3">
                  <p:embed/>
                </p:oleObj>
              </mc:Choice>
              <mc:Fallback>
                <p:oleObj r:id="rId9" imgW="16675100" imgH="10820400" progId="Equation.3">
                  <p:embed/>
                  <p:pic>
                    <p:nvPicPr>
                      <p:cNvPr id="369670" name="Object 6">
                        <a:extLst>
                          <a:ext uri="{FF2B5EF4-FFF2-40B4-BE49-F238E27FC236}">
                            <a16:creationId xmlns:a16="http://schemas.microsoft.com/office/drawing/2014/main" id="{54F63EFD-6767-1CF9-D7AD-8B61B00C5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1412875"/>
                        <a:ext cx="193357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1" name="Object 7">
            <a:extLst>
              <a:ext uri="{FF2B5EF4-FFF2-40B4-BE49-F238E27FC236}">
                <a16:creationId xmlns:a16="http://schemas.microsoft.com/office/drawing/2014/main" id="{6C57D204-48B2-BB5B-0031-65195D4EC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924176"/>
          <a:ext cx="239553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3" r:id="rId11" imgW="28092400" imgH="10820400" progId="Equation.3">
                  <p:embed/>
                </p:oleObj>
              </mc:Choice>
              <mc:Fallback>
                <p:oleObj r:id="rId11" imgW="28092400" imgH="10820400" progId="Equation.3">
                  <p:embed/>
                  <p:pic>
                    <p:nvPicPr>
                      <p:cNvPr id="369671" name="Object 7">
                        <a:extLst>
                          <a:ext uri="{FF2B5EF4-FFF2-40B4-BE49-F238E27FC236}">
                            <a16:creationId xmlns:a16="http://schemas.microsoft.com/office/drawing/2014/main" id="{6C57D204-48B2-BB5B-0031-65195D4EC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924176"/>
                        <a:ext cx="239553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2" name="Object 8">
            <a:extLst>
              <a:ext uri="{FF2B5EF4-FFF2-40B4-BE49-F238E27FC236}">
                <a16:creationId xmlns:a16="http://schemas.microsoft.com/office/drawing/2014/main" id="{5CB086B9-09DD-D613-6E80-2FEFDCC415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4149726"/>
          <a:ext cx="8064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4" r:id="rId13" imgW="8191500" imgH="9359900" progId="Equation.3">
                  <p:embed/>
                </p:oleObj>
              </mc:Choice>
              <mc:Fallback>
                <p:oleObj r:id="rId13" imgW="8191500" imgH="9359900" progId="Equation.3">
                  <p:embed/>
                  <p:pic>
                    <p:nvPicPr>
                      <p:cNvPr id="369672" name="Object 8">
                        <a:extLst>
                          <a:ext uri="{FF2B5EF4-FFF2-40B4-BE49-F238E27FC236}">
                            <a16:creationId xmlns:a16="http://schemas.microsoft.com/office/drawing/2014/main" id="{5CB086B9-09DD-D613-6E80-2FEFDCC415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4149726"/>
                        <a:ext cx="8064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3" name="Object 9">
            <a:extLst>
              <a:ext uri="{FF2B5EF4-FFF2-40B4-BE49-F238E27FC236}">
                <a16:creationId xmlns:a16="http://schemas.microsoft.com/office/drawing/2014/main" id="{37D6B6AD-EFDF-D4CA-3FA3-686EDECE3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5776" y="2997200"/>
          <a:ext cx="207486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5" r:id="rId15" imgW="22237700" imgH="9944100" progId="Equation.3">
                  <p:embed/>
                </p:oleObj>
              </mc:Choice>
              <mc:Fallback>
                <p:oleObj r:id="rId15" imgW="22237700" imgH="9944100" progId="Equation.3">
                  <p:embed/>
                  <p:pic>
                    <p:nvPicPr>
                      <p:cNvPr id="369673" name="Object 9">
                        <a:extLst>
                          <a:ext uri="{FF2B5EF4-FFF2-40B4-BE49-F238E27FC236}">
                            <a16:creationId xmlns:a16="http://schemas.microsoft.com/office/drawing/2014/main" id="{37D6B6AD-EFDF-D4CA-3FA3-686EDECE3C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2997200"/>
                        <a:ext cx="2074863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4" name="Object 10">
            <a:extLst>
              <a:ext uri="{FF2B5EF4-FFF2-40B4-BE49-F238E27FC236}">
                <a16:creationId xmlns:a16="http://schemas.microsoft.com/office/drawing/2014/main" id="{E7CA0BCF-27C4-9EFD-6156-F696E919F6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2997201"/>
          <a:ext cx="24209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6" r:id="rId17" imgW="25450800" imgH="9359900" progId="Equation.3">
                  <p:embed/>
                </p:oleObj>
              </mc:Choice>
              <mc:Fallback>
                <p:oleObj r:id="rId17" imgW="25450800" imgH="9359900" progId="Equation.3">
                  <p:embed/>
                  <p:pic>
                    <p:nvPicPr>
                      <p:cNvPr id="369674" name="Object 10">
                        <a:extLst>
                          <a:ext uri="{FF2B5EF4-FFF2-40B4-BE49-F238E27FC236}">
                            <a16:creationId xmlns:a16="http://schemas.microsoft.com/office/drawing/2014/main" id="{E7CA0BCF-27C4-9EFD-6156-F696E919F6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2997201"/>
                        <a:ext cx="24209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5" name="Object 11">
            <a:extLst>
              <a:ext uri="{FF2B5EF4-FFF2-40B4-BE49-F238E27FC236}">
                <a16:creationId xmlns:a16="http://schemas.microsoft.com/office/drawing/2014/main" id="{C1BED01D-ECF0-92DF-EA3F-FCE4D5108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4221164"/>
          <a:ext cx="17383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7" r:id="rId19" imgW="18719800" imgH="9359900" progId="Equation.3">
                  <p:embed/>
                </p:oleObj>
              </mc:Choice>
              <mc:Fallback>
                <p:oleObj r:id="rId19" imgW="18719800" imgH="9359900" progId="Equation.3">
                  <p:embed/>
                  <p:pic>
                    <p:nvPicPr>
                      <p:cNvPr id="369675" name="Object 11">
                        <a:extLst>
                          <a:ext uri="{FF2B5EF4-FFF2-40B4-BE49-F238E27FC236}">
                            <a16:creationId xmlns:a16="http://schemas.microsoft.com/office/drawing/2014/main" id="{C1BED01D-ECF0-92DF-EA3F-FCE4D5108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221164"/>
                        <a:ext cx="17383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6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3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1000"/>
                                        <p:tgtEl>
                                          <p:spTgt spid="3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3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1000"/>
                                        <p:tgtEl>
                                          <p:spTgt spid="3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1000"/>
                                        <p:tgtEl>
                                          <p:spTgt spid="3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690" name="Group 2">
            <a:extLst>
              <a:ext uri="{FF2B5EF4-FFF2-40B4-BE49-F238E27FC236}">
                <a16:creationId xmlns:a16="http://schemas.microsoft.com/office/drawing/2014/main" id="{C559CB45-3B55-2E4B-CCDD-EDB45D24A30A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420939"/>
            <a:ext cx="5135562" cy="584199"/>
            <a:chOff x="0" y="0"/>
            <a:chExt cx="3235" cy="368"/>
          </a:xfrm>
        </p:grpSpPr>
        <p:sp>
          <p:nvSpPr>
            <p:cNvPr id="370691" name="Text Box 3">
              <a:extLst>
                <a:ext uri="{FF2B5EF4-FFF2-40B4-BE49-F238E27FC236}">
                  <a16:creationId xmlns:a16="http://schemas.microsoft.com/office/drawing/2014/main" id="{1D9BAFEF-6E4F-C1C7-098E-1262260A7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故   是   的有效无偏估计量</a:t>
              </a:r>
              <a:r>
                <a:rPr lang="en-US" altLang="zh-CN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70692" name="Object 4">
              <a:extLst>
                <a:ext uri="{FF2B5EF4-FFF2-40B4-BE49-F238E27FC236}">
                  <a16:creationId xmlns:a16="http://schemas.microsoft.com/office/drawing/2014/main" id="{0579484C-04A9-452E-5DAE-26DABA14BE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6947458"/>
                </p:ext>
              </p:extLst>
            </p:nvPr>
          </p:nvGraphicFramePr>
          <p:xfrm>
            <a:off x="271" y="9"/>
            <a:ext cx="29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73" r:id="rId3" imgW="4102100" imgH="4394200" progId="Equation.3">
                    <p:embed/>
                  </p:oleObj>
                </mc:Choice>
                <mc:Fallback>
                  <p:oleObj r:id="rId3" imgW="4102100" imgH="4394200" progId="Equation.3">
                    <p:embed/>
                    <p:pic>
                      <p:nvPicPr>
                        <p:cNvPr id="370692" name="Object 4">
                          <a:extLst>
                            <a:ext uri="{FF2B5EF4-FFF2-40B4-BE49-F238E27FC236}">
                              <a16:creationId xmlns:a16="http://schemas.microsoft.com/office/drawing/2014/main" id="{0579484C-04A9-452E-5DAE-26DABA14BE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" y="9"/>
                          <a:ext cx="29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0693" name="Object 5">
              <a:extLst>
                <a:ext uri="{FF2B5EF4-FFF2-40B4-BE49-F238E27FC236}">
                  <a16:creationId xmlns:a16="http://schemas.microsoft.com/office/drawing/2014/main" id="{0EE45683-96D9-AE6C-67E3-722348C4E6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4153588"/>
                </p:ext>
              </p:extLst>
            </p:nvPr>
          </p:nvGraphicFramePr>
          <p:xfrm>
            <a:off x="836" y="60"/>
            <a:ext cx="22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74" r:id="rId5" imgW="2921000" imgH="4102100" progId="Equation.3">
                    <p:embed/>
                  </p:oleObj>
                </mc:Choice>
                <mc:Fallback>
                  <p:oleObj r:id="rId5" imgW="2921000" imgH="4102100" progId="Equation.3">
                    <p:embed/>
                    <p:pic>
                      <p:nvPicPr>
                        <p:cNvPr id="370693" name="Object 5">
                          <a:extLst>
                            <a:ext uri="{FF2B5EF4-FFF2-40B4-BE49-F238E27FC236}">
                              <a16:creationId xmlns:a16="http://schemas.microsoft.com/office/drawing/2014/main" id="{0EE45683-96D9-AE6C-67E3-722348C4E6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60"/>
                          <a:ext cx="22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0694" name="Object 6">
            <a:extLst>
              <a:ext uri="{FF2B5EF4-FFF2-40B4-BE49-F238E27FC236}">
                <a16:creationId xmlns:a16="http://schemas.microsoft.com/office/drawing/2014/main" id="{088055CC-1ADA-FA5A-8113-40F9E461A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487363"/>
          <a:ext cx="281146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5" r:id="rId7" imgW="31013400" imgH="15506700" progId="Equation.3">
                  <p:embed/>
                </p:oleObj>
              </mc:Choice>
              <mc:Fallback>
                <p:oleObj r:id="rId7" imgW="31013400" imgH="15506700" progId="Equation.3">
                  <p:embed/>
                  <p:pic>
                    <p:nvPicPr>
                      <p:cNvPr id="370694" name="Object 6">
                        <a:extLst>
                          <a:ext uri="{FF2B5EF4-FFF2-40B4-BE49-F238E27FC236}">
                            <a16:creationId xmlns:a16="http://schemas.microsoft.com/office/drawing/2014/main" id="{088055CC-1ADA-FA5A-8113-40F9E461A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487363"/>
                        <a:ext cx="2811463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5" name="Object 7">
            <a:extLst>
              <a:ext uri="{FF2B5EF4-FFF2-40B4-BE49-F238E27FC236}">
                <a16:creationId xmlns:a16="http://schemas.microsoft.com/office/drawing/2014/main" id="{774AA8A1-94B0-DD15-4593-80FD36993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692151"/>
          <a:ext cx="153193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6" r:id="rId9" imgW="12585700" imgH="5270500" progId="Equation.3">
                  <p:embed/>
                </p:oleObj>
              </mc:Choice>
              <mc:Fallback>
                <p:oleObj r:id="rId9" imgW="12585700" imgH="5270500" progId="Equation.3">
                  <p:embed/>
                  <p:pic>
                    <p:nvPicPr>
                      <p:cNvPr id="370695" name="Object 7">
                        <a:extLst>
                          <a:ext uri="{FF2B5EF4-FFF2-40B4-BE49-F238E27FC236}">
                            <a16:creationId xmlns:a16="http://schemas.microsoft.com/office/drawing/2014/main" id="{774AA8A1-94B0-DD15-4593-80FD36993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692151"/>
                        <a:ext cx="153193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6" name="Object 8">
            <a:extLst>
              <a:ext uri="{FF2B5EF4-FFF2-40B4-BE49-F238E27FC236}">
                <a16:creationId xmlns:a16="http://schemas.microsoft.com/office/drawing/2014/main" id="{1F4A565D-E36B-F167-2393-F139AC9EF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6" y="476251"/>
          <a:ext cx="811213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7" r:id="rId11" imgW="8191500" imgH="9652000" progId="Equation.3">
                  <p:embed/>
                </p:oleObj>
              </mc:Choice>
              <mc:Fallback>
                <p:oleObj r:id="rId11" imgW="8191500" imgH="9652000" progId="Equation.3">
                  <p:embed/>
                  <p:pic>
                    <p:nvPicPr>
                      <p:cNvPr id="370696" name="Object 8">
                        <a:extLst>
                          <a:ext uri="{FF2B5EF4-FFF2-40B4-BE49-F238E27FC236}">
                            <a16:creationId xmlns:a16="http://schemas.microsoft.com/office/drawing/2014/main" id="{1F4A565D-E36B-F167-2393-F139AC9EF9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476251"/>
                        <a:ext cx="811213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7" name="Text Box 9">
            <a:extLst>
              <a:ext uri="{FF2B5EF4-FFF2-40B4-BE49-F238E27FC236}">
                <a16:creationId xmlns:a16="http://schemas.microsoft.com/office/drawing/2014/main" id="{85AAE615-2E27-FE6E-0872-4A2E512C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3213101"/>
            <a:ext cx="411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又由辛钦大数定律可知：</a:t>
            </a:r>
          </a:p>
        </p:txBody>
      </p:sp>
      <p:graphicFrame>
        <p:nvGraphicFramePr>
          <p:cNvPr id="370698" name="Object 10">
            <a:extLst>
              <a:ext uri="{FF2B5EF4-FFF2-40B4-BE49-F238E27FC236}">
                <a16:creationId xmlns:a16="http://schemas.microsoft.com/office/drawing/2014/main" id="{079E64D9-DE18-9703-676A-2C530D9DD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754438"/>
          <a:ext cx="41767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8" r:id="rId13" imgW="38328600" imgH="9944100" progId="Equation.3">
                  <p:embed/>
                </p:oleObj>
              </mc:Choice>
              <mc:Fallback>
                <p:oleObj r:id="rId13" imgW="38328600" imgH="9944100" progId="Equation.3">
                  <p:embed/>
                  <p:pic>
                    <p:nvPicPr>
                      <p:cNvPr id="370698" name="Object 10">
                        <a:extLst>
                          <a:ext uri="{FF2B5EF4-FFF2-40B4-BE49-F238E27FC236}">
                            <a16:creationId xmlns:a16="http://schemas.microsoft.com/office/drawing/2014/main" id="{079E64D9-DE18-9703-676A-2C530D9DD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754438"/>
                        <a:ext cx="41767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9" name="Object 11">
            <a:extLst>
              <a:ext uri="{FF2B5EF4-FFF2-40B4-BE49-F238E27FC236}">
                <a16:creationId xmlns:a16="http://schemas.microsoft.com/office/drawing/2014/main" id="{7E3D0B93-F5B9-96D0-8873-B4C0E7028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005264"/>
          <a:ext cx="301625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9" r:id="rId15" imgW="28384500" imgH="7023100" progId="Equation.3">
                  <p:embed/>
                </p:oleObj>
              </mc:Choice>
              <mc:Fallback>
                <p:oleObj r:id="rId15" imgW="28384500" imgH="7023100" progId="Equation.3">
                  <p:embed/>
                  <p:pic>
                    <p:nvPicPr>
                      <p:cNvPr id="370699" name="Object 11">
                        <a:extLst>
                          <a:ext uri="{FF2B5EF4-FFF2-40B4-BE49-F238E27FC236}">
                            <a16:creationId xmlns:a16="http://schemas.microsoft.com/office/drawing/2014/main" id="{7E3D0B93-F5B9-96D0-8873-B4C0E7028F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005264"/>
                        <a:ext cx="301625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0" name="Object 12">
            <a:extLst>
              <a:ext uri="{FF2B5EF4-FFF2-40B4-BE49-F238E27FC236}">
                <a16:creationId xmlns:a16="http://schemas.microsoft.com/office/drawing/2014/main" id="{55FC0D47-95AD-7699-B376-D1FB3F8D3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80551" y="4005263"/>
          <a:ext cx="7350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80" r:id="rId17" imgW="5562600" imgH="3797300" progId="Equation.3">
                  <p:embed/>
                </p:oleObj>
              </mc:Choice>
              <mc:Fallback>
                <p:oleObj r:id="rId17" imgW="5562600" imgH="3797300" progId="Equation.3">
                  <p:embed/>
                  <p:pic>
                    <p:nvPicPr>
                      <p:cNvPr id="370700" name="Object 12">
                        <a:extLst>
                          <a:ext uri="{FF2B5EF4-FFF2-40B4-BE49-F238E27FC236}">
                            <a16:creationId xmlns:a16="http://schemas.microsoft.com/office/drawing/2014/main" id="{55FC0D47-95AD-7699-B376-D1FB3F8D3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551" y="4005263"/>
                        <a:ext cx="73501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0701" name="Group 13">
            <a:extLst>
              <a:ext uri="{FF2B5EF4-FFF2-40B4-BE49-F238E27FC236}">
                <a16:creationId xmlns:a16="http://schemas.microsoft.com/office/drawing/2014/main" id="{0978BF45-2F42-A5A0-3265-9E8A3FD26811}"/>
              </a:ext>
            </a:extLst>
          </p:cNvPr>
          <p:cNvGrpSpPr>
            <a:grpSpLocks/>
          </p:cNvGrpSpPr>
          <p:nvPr/>
        </p:nvGrpSpPr>
        <p:grpSpPr bwMode="auto">
          <a:xfrm>
            <a:off x="2424113" y="5084764"/>
            <a:ext cx="7632700" cy="592137"/>
            <a:chOff x="0" y="0"/>
            <a:chExt cx="4808" cy="373"/>
          </a:xfrm>
        </p:grpSpPr>
        <p:sp>
          <p:nvSpPr>
            <p:cNvPr id="370702" name="Text Box 14">
              <a:extLst>
                <a:ext uri="{FF2B5EF4-FFF2-40B4-BE49-F238E27FC236}">
                  <a16:creationId xmlns:a16="http://schemas.microsoft.com/office/drawing/2014/main" id="{6E4FE6D0-23EA-3E9C-9D23-A86FCF5EE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6"/>
              <a:ext cx="48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   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</a:t>
              </a:r>
              <a:r>
                <a:rPr lang="zh-CN" altLang="en-US" sz="2800" b="1" i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的无偏、有效、一致估计量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.</a:t>
              </a:r>
            </a:p>
          </p:txBody>
        </p:sp>
        <p:graphicFrame>
          <p:nvGraphicFramePr>
            <p:cNvPr id="370703" name="Object 15">
              <a:extLst>
                <a:ext uri="{FF2B5EF4-FFF2-40B4-BE49-F238E27FC236}">
                  <a16:creationId xmlns:a16="http://schemas.microsoft.com/office/drawing/2014/main" id="{E2054E01-BE3F-1D14-ACCE-EA5FC2565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26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81" r:id="rId19" imgW="4102100" imgH="4394200" progId="Equation.3">
                    <p:embed/>
                  </p:oleObj>
                </mc:Choice>
                <mc:Fallback>
                  <p:oleObj r:id="rId19" imgW="4102100" imgH="4394200" progId="Equation.3">
                    <p:embed/>
                    <p:pic>
                      <p:nvPicPr>
                        <p:cNvPr id="370703" name="Object 15">
                          <a:extLst>
                            <a:ext uri="{FF2B5EF4-FFF2-40B4-BE49-F238E27FC236}">
                              <a16:creationId xmlns:a16="http://schemas.microsoft.com/office/drawing/2014/main" id="{E2054E01-BE3F-1D14-ACCE-EA5FC2565F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26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7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7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Text Box 2">
            <a:extLst>
              <a:ext uri="{FF2B5EF4-FFF2-40B4-BE49-F238E27FC236}">
                <a16:creationId xmlns:a16="http://schemas.microsoft.com/office/drawing/2014/main" id="{3AD53DEC-E4CF-E9AE-6156-8B3F6C83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04814"/>
            <a:ext cx="52847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关于一致性的两个常用结论 </a:t>
            </a:r>
          </a:p>
        </p:txBody>
      </p:sp>
      <p:sp>
        <p:nvSpPr>
          <p:cNvPr id="371715" name="Text Box 3">
            <a:extLst>
              <a:ext uri="{FF2B5EF4-FFF2-40B4-BE49-F238E27FC236}">
                <a16:creationId xmlns:a16="http://schemas.microsoft.com/office/drawing/2014/main" id="{FB568E38-FBE9-60DC-F24B-CF992F425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1196975"/>
            <a:ext cx="4614863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阶矩是总体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阶矩的一致估计量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pSp>
        <p:nvGrpSpPr>
          <p:cNvPr id="371716" name="Group 4">
            <a:extLst>
              <a:ext uri="{FF2B5EF4-FFF2-40B4-BE49-F238E27FC236}">
                <a16:creationId xmlns:a16="http://schemas.microsoft.com/office/drawing/2014/main" id="{F3FC7856-7EC5-558F-D745-2D5A98AB0057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1484313"/>
            <a:ext cx="2971800" cy="914400"/>
            <a:chOff x="0" y="0"/>
            <a:chExt cx="1493" cy="576"/>
          </a:xfrm>
        </p:grpSpPr>
        <p:sp>
          <p:nvSpPr>
            <p:cNvPr id="371717" name="AutoShape 5">
              <a:extLst>
                <a:ext uri="{FF2B5EF4-FFF2-40B4-BE49-F238E27FC236}">
                  <a16:creationId xmlns:a16="http://schemas.microsoft.com/office/drawing/2014/main" id="{F1B48D31-B416-D3EC-0921-E62A36317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2" cy="576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1718" name="Text Box 6">
              <a:extLst>
                <a:ext uri="{FF2B5EF4-FFF2-40B4-BE49-F238E27FC236}">
                  <a16:creationId xmlns:a16="http://schemas.microsoft.com/office/drawing/2014/main" id="{A160719D-D483-287D-2168-4CE8A87F9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42"/>
              <a:ext cx="1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由大数定律证明</a:t>
              </a:r>
            </a:p>
          </p:txBody>
        </p:sp>
      </p:grpSp>
      <p:grpSp>
        <p:nvGrpSpPr>
          <p:cNvPr id="371719" name="Group 7">
            <a:extLst>
              <a:ext uri="{FF2B5EF4-FFF2-40B4-BE49-F238E27FC236}">
                <a16:creationId xmlns:a16="http://schemas.microsoft.com/office/drawing/2014/main" id="{575C9175-1C92-0212-95F0-0319CB700C53}"/>
              </a:ext>
            </a:extLst>
          </p:cNvPr>
          <p:cNvGrpSpPr>
            <a:grpSpLocks/>
          </p:cNvGrpSpPr>
          <p:nvPr/>
        </p:nvGrpSpPr>
        <p:grpSpPr bwMode="auto">
          <a:xfrm>
            <a:off x="6527800" y="2924175"/>
            <a:ext cx="3024188" cy="1524000"/>
            <a:chOff x="0" y="0"/>
            <a:chExt cx="1706" cy="960"/>
          </a:xfrm>
        </p:grpSpPr>
        <p:sp>
          <p:nvSpPr>
            <p:cNvPr id="371720" name="AutoShape 8">
              <a:extLst>
                <a:ext uri="{FF2B5EF4-FFF2-40B4-BE49-F238E27FC236}">
                  <a16:creationId xmlns:a16="http://schemas.microsoft.com/office/drawing/2014/main" id="{26985575-CADA-A886-4D35-2EA5020C5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960"/>
            </a:xfrm>
            <a:prstGeom prst="rightBrace">
              <a:avLst>
                <a:gd name="adj1" fmla="val 55556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1721" name="Text Box 9">
              <a:extLst>
                <a:ext uri="{FF2B5EF4-FFF2-40B4-BE49-F238E27FC236}">
                  <a16:creationId xmlns:a16="http://schemas.microsoft.com/office/drawing/2014/main" id="{2BB2F9B2-3583-64CB-2C03-123EBD561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28"/>
              <a:ext cx="146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用契比雪夫不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等式证明</a:t>
              </a:r>
            </a:p>
          </p:txBody>
        </p:sp>
      </p:grpSp>
      <p:sp>
        <p:nvSpPr>
          <p:cNvPr id="371722" name="Text Box 10">
            <a:extLst>
              <a:ext uri="{FF2B5EF4-FFF2-40B4-BE49-F238E27FC236}">
                <a16:creationId xmlns:a16="http://schemas.microsoft.com/office/drawing/2014/main" id="{E31E0D4F-6BA5-9FD5-9E07-DFF7A8883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50847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一般，矩估计法得到的估计量为一致估计量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71723" name="Group 11">
            <a:extLst>
              <a:ext uri="{FF2B5EF4-FFF2-40B4-BE49-F238E27FC236}">
                <a16:creationId xmlns:a16="http://schemas.microsoft.com/office/drawing/2014/main" id="{C63746AE-F3D2-7643-E437-44C1535F6D06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2636838"/>
            <a:ext cx="5014912" cy="2032000"/>
            <a:chOff x="0" y="0"/>
            <a:chExt cx="3159" cy="1280"/>
          </a:xfrm>
        </p:grpSpPr>
        <p:grpSp>
          <p:nvGrpSpPr>
            <p:cNvPr id="371724" name="Group 12">
              <a:extLst>
                <a:ext uri="{FF2B5EF4-FFF2-40B4-BE49-F238E27FC236}">
                  <a16:creationId xmlns:a16="http://schemas.microsoft.com/office/drawing/2014/main" id="{21A09DBC-E6F7-3F5A-7A1E-106033326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159" cy="1280"/>
              <a:chOff x="0" y="0"/>
              <a:chExt cx="3159" cy="1280"/>
            </a:xfrm>
          </p:grpSpPr>
          <p:sp>
            <p:nvSpPr>
              <p:cNvPr id="371725" name="Text Box 13">
                <a:extLst>
                  <a:ext uri="{FF2B5EF4-FFF2-40B4-BE49-F238E27FC236}">
                    <a16:creationId xmlns:a16="http://schemas.microsoft.com/office/drawing/2014/main" id="{22C24B16-E8A2-6D52-F1A8-FDF7535E6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159" cy="8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2.</a:t>
                </a:r>
                <a:r>
                  <a:rPr lang="zh-CN" altLang="en-US" sz="2800" b="1" dirty="0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设  是</a:t>
                </a:r>
                <a:r>
                  <a:rPr lang="zh-CN" altLang="en-US" sz="2800" b="1" i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 dirty="0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的无偏估计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 dirty="0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量且</a:t>
                </a:r>
              </a:p>
            </p:txBody>
          </p:sp>
          <p:graphicFrame>
            <p:nvGraphicFramePr>
              <p:cNvPr id="371726" name="Object 14">
                <a:extLst>
                  <a:ext uri="{FF2B5EF4-FFF2-40B4-BE49-F238E27FC236}">
                    <a16:creationId xmlns:a16="http://schemas.microsoft.com/office/drawing/2014/main" id="{C8E40E42-23F6-0E04-04D1-0D60FE1467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5" y="454"/>
              <a:ext cx="1406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07" r:id="rId3" imgW="19596100" imgH="7023100" progId="Equation.3">
                      <p:embed/>
                    </p:oleObj>
                  </mc:Choice>
                  <mc:Fallback>
                    <p:oleObj r:id="rId3" imgW="19596100" imgH="7023100" progId="Equation.3">
                      <p:embed/>
                      <p:pic>
                        <p:nvPicPr>
                          <p:cNvPr id="371726" name="Object 14">
                            <a:extLst>
                              <a:ext uri="{FF2B5EF4-FFF2-40B4-BE49-F238E27FC236}">
                                <a16:creationId xmlns:a16="http://schemas.microsoft.com/office/drawing/2014/main" id="{C8E40E42-23F6-0E04-04D1-0D60FE1467D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5" y="454"/>
                            <a:ext cx="1406" cy="4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1727" name="Group 15">
                <a:extLst>
                  <a:ext uri="{FF2B5EF4-FFF2-40B4-BE49-F238E27FC236}">
                    <a16:creationId xmlns:a16="http://schemas.microsoft.com/office/drawing/2014/main" id="{F9E01DE8-1B2D-A6F7-6B9C-F52559489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07"/>
                <a:ext cx="2595" cy="373"/>
                <a:chOff x="0" y="0"/>
                <a:chExt cx="2595" cy="373"/>
              </a:xfrm>
            </p:grpSpPr>
            <p:sp>
              <p:nvSpPr>
                <p:cNvPr id="371728" name="Text Box 16">
                  <a:extLst>
                    <a:ext uri="{FF2B5EF4-FFF2-40B4-BE49-F238E27FC236}">
                      <a16:creationId xmlns:a16="http://schemas.microsoft.com/office/drawing/2014/main" id="{13DC7C88-CDFC-BB29-D4A4-D4F4F11FE0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46"/>
                  <a:ext cx="2595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800" b="1">
                      <a:solidFill>
                        <a:srgbClr val="007A77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则      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是</a:t>
                  </a:r>
                  <a:r>
                    <a:rPr lang="zh-CN" altLang="en-US" sz="2800" b="1" i="1">
                      <a:solidFill>
                        <a:srgbClr val="007A77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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  <a:sym typeface="Symbol" pitchFamily="2" charset="2"/>
                    </a:rPr>
                    <a:t> 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的一致估计量</a:t>
                  </a:r>
                  <a:r>
                    <a:rPr lang="en-US" altLang="zh-CN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</a:p>
              </p:txBody>
            </p:sp>
            <p:graphicFrame>
              <p:nvGraphicFramePr>
                <p:cNvPr id="371729" name="Object 17">
                  <a:extLst>
                    <a:ext uri="{FF2B5EF4-FFF2-40B4-BE49-F238E27FC236}">
                      <a16:creationId xmlns:a16="http://schemas.microsoft.com/office/drawing/2014/main" id="{E6CAD17C-B02A-B7B8-BC40-CACD9CAF5AA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3" y="0"/>
                <a:ext cx="184" cy="35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608" r:id="rId5" imgW="2921000" imgH="4978400" progId="Equation.3">
                        <p:embed/>
                      </p:oleObj>
                    </mc:Choice>
                    <mc:Fallback>
                      <p:oleObj r:id="rId5" imgW="2921000" imgH="4978400" progId="Equation.3">
                        <p:embed/>
                        <p:pic>
                          <p:nvPicPr>
                            <p:cNvPr id="371729" name="Object 17">
                              <a:extLst>
                                <a:ext uri="{FF2B5EF4-FFF2-40B4-BE49-F238E27FC236}">
                                  <a16:creationId xmlns:a16="http://schemas.microsoft.com/office/drawing/2014/main" id="{E6CAD17C-B02A-B7B8-BC40-CACD9CAF5AA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3" y="0"/>
                              <a:ext cx="184" cy="3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371730" name="Object 18">
              <a:extLst>
                <a:ext uri="{FF2B5EF4-FFF2-40B4-BE49-F238E27FC236}">
                  <a16:creationId xmlns:a16="http://schemas.microsoft.com/office/drawing/2014/main" id="{3CE218DA-EDE6-2D74-D79D-754FE10379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0836898"/>
                </p:ext>
              </p:extLst>
            </p:nvPr>
          </p:nvGraphicFramePr>
          <p:xfrm>
            <a:off x="435" y="51"/>
            <a:ext cx="20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09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71730" name="Object 18">
                          <a:extLst>
                            <a:ext uri="{FF2B5EF4-FFF2-40B4-BE49-F238E27FC236}">
                              <a16:creationId xmlns:a16="http://schemas.microsoft.com/office/drawing/2014/main" id="{3CE218DA-EDE6-2D74-D79D-754FE10379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" y="51"/>
                          <a:ext cx="20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4" grpId="0" autoUpdateAnimBg="0"/>
      <p:bldP spid="371715" grpId="0" autoUpdateAnimBg="0"/>
      <p:bldP spid="371722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6D76E48D-4CE0-0396-0202-9C697011D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1092201"/>
            <a:ext cx="8424862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我们已讲了参数的点估计以及评价估计量优良性的标准，参数的点估计是用一个确定的值去估计未知的参数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但是，估计值与参数真值的误差有多大？估计值的可靠性有多大？这些问题在点估计中是无法回答的。这就需要引入区间估计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也就是下一节要讲的内容 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72739" name="Rectangle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E64AC18-6E9E-AB82-94F4-3D1D1DC9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2740" name="Rectangle 4">
            <a:extLst>
              <a:ext uri="{FF2B5EF4-FFF2-40B4-BE49-F238E27FC236}">
                <a16:creationId xmlns:a16="http://schemas.microsoft.com/office/drawing/2014/main" id="{1BA8147D-FDC2-4F32-8E41-B898F6EEA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2741" name="Rectangle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8FD3DCC-4D94-8556-9593-2F25C983C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72742" name="Picture 6">
            <a:hlinkClick r:id="rId2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BEB8815B-299A-B370-56B9-0AAC3A96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9" y="50133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8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>
            <a:extLst>
              <a:ext uri="{FF2B5EF4-FFF2-40B4-BE49-F238E27FC236}">
                <a16:creationId xmlns:a16="http://schemas.microsoft.com/office/drawing/2014/main" id="{ACBD3618-B2F8-2CC4-08F2-830C28ED1C5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209800" y="1009650"/>
            <a:ext cx="7589838" cy="738188"/>
          </a:xfrm>
        </p:spPr>
        <p:txBody>
          <a:bodyPr/>
          <a:lstStyle/>
          <a:p>
            <a:r>
              <a:rPr lang="en-US" altLang="zh-CN" sz="400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400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第四节 区间估计</a:t>
            </a:r>
          </a:p>
        </p:txBody>
      </p:sp>
      <p:graphicFrame>
        <p:nvGraphicFramePr>
          <p:cNvPr id="623619" name="Object 3">
            <a:extLst>
              <a:ext uri="{FF2B5EF4-FFF2-40B4-BE49-F238E27FC236}">
                <a16:creationId xmlns:a16="http://schemas.microsoft.com/office/drawing/2014/main" id="{5272DC6F-A0F8-A9DF-C8BD-64B4A868B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380852"/>
              </p:ext>
            </p:extLst>
          </p:nvPr>
        </p:nvGraphicFramePr>
        <p:xfrm>
          <a:off x="2208213" y="1700213"/>
          <a:ext cx="7861300" cy="361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Equation" r:id="rId3" imgW="120243600" imgH="55295800" progId="Equation.DSMT4">
                  <p:embed/>
                </p:oleObj>
              </mc:Choice>
              <mc:Fallback>
                <p:oleObj name="Equation" r:id="rId3" imgW="120243600" imgH="55295800" progId="Equation.DSMT4">
                  <p:embed/>
                  <p:pic>
                    <p:nvPicPr>
                      <p:cNvPr id="623619" name="Object 3">
                        <a:extLst>
                          <a:ext uri="{FF2B5EF4-FFF2-40B4-BE49-F238E27FC236}">
                            <a16:creationId xmlns:a16="http://schemas.microsoft.com/office/drawing/2014/main" id="{5272DC6F-A0F8-A9DF-C8BD-64B4A868B9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700213"/>
                        <a:ext cx="7861300" cy="361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666" name="Object 2">
            <a:extLst>
              <a:ext uri="{FF2B5EF4-FFF2-40B4-BE49-F238E27FC236}">
                <a16:creationId xmlns:a16="http://schemas.microsoft.com/office/drawing/2014/main" id="{7C097DE7-5F1A-BF9F-3E46-505CFA563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2450" y="647701"/>
          <a:ext cx="27241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0" name="Equation" r:id="rId3" imgW="45059600" imgH="6146800" progId="Equation.DSMT4">
                  <p:embed/>
                </p:oleObj>
              </mc:Choice>
              <mc:Fallback>
                <p:oleObj name="Equation" r:id="rId3" imgW="45059600" imgH="6146800" progId="Equation.DSMT4">
                  <p:embed/>
                  <p:pic>
                    <p:nvPicPr>
                      <p:cNvPr id="625666" name="Object 2">
                        <a:extLst>
                          <a:ext uri="{FF2B5EF4-FFF2-40B4-BE49-F238E27FC236}">
                            <a16:creationId xmlns:a16="http://schemas.microsoft.com/office/drawing/2014/main" id="{7C097DE7-5F1A-BF9F-3E46-505CFA563B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647701"/>
                        <a:ext cx="27241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667" name="Text Box 3">
            <a:extLst>
              <a:ext uri="{FF2B5EF4-FFF2-40B4-BE49-F238E27FC236}">
                <a16:creationId xmlns:a16="http://schemas.microsoft.com/office/drawing/2014/main" id="{683652B3-0F99-98AE-7609-23C329D88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615950"/>
            <a:ext cx="49755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25668" name="Object 4">
            <a:extLst>
              <a:ext uri="{FF2B5EF4-FFF2-40B4-BE49-F238E27FC236}">
                <a16:creationId xmlns:a16="http://schemas.microsoft.com/office/drawing/2014/main" id="{A9BDE384-0BEF-5127-4FDA-FA906DF12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1557338"/>
          <a:ext cx="762635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1" name="Equation" r:id="rId6" imgW="122885200" imgH="56756300" progId="Equation.DSMT4">
                  <p:embed/>
                </p:oleObj>
              </mc:Choice>
              <mc:Fallback>
                <p:oleObj name="Equation" r:id="rId6" imgW="122885200" imgH="56756300" progId="Equation.DSMT4">
                  <p:embed/>
                  <p:pic>
                    <p:nvPicPr>
                      <p:cNvPr id="625668" name="Object 4">
                        <a:extLst>
                          <a:ext uri="{FF2B5EF4-FFF2-40B4-BE49-F238E27FC236}">
                            <a16:creationId xmlns:a16="http://schemas.microsoft.com/office/drawing/2014/main" id="{A9BDE384-0BEF-5127-4FDA-FA906DF12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1557338"/>
                        <a:ext cx="7626350" cy="35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669" name="AutoShape 5">
            <a:extLst>
              <a:ext uri="{FF2B5EF4-FFF2-40B4-BE49-F238E27FC236}">
                <a16:creationId xmlns:a16="http://schemas.microsoft.com/office/drawing/2014/main" id="{20ADE2A4-AB32-27C0-DF60-2C26F3FFE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1064730"/>
            <a:ext cx="223838" cy="1302716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3000" fill="hold"/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20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>
            <a:extLst>
              <a:ext uri="{FF2B5EF4-FFF2-40B4-BE49-F238E27FC236}">
                <a16:creationId xmlns:a16="http://schemas.microsoft.com/office/drawing/2014/main" id="{5B1BAE1B-D9DE-BFBE-1083-72BB5650F33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614613" y="636589"/>
            <a:ext cx="7586662" cy="739775"/>
          </a:xfrm>
        </p:spPr>
        <p:txBody>
          <a:bodyPr/>
          <a:lstStyle/>
          <a:p>
            <a:pPr>
              <a:buFontTx/>
              <a:buBlip>
                <a:blip r:embed="rId3"/>
              </a:buBlip>
            </a:pPr>
            <a:r>
              <a:rPr lang="en-US" altLang="zh-CN"/>
              <a:t>  </a:t>
            </a:r>
            <a:r>
              <a:rPr lang="zh-CN" altLang="en-US">
                <a:solidFill>
                  <a:srgbClr val="FF6600"/>
                </a:solidFill>
                <a:latin typeface="宋体" panose="02010600030101010101" pitchFamily="2" charset="-122"/>
              </a:rPr>
              <a:t>单侧置信区间</a:t>
            </a:r>
          </a:p>
        </p:txBody>
      </p:sp>
      <p:graphicFrame>
        <p:nvGraphicFramePr>
          <p:cNvPr id="626691" name="Object 3">
            <a:extLst>
              <a:ext uri="{FF2B5EF4-FFF2-40B4-BE49-F238E27FC236}">
                <a16:creationId xmlns:a16="http://schemas.microsoft.com/office/drawing/2014/main" id="{FDF0ED90-88AD-DF46-F639-FB647D00171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87638" y="1204913"/>
          <a:ext cx="6646862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Equation" r:id="rId4" imgW="80746600" imgH="28092400" progId="Equation.DSMT4">
                  <p:embed/>
                </p:oleObj>
              </mc:Choice>
              <mc:Fallback>
                <p:oleObj name="Equation" r:id="rId4" imgW="80746600" imgH="28092400" progId="Equation.DSMT4">
                  <p:embed/>
                  <p:pic>
                    <p:nvPicPr>
                      <p:cNvPr id="626691" name="Object 3">
                        <a:extLst>
                          <a:ext uri="{FF2B5EF4-FFF2-40B4-BE49-F238E27FC236}">
                            <a16:creationId xmlns:a16="http://schemas.microsoft.com/office/drawing/2014/main" id="{FDF0ED90-88AD-DF46-F639-FB647D0017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1204913"/>
                        <a:ext cx="6646862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692" name="Object 4">
            <a:extLst>
              <a:ext uri="{FF2B5EF4-FFF2-40B4-BE49-F238E27FC236}">
                <a16:creationId xmlns:a16="http://schemas.microsoft.com/office/drawing/2014/main" id="{CBF06602-05F0-6DEE-5D1A-7175D67A4B4C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47938" y="4025901"/>
          <a:ext cx="6724650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Equation" r:id="rId6" imgW="81038700" imgH="28092400" progId="Equation.DSMT4">
                  <p:embed/>
                </p:oleObj>
              </mc:Choice>
              <mc:Fallback>
                <p:oleObj name="Equation" r:id="rId6" imgW="81038700" imgH="28092400" progId="Equation.DSMT4">
                  <p:embed/>
                  <p:pic>
                    <p:nvPicPr>
                      <p:cNvPr id="626692" name="Object 4">
                        <a:extLst>
                          <a:ext uri="{FF2B5EF4-FFF2-40B4-BE49-F238E27FC236}">
                            <a16:creationId xmlns:a16="http://schemas.microsoft.com/office/drawing/2014/main" id="{CBF06602-05F0-6DEE-5D1A-7175D67A4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4025901"/>
                        <a:ext cx="6724650" cy="206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6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>
            <a:extLst>
              <a:ext uri="{FF2B5EF4-FFF2-40B4-BE49-F238E27FC236}">
                <a16:creationId xmlns:a16="http://schemas.microsoft.com/office/drawing/2014/main" id="{98E4379D-E564-0D43-CA8E-27AC527A82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444751" y="666751"/>
            <a:ext cx="8302138" cy="517525"/>
          </a:xfrm>
        </p:spPr>
        <p:txBody>
          <a:bodyPr/>
          <a:lstStyle/>
          <a:p>
            <a:pPr>
              <a:buFontTx/>
              <a:buBlip>
                <a:blip r:embed="rId3"/>
              </a:buBlip>
            </a:pPr>
            <a:r>
              <a:rPr lang="en-US" altLang="zh-CN" dirty="0"/>
              <a:t>  </a:t>
            </a:r>
            <a:r>
              <a:rPr lang="zh-CN" altLang="en-US" dirty="0">
                <a:solidFill>
                  <a:srgbClr val="FF6600"/>
                </a:solidFill>
                <a:latin typeface="宋体" panose="02010600030101010101" pitchFamily="2" charset="-122"/>
              </a:rPr>
              <a:t>正态总体均值方差的区间估计</a:t>
            </a:r>
          </a:p>
        </p:txBody>
      </p:sp>
      <p:graphicFrame>
        <p:nvGraphicFramePr>
          <p:cNvPr id="627715" name="Object 3">
            <a:extLst>
              <a:ext uri="{FF2B5EF4-FFF2-40B4-BE49-F238E27FC236}">
                <a16:creationId xmlns:a16="http://schemas.microsoft.com/office/drawing/2014/main" id="{2F2BCF7A-FC67-6675-A9FD-D9735068821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11439" y="1184276"/>
          <a:ext cx="35258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7" name="Equation" r:id="rId4" imgW="53543200" imgH="6438900" progId="Equation.DSMT4">
                  <p:embed/>
                </p:oleObj>
              </mc:Choice>
              <mc:Fallback>
                <p:oleObj name="Equation" r:id="rId4" imgW="53543200" imgH="6438900" progId="Equation.DSMT4">
                  <p:embed/>
                  <p:pic>
                    <p:nvPicPr>
                      <p:cNvPr id="627715" name="Object 3">
                        <a:extLst>
                          <a:ext uri="{FF2B5EF4-FFF2-40B4-BE49-F238E27FC236}">
                            <a16:creationId xmlns:a16="http://schemas.microsoft.com/office/drawing/2014/main" id="{2F2BCF7A-FC67-6675-A9FD-D9735068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9" y="1184276"/>
                        <a:ext cx="352583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6" name="Object 4">
            <a:extLst>
              <a:ext uri="{FF2B5EF4-FFF2-40B4-BE49-F238E27FC236}">
                <a16:creationId xmlns:a16="http://schemas.microsoft.com/office/drawing/2014/main" id="{9A42A3F2-B38E-579D-AE29-ECE596FF5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9414" y="1577976"/>
          <a:ext cx="72040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8" name="Equation" r:id="rId6" imgW="109423200" imgH="6438900" progId="Equation.DSMT4">
                  <p:embed/>
                </p:oleObj>
              </mc:Choice>
              <mc:Fallback>
                <p:oleObj name="Equation" r:id="rId6" imgW="109423200" imgH="6438900" progId="Equation.DSMT4">
                  <p:embed/>
                  <p:pic>
                    <p:nvPicPr>
                      <p:cNvPr id="627716" name="Object 4">
                        <a:extLst>
                          <a:ext uri="{FF2B5EF4-FFF2-40B4-BE49-F238E27FC236}">
                            <a16:creationId xmlns:a16="http://schemas.microsoft.com/office/drawing/2014/main" id="{9A42A3F2-B38E-579D-AE29-ECE596FF5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4" y="1577976"/>
                        <a:ext cx="72040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7" name="Object 5">
            <a:extLst>
              <a:ext uri="{FF2B5EF4-FFF2-40B4-BE49-F238E27FC236}">
                <a16:creationId xmlns:a16="http://schemas.microsoft.com/office/drawing/2014/main" id="{FBD37F61-4882-611F-1F5A-D3EB52700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7151" y="2185989"/>
          <a:ext cx="20605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9" name="Equation" r:id="rId8" imgW="31305500" imgH="4978400" progId="Equation.DSMT4">
                  <p:embed/>
                </p:oleObj>
              </mc:Choice>
              <mc:Fallback>
                <p:oleObj name="Equation" r:id="rId8" imgW="31305500" imgH="4978400" progId="Equation.DSMT4">
                  <p:embed/>
                  <p:pic>
                    <p:nvPicPr>
                      <p:cNvPr id="627717" name="Object 5">
                        <a:extLst>
                          <a:ext uri="{FF2B5EF4-FFF2-40B4-BE49-F238E27FC236}">
                            <a16:creationId xmlns:a16="http://schemas.microsoft.com/office/drawing/2014/main" id="{FBD37F61-4882-611F-1F5A-D3EB52700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1" y="2185989"/>
                        <a:ext cx="206057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8" name="Object 6">
            <a:extLst>
              <a:ext uri="{FF2B5EF4-FFF2-40B4-BE49-F238E27FC236}">
                <a16:creationId xmlns:a16="http://schemas.microsoft.com/office/drawing/2014/main" id="{2F34BD2E-C37E-F7A7-EABF-FEDAEC4029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2709863"/>
          <a:ext cx="13287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0" name="Equation" r:id="rId10" imgW="20193000" imgH="5854700" progId="Equation.DSMT4">
                  <p:embed/>
                </p:oleObj>
              </mc:Choice>
              <mc:Fallback>
                <p:oleObj name="Equation" r:id="rId10" imgW="20193000" imgH="5854700" progId="Equation.DSMT4">
                  <p:embed/>
                  <p:pic>
                    <p:nvPicPr>
                      <p:cNvPr id="627718" name="Object 6">
                        <a:extLst>
                          <a:ext uri="{FF2B5EF4-FFF2-40B4-BE49-F238E27FC236}">
                            <a16:creationId xmlns:a16="http://schemas.microsoft.com/office/drawing/2014/main" id="{2F34BD2E-C37E-F7A7-EABF-FEDAEC4029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709863"/>
                        <a:ext cx="13287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9" name="Object 7">
            <a:extLst>
              <a:ext uri="{FF2B5EF4-FFF2-40B4-BE49-F238E27FC236}">
                <a16:creationId xmlns:a16="http://schemas.microsoft.com/office/drawing/2014/main" id="{E8271E78-EBAF-1945-C6BB-CCAB15B59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6" y="3138488"/>
          <a:ext cx="37941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1" name="Equation" r:id="rId12" imgW="57632600" imgH="10528300" progId="Equation.DSMT4">
                  <p:embed/>
                </p:oleObj>
              </mc:Choice>
              <mc:Fallback>
                <p:oleObj name="Equation" r:id="rId12" imgW="57632600" imgH="10528300" progId="Equation.DSMT4">
                  <p:embed/>
                  <p:pic>
                    <p:nvPicPr>
                      <p:cNvPr id="627719" name="Object 7">
                        <a:extLst>
                          <a:ext uri="{FF2B5EF4-FFF2-40B4-BE49-F238E27FC236}">
                            <a16:creationId xmlns:a16="http://schemas.microsoft.com/office/drawing/2014/main" id="{E8271E78-EBAF-1945-C6BB-CCAB15B59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6" y="3138488"/>
                        <a:ext cx="37941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0" name="Object 8">
            <a:extLst>
              <a:ext uri="{FF2B5EF4-FFF2-40B4-BE49-F238E27FC236}">
                <a16:creationId xmlns:a16="http://schemas.microsoft.com/office/drawing/2014/main" id="{0886B482-2FA5-0357-4A6F-1F9AB1173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5639" y="3851275"/>
          <a:ext cx="26384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2" name="Equation" r:id="rId14" imgW="40081200" imgH="11696700" progId="Equation.DSMT4">
                  <p:embed/>
                </p:oleObj>
              </mc:Choice>
              <mc:Fallback>
                <p:oleObj name="Equation" r:id="rId14" imgW="40081200" imgH="11696700" progId="Equation.DSMT4">
                  <p:embed/>
                  <p:pic>
                    <p:nvPicPr>
                      <p:cNvPr id="627720" name="Object 8">
                        <a:extLst>
                          <a:ext uri="{FF2B5EF4-FFF2-40B4-BE49-F238E27FC236}">
                            <a16:creationId xmlns:a16="http://schemas.microsoft.com/office/drawing/2014/main" id="{0886B482-2FA5-0357-4A6F-1F9AB1173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9" y="3851275"/>
                        <a:ext cx="26384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1" name="Object 9">
            <a:extLst>
              <a:ext uri="{FF2B5EF4-FFF2-40B4-BE49-F238E27FC236}">
                <a16:creationId xmlns:a16="http://schemas.microsoft.com/office/drawing/2014/main" id="{5CAA8D83-7ABF-B501-F870-766BF7A0C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724400"/>
          <a:ext cx="42560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3" name="Equation" r:id="rId16" imgW="64655700" imgH="10528300" progId="Equation.DSMT4">
                  <p:embed/>
                </p:oleObj>
              </mc:Choice>
              <mc:Fallback>
                <p:oleObj name="Equation" r:id="rId16" imgW="64655700" imgH="10528300" progId="Equation.DSMT4">
                  <p:embed/>
                  <p:pic>
                    <p:nvPicPr>
                      <p:cNvPr id="627721" name="Object 9">
                        <a:extLst>
                          <a:ext uri="{FF2B5EF4-FFF2-40B4-BE49-F238E27FC236}">
                            <a16:creationId xmlns:a16="http://schemas.microsoft.com/office/drawing/2014/main" id="{5CAA8D83-7ABF-B501-F870-766BF7A0CE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24400"/>
                        <a:ext cx="4256088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2" name="Object 10">
            <a:extLst>
              <a:ext uri="{FF2B5EF4-FFF2-40B4-BE49-F238E27FC236}">
                <a16:creationId xmlns:a16="http://schemas.microsoft.com/office/drawing/2014/main" id="{39AEF4BE-EEAD-1FB4-6E55-D0917C2A5A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1339" y="5640388"/>
          <a:ext cx="41989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4" name="Equation" r:id="rId18" imgW="63779400" imgH="10528300" progId="Equation.DSMT4">
                  <p:embed/>
                </p:oleObj>
              </mc:Choice>
              <mc:Fallback>
                <p:oleObj name="Equation" r:id="rId18" imgW="63779400" imgH="10528300" progId="Equation.DSMT4">
                  <p:embed/>
                  <p:pic>
                    <p:nvPicPr>
                      <p:cNvPr id="627722" name="Object 10">
                        <a:extLst>
                          <a:ext uri="{FF2B5EF4-FFF2-40B4-BE49-F238E27FC236}">
                            <a16:creationId xmlns:a16="http://schemas.microsoft.com/office/drawing/2014/main" id="{39AEF4BE-EEAD-1FB4-6E55-D0917C2A5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9" y="5640388"/>
                        <a:ext cx="419893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7723" name="Rectangle 11">
            <a:extLst>
              <a:ext uri="{FF2B5EF4-FFF2-40B4-BE49-F238E27FC236}">
                <a16:creationId xmlns:a16="http://schemas.microsoft.com/office/drawing/2014/main" id="{C55B3E07-14F2-3D55-8810-3BE1C0FEC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4" y="5767240"/>
            <a:ext cx="2808287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7724" name="Object 12">
                <a:extLst>
                  <a:ext uri="{FF2B5EF4-FFF2-40B4-BE49-F238E27FC236}">
                    <a16:creationId xmlns:a16="http://schemas.microsoft.com/office/drawing/2014/main" id="{858B7D07-E300-DB27-E2F2-18E1F238648E}"/>
                  </a:ext>
                </a:extLst>
              </p:cNvPr>
              <p:cNvSpPr txBox="1"/>
              <p:nvPr/>
            </p:nvSpPr>
            <p:spPr bwMode="auto">
              <a:xfrm>
                <a:off x="7248525" y="2349500"/>
                <a:ext cx="3014663" cy="1465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思考题：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均值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的置信度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单侧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置信下限是什么呢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27724" name="Object 12">
                <a:extLst>
                  <a:ext uri="{FF2B5EF4-FFF2-40B4-BE49-F238E27FC236}">
                    <a16:creationId xmlns:a16="http://schemas.microsoft.com/office/drawing/2014/main" id="{858B7D07-E300-DB27-E2F2-18E1F2386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8525" y="2349500"/>
                <a:ext cx="3014663" cy="1465263"/>
              </a:xfrm>
              <a:prstGeom prst="rect">
                <a:avLst/>
              </a:prstGeom>
              <a:blipFill>
                <a:blip r:embed="rId20"/>
                <a:stretch>
                  <a:fillRect l="-16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7725" name="Object 13">
            <a:extLst>
              <a:ext uri="{FF2B5EF4-FFF2-40B4-BE49-F238E27FC236}">
                <a16:creationId xmlns:a16="http://schemas.microsoft.com/office/drawing/2014/main" id="{B4126644-3375-D777-7CE8-AB40D936A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2113" y="3908425"/>
          <a:ext cx="21209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5" name="Equation" r:id="rId21" imgW="22237700" imgH="9652000" progId="Equation.DSMT4">
                  <p:embed/>
                </p:oleObj>
              </mc:Choice>
              <mc:Fallback>
                <p:oleObj name="Equation" r:id="rId21" imgW="22237700" imgH="9652000" progId="Equation.DSMT4">
                  <p:embed/>
                  <p:pic>
                    <p:nvPicPr>
                      <p:cNvPr id="627725" name="Object 13">
                        <a:extLst>
                          <a:ext uri="{FF2B5EF4-FFF2-40B4-BE49-F238E27FC236}">
                            <a16:creationId xmlns:a16="http://schemas.microsoft.com/office/drawing/2014/main" id="{B4126644-3375-D777-7CE8-AB40D936A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113" y="3908425"/>
                        <a:ext cx="21209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7726" name="Rectangle 14">
            <a:extLst>
              <a:ext uri="{FF2B5EF4-FFF2-40B4-BE49-F238E27FC236}">
                <a16:creationId xmlns:a16="http://schemas.microsoft.com/office/drawing/2014/main" id="{7CDBDAAF-4688-BBC3-26C9-9A1E12E2A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2916089"/>
            <a:ext cx="3141663" cy="463846"/>
          </a:xfrm>
          <a:prstGeom prst="rect">
            <a:avLst/>
          </a:prstGeom>
          <a:noFill/>
          <a:ln w="19050">
            <a:solidFill>
              <a:srgbClr val="808000"/>
            </a:solidFill>
            <a:prstDash val="dash"/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7727" name="AutoShape 15">
            <a:extLst>
              <a:ext uri="{FF2B5EF4-FFF2-40B4-BE49-F238E27FC236}">
                <a16:creationId xmlns:a16="http://schemas.microsoft.com/office/drawing/2014/main" id="{FD8F9A7D-FC31-08F8-DD75-FEDCE11DE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4195512"/>
            <a:ext cx="181822" cy="486276"/>
          </a:xfrm>
          <a:prstGeom prst="foldedCorner">
            <a:avLst>
              <a:gd name="adj" fmla="val 12500"/>
            </a:avLst>
          </a:prstGeom>
          <a:noFill/>
          <a:ln w="19050">
            <a:solidFill>
              <a:srgbClr val="00008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62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8738" name="Object 2">
            <a:extLst>
              <a:ext uri="{FF2B5EF4-FFF2-40B4-BE49-F238E27FC236}">
                <a16:creationId xmlns:a16="http://schemas.microsoft.com/office/drawing/2014/main" id="{C921360E-254A-157F-A3FD-4E8565E81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1393826"/>
          <a:ext cx="1385888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2" name="Equation" r:id="rId3" imgW="21069300" imgH="5854700" progId="Equation.DSMT4">
                  <p:embed/>
                </p:oleObj>
              </mc:Choice>
              <mc:Fallback>
                <p:oleObj name="Equation" r:id="rId3" imgW="21069300" imgH="5854700" progId="Equation.DSMT4">
                  <p:embed/>
                  <p:pic>
                    <p:nvPicPr>
                      <p:cNvPr id="628738" name="Object 2">
                        <a:extLst>
                          <a:ext uri="{FF2B5EF4-FFF2-40B4-BE49-F238E27FC236}">
                            <a16:creationId xmlns:a16="http://schemas.microsoft.com/office/drawing/2014/main" id="{C921360E-254A-157F-A3FD-4E8565E815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1393826"/>
                        <a:ext cx="1385888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39" name="Object 3">
            <a:extLst>
              <a:ext uri="{FF2B5EF4-FFF2-40B4-BE49-F238E27FC236}">
                <a16:creationId xmlns:a16="http://schemas.microsoft.com/office/drawing/2014/main" id="{5772E648-9CD1-36F6-1FE1-3033666C2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870075"/>
          <a:ext cx="19256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3" name="Equation" r:id="rId5" imgW="29260800" imgH="10528300" progId="Equation.DSMT4">
                  <p:embed/>
                </p:oleObj>
              </mc:Choice>
              <mc:Fallback>
                <p:oleObj name="Equation" r:id="rId5" imgW="29260800" imgH="10528300" progId="Equation.DSMT4">
                  <p:embed/>
                  <p:pic>
                    <p:nvPicPr>
                      <p:cNvPr id="628739" name="Object 3">
                        <a:extLst>
                          <a:ext uri="{FF2B5EF4-FFF2-40B4-BE49-F238E27FC236}">
                            <a16:creationId xmlns:a16="http://schemas.microsoft.com/office/drawing/2014/main" id="{5772E648-9CD1-36F6-1FE1-3033666C2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870075"/>
                        <a:ext cx="1925638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0" name="Object 4">
            <a:extLst>
              <a:ext uri="{FF2B5EF4-FFF2-40B4-BE49-F238E27FC236}">
                <a16:creationId xmlns:a16="http://schemas.microsoft.com/office/drawing/2014/main" id="{6521B381-DEB4-CBC9-1A7A-62E82117B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6" y="2711450"/>
          <a:ext cx="43529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4" name="Equation" r:id="rId7" imgW="66116200" imgH="11696700" progId="Equation.DSMT4">
                  <p:embed/>
                </p:oleObj>
              </mc:Choice>
              <mc:Fallback>
                <p:oleObj name="Equation" r:id="rId7" imgW="66116200" imgH="11696700" progId="Equation.DSMT4">
                  <p:embed/>
                  <p:pic>
                    <p:nvPicPr>
                      <p:cNvPr id="628740" name="Object 4">
                        <a:extLst>
                          <a:ext uri="{FF2B5EF4-FFF2-40B4-BE49-F238E27FC236}">
                            <a16:creationId xmlns:a16="http://schemas.microsoft.com/office/drawing/2014/main" id="{6521B381-DEB4-CBC9-1A7A-62E82117B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6" y="2711450"/>
                        <a:ext cx="43529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1" name="Object 5">
            <a:extLst>
              <a:ext uri="{FF2B5EF4-FFF2-40B4-BE49-F238E27FC236}">
                <a16:creationId xmlns:a16="http://schemas.microsoft.com/office/drawing/2014/main" id="{0836FE19-8331-C543-3B45-5FA18CD73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3741738"/>
          <a:ext cx="52768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5" name="Equation" r:id="rId9" imgW="80162400" imgH="10528300" progId="Equation.DSMT4">
                  <p:embed/>
                </p:oleObj>
              </mc:Choice>
              <mc:Fallback>
                <p:oleObj name="Equation" r:id="rId9" imgW="80162400" imgH="10528300" progId="Equation.DSMT4">
                  <p:embed/>
                  <p:pic>
                    <p:nvPicPr>
                      <p:cNvPr id="628741" name="Object 5">
                        <a:extLst>
                          <a:ext uri="{FF2B5EF4-FFF2-40B4-BE49-F238E27FC236}">
                            <a16:creationId xmlns:a16="http://schemas.microsoft.com/office/drawing/2014/main" id="{0836FE19-8331-C543-3B45-5FA18CD73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741738"/>
                        <a:ext cx="52768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2" name="Object 6">
            <a:extLst>
              <a:ext uri="{FF2B5EF4-FFF2-40B4-BE49-F238E27FC236}">
                <a16:creationId xmlns:a16="http://schemas.microsoft.com/office/drawing/2014/main" id="{A9C2B134-2D64-9959-AB08-59FA57130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4821238"/>
          <a:ext cx="52578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6" name="Equation" r:id="rId11" imgW="79870300" imgH="10528300" progId="Equation.DSMT4">
                  <p:embed/>
                </p:oleObj>
              </mc:Choice>
              <mc:Fallback>
                <p:oleObj name="Equation" r:id="rId11" imgW="79870300" imgH="10528300" progId="Equation.DSMT4">
                  <p:embed/>
                  <p:pic>
                    <p:nvPicPr>
                      <p:cNvPr id="628742" name="Object 6">
                        <a:extLst>
                          <a:ext uri="{FF2B5EF4-FFF2-40B4-BE49-F238E27FC236}">
                            <a16:creationId xmlns:a16="http://schemas.microsoft.com/office/drawing/2014/main" id="{A9C2B134-2D64-9959-AB08-59FA57130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821238"/>
                        <a:ext cx="52578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43" name="Rectangle 7">
            <a:extLst>
              <a:ext uri="{FF2B5EF4-FFF2-40B4-BE49-F238E27FC236}">
                <a16:creationId xmlns:a16="http://schemas.microsoft.com/office/drawing/2014/main" id="{304B0C93-B042-368F-4654-72479E9C6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32215"/>
            <a:ext cx="3963988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8744" name="Group 8">
            <a:extLst>
              <a:ext uri="{FF2B5EF4-FFF2-40B4-BE49-F238E27FC236}">
                <a16:creationId xmlns:a16="http://schemas.microsoft.com/office/drawing/2014/main" id="{B2B55088-BCDB-3D04-9FD7-1E79B6EF1B9D}"/>
              </a:ext>
            </a:extLst>
          </p:cNvPr>
          <p:cNvGrpSpPr>
            <a:grpSpLocks/>
          </p:cNvGrpSpPr>
          <p:nvPr/>
        </p:nvGrpSpPr>
        <p:grpSpPr bwMode="auto">
          <a:xfrm>
            <a:off x="7097713" y="1627188"/>
            <a:ext cx="3003550" cy="931862"/>
            <a:chOff x="1605" y="227"/>
            <a:chExt cx="4155" cy="1113"/>
          </a:xfrm>
        </p:grpSpPr>
        <p:sp>
          <p:nvSpPr>
            <p:cNvPr id="628745" name="Line 9">
              <a:extLst>
                <a:ext uri="{FF2B5EF4-FFF2-40B4-BE49-F238E27FC236}">
                  <a16:creationId xmlns:a16="http://schemas.microsoft.com/office/drawing/2014/main" id="{0C1B97A6-781C-A2D8-DCA8-4F8FFF41A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5" y="1149"/>
              <a:ext cx="4155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28746" name="Group 10">
              <a:extLst>
                <a:ext uri="{FF2B5EF4-FFF2-40B4-BE49-F238E27FC236}">
                  <a16:creationId xmlns:a16="http://schemas.microsoft.com/office/drawing/2014/main" id="{89A5F823-CE8A-F746-8EDD-B1D67CDA8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4" y="227"/>
              <a:ext cx="3550" cy="1113"/>
              <a:chOff x="1864" y="227"/>
              <a:chExt cx="3550" cy="1113"/>
            </a:xfrm>
          </p:grpSpPr>
          <p:sp>
            <p:nvSpPr>
              <p:cNvPr id="628747" name="Freeform 11">
                <a:extLst>
                  <a:ext uri="{FF2B5EF4-FFF2-40B4-BE49-F238E27FC236}">
                    <a16:creationId xmlns:a16="http://schemas.microsoft.com/office/drawing/2014/main" id="{FB63353C-9952-0C64-301E-7860BE6FE29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39" y="228"/>
                <a:ext cx="1775" cy="866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 cap="flat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48" name="Freeform 12">
                <a:extLst>
                  <a:ext uri="{FF2B5EF4-FFF2-40B4-BE49-F238E27FC236}">
                    <a16:creationId xmlns:a16="http://schemas.microsoft.com/office/drawing/2014/main" id="{ACBFF1A3-A207-5544-1CBB-4C61F23B09D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864" y="227"/>
                <a:ext cx="1774" cy="867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 cap="flat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49" name="Line 13">
                <a:extLst>
                  <a:ext uri="{FF2B5EF4-FFF2-40B4-BE49-F238E27FC236}">
                    <a16:creationId xmlns:a16="http://schemas.microsoft.com/office/drawing/2014/main" id="{02E02C73-05D6-C8A6-C2DA-7BB58365B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7" y="847"/>
                <a:ext cx="0" cy="301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50" name="Line 14">
                <a:extLst>
                  <a:ext uri="{FF2B5EF4-FFF2-40B4-BE49-F238E27FC236}">
                    <a16:creationId xmlns:a16="http://schemas.microsoft.com/office/drawing/2014/main" id="{26842091-B31F-682D-FA6F-7B5F6FBC8A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0" y="858"/>
                <a:ext cx="0" cy="30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628751" name="Object 15">
                <a:extLst>
                  <a:ext uri="{FF2B5EF4-FFF2-40B4-BE49-F238E27FC236}">
                    <a16:creationId xmlns:a16="http://schemas.microsoft.com/office/drawing/2014/main" id="{5724DD3A-D68D-E530-F8FE-1FC9DE6ACC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43" y="1133"/>
              <a:ext cx="132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37" name="Equation" r:id="rId13" imgW="3213100" imgH="5270500" progId="Equation.DSMT4">
                      <p:embed/>
                    </p:oleObj>
                  </mc:Choice>
                  <mc:Fallback>
                    <p:oleObj name="Equation" r:id="rId13" imgW="3213100" imgH="5270500" progId="Equation.DSMT4">
                      <p:embed/>
                      <p:pic>
                        <p:nvPicPr>
                          <p:cNvPr id="628751" name="Object 15">
                            <a:extLst>
                              <a:ext uri="{FF2B5EF4-FFF2-40B4-BE49-F238E27FC236}">
                                <a16:creationId xmlns:a16="http://schemas.microsoft.com/office/drawing/2014/main" id="{5724DD3A-D68D-E530-F8FE-1FC9DE6ACCA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3" y="1133"/>
                            <a:ext cx="132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2" name="Object 16">
                <a:extLst>
                  <a:ext uri="{FF2B5EF4-FFF2-40B4-BE49-F238E27FC236}">
                    <a16:creationId xmlns:a16="http://schemas.microsoft.com/office/drawing/2014/main" id="{C64F4408-2B73-7CDB-6F59-3DDEEB548F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26" y="612"/>
              <a:ext cx="488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38" name="Equation" r:id="rId15" imgW="7607300" imgH="4102100" progId="Equation.DSMT4">
                      <p:embed/>
                    </p:oleObj>
                  </mc:Choice>
                  <mc:Fallback>
                    <p:oleObj name="Equation" r:id="rId15" imgW="7607300" imgH="4102100" progId="Equation.DSMT4">
                      <p:embed/>
                      <p:pic>
                        <p:nvPicPr>
                          <p:cNvPr id="628752" name="Object 16">
                            <a:extLst>
                              <a:ext uri="{FF2B5EF4-FFF2-40B4-BE49-F238E27FC236}">
                                <a16:creationId xmlns:a16="http://schemas.microsoft.com/office/drawing/2014/main" id="{C64F4408-2B73-7CDB-6F59-3DDEEB548FC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6" y="612"/>
                            <a:ext cx="488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3" name="Object 17">
                <a:extLst>
                  <a:ext uri="{FF2B5EF4-FFF2-40B4-BE49-F238E27FC236}">
                    <a16:creationId xmlns:a16="http://schemas.microsoft.com/office/drawing/2014/main" id="{57E207B7-16F7-39F7-476C-8DB2319C07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97" y="807"/>
              <a:ext cx="117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39" name="Equation" r:id="rId17" imgW="4102100" imgH="9067800" progId="Equation.DSMT4">
                      <p:embed/>
                    </p:oleObj>
                  </mc:Choice>
                  <mc:Fallback>
                    <p:oleObj name="Equation" r:id="rId17" imgW="4102100" imgH="9067800" progId="Equation.DSMT4">
                      <p:embed/>
                      <p:pic>
                        <p:nvPicPr>
                          <p:cNvPr id="628753" name="Object 17">
                            <a:extLst>
                              <a:ext uri="{FF2B5EF4-FFF2-40B4-BE49-F238E27FC236}">
                                <a16:creationId xmlns:a16="http://schemas.microsoft.com/office/drawing/2014/main" id="{57E207B7-16F7-39F7-476C-8DB2319C07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7" y="807"/>
                            <a:ext cx="117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4" name="Object 18">
                <a:extLst>
                  <a:ext uri="{FF2B5EF4-FFF2-40B4-BE49-F238E27FC236}">
                    <a16:creationId xmlns:a16="http://schemas.microsoft.com/office/drawing/2014/main" id="{5CBF89BA-3544-574A-114E-74CFBE383A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93" y="794"/>
              <a:ext cx="116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40" name="Equation" r:id="rId19" imgW="4102100" imgH="9067800" progId="Equation.DSMT4">
                      <p:embed/>
                    </p:oleObj>
                  </mc:Choice>
                  <mc:Fallback>
                    <p:oleObj name="Equation" r:id="rId19" imgW="4102100" imgH="9067800" progId="Equation.DSMT4">
                      <p:embed/>
                      <p:pic>
                        <p:nvPicPr>
                          <p:cNvPr id="628754" name="Object 18">
                            <a:extLst>
                              <a:ext uri="{FF2B5EF4-FFF2-40B4-BE49-F238E27FC236}">
                                <a16:creationId xmlns:a16="http://schemas.microsoft.com/office/drawing/2014/main" id="{5CBF89BA-3544-574A-114E-74CFBE383A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3" y="794"/>
                            <a:ext cx="116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5" name="Object 19">
                <a:extLst>
                  <a:ext uri="{FF2B5EF4-FFF2-40B4-BE49-F238E27FC236}">
                    <a16:creationId xmlns:a16="http://schemas.microsoft.com/office/drawing/2014/main" id="{72C510F6-C9AA-8EBB-E39D-B13EF61167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11" y="1123"/>
              <a:ext cx="204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41" name="Equation" r:id="rId21" imgW="4978400" imgH="5270500" progId="Equation.DSMT4">
                      <p:embed/>
                    </p:oleObj>
                  </mc:Choice>
                  <mc:Fallback>
                    <p:oleObj name="Equation" r:id="rId21" imgW="4978400" imgH="5270500" progId="Equation.DSMT4">
                      <p:embed/>
                      <p:pic>
                        <p:nvPicPr>
                          <p:cNvPr id="628755" name="Object 19">
                            <a:extLst>
                              <a:ext uri="{FF2B5EF4-FFF2-40B4-BE49-F238E27FC236}">
                                <a16:creationId xmlns:a16="http://schemas.microsoft.com/office/drawing/2014/main" id="{72C510F6-C9AA-8EBB-E39D-B13EF611675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1" y="1123"/>
                            <a:ext cx="204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8756" name="Line 20">
                <a:extLst>
                  <a:ext uri="{FF2B5EF4-FFF2-40B4-BE49-F238E27FC236}">
                    <a16:creationId xmlns:a16="http://schemas.microsoft.com/office/drawing/2014/main" id="{87A1ADFB-9A18-914E-D2B2-CC6AB4933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9" y="930"/>
                <a:ext cx="230" cy="13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57" name="Line 21">
                <a:extLst>
                  <a:ext uri="{FF2B5EF4-FFF2-40B4-BE49-F238E27FC236}">
                    <a16:creationId xmlns:a16="http://schemas.microsoft.com/office/drawing/2014/main" id="{4E3EC00D-5BBD-ADC4-2ED9-EE413067A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32" y="897"/>
                <a:ext cx="164" cy="21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9762" name="Object 2">
            <a:extLst>
              <a:ext uri="{FF2B5EF4-FFF2-40B4-BE49-F238E27FC236}">
                <a16:creationId xmlns:a16="http://schemas.microsoft.com/office/drawing/2014/main" id="{91B45CD8-C62A-B0ED-6F93-6F2972F89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8613" y="1350964"/>
          <a:ext cx="21955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9" name="Equation" r:id="rId3" imgW="33350200" imgH="4978400" progId="Equation.DSMT4">
                  <p:embed/>
                </p:oleObj>
              </mc:Choice>
              <mc:Fallback>
                <p:oleObj name="Equation" r:id="rId3" imgW="33350200" imgH="4978400" progId="Equation.DSMT4">
                  <p:embed/>
                  <p:pic>
                    <p:nvPicPr>
                      <p:cNvPr id="629762" name="Object 2">
                        <a:extLst>
                          <a:ext uri="{FF2B5EF4-FFF2-40B4-BE49-F238E27FC236}">
                            <a16:creationId xmlns:a16="http://schemas.microsoft.com/office/drawing/2014/main" id="{91B45CD8-C62A-B0ED-6F93-6F2972F89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350964"/>
                        <a:ext cx="21955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3" name="Object 3">
            <a:extLst>
              <a:ext uri="{FF2B5EF4-FFF2-40B4-BE49-F238E27FC236}">
                <a16:creationId xmlns:a16="http://schemas.microsoft.com/office/drawing/2014/main" id="{41DF6CED-5C77-5B0D-0EEC-B1CB0E3A4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5314" y="1919288"/>
          <a:ext cx="8858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0" name="Equation" r:id="rId5" imgW="13462000" imgH="4978400" progId="Equation.DSMT4">
                  <p:embed/>
                </p:oleObj>
              </mc:Choice>
              <mc:Fallback>
                <p:oleObj name="Equation" r:id="rId5" imgW="13462000" imgH="4978400" progId="Equation.DSMT4">
                  <p:embed/>
                  <p:pic>
                    <p:nvPicPr>
                      <p:cNvPr id="629763" name="Object 3">
                        <a:extLst>
                          <a:ext uri="{FF2B5EF4-FFF2-40B4-BE49-F238E27FC236}">
                            <a16:creationId xmlns:a16="http://schemas.microsoft.com/office/drawing/2014/main" id="{41DF6CED-5C77-5B0D-0EEC-B1CB0E3A4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4" y="1919288"/>
                        <a:ext cx="88582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4" name="Object 4">
            <a:extLst>
              <a:ext uri="{FF2B5EF4-FFF2-40B4-BE49-F238E27FC236}">
                <a16:creationId xmlns:a16="http://schemas.microsoft.com/office/drawing/2014/main" id="{ADD53D32-7608-E064-F67E-9A318AD2F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164151"/>
              </p:ext>
            </p:extLst>
          </p:nvPr>
        </p:nvGraphicFramePr>
        <p:xfrm>
          <a:off x="3370263" y="2466975"/>
          <a:ext cx="23876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1" name="Equation" r:id="rId7" imgW="36283900" imgH="9944100" progId="Equation.DSMT4">
                  <p:embed/>
                </p:oleObj>
              </mc:Choice>
              <mc:Fallback>
                <p:oleObj name="Equation" r:id="rId7" imgW="36283900" imgH="9944100" progId="Equation.DSMT4">
                  <p:embed/>
                  <p:pic>
                    <p:nvPicPr>
                      <p:cNvPr id="629764" name="Object 4">
                        <a:extLst>
                          <a:ext uri="{FF2B5EF4-FFF2-40B4-BE49-F238E27FC236}">
                            <a16:creationId xmlns:a16="http://schemas.microsoft.com/office/drawing/2014/main" id="{ADD53D32-7608-E064-F67E-9A318AD2F5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2466975"/>
                        <a:ext cx="23876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5" name="Object 5">
            <a:extLst>
              <a:ext uri="{FF2B5EF4-FFF2-40B4-BE49-F238E27FC236}">
                <a16:creationId xmlns:a16="http://schemas.microsoft.com/office/drawing/2014/main" id="{470BE39A-C336-EBF6-448F-77FC2BFD8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14514"/>
              </p:ext>
            </p:extLst>
          </p:nvPr>
        </p:nvGraphicFramePr>
        <p:xfrm>
          <a:off x="3332163" y="3289300"/>
          <a:ext cx="47942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2" name="Equation" r:id="rId9" imgW="72847200" imgH="11696700" progId="Equation.DSMT4">
                  <p:embed/>
                </p:oleObj>
              </mc:Choice>
              <mc:Fallback>
                <p:oleObj name="Equation" r:id="rId9" imgW="72847200" imgH="11696700" progId="Equation.DSMT4">
                  <p:embed/>
                  <p:pic>
                    <p:nvPicPr>
                      <p:cNvPr id="629765" name="Object 5">
                        <a:extLst>
                          <a:ext uri="{FF2B5EF4-FFF2-40B4-BE49-F238E27FC236}">
                            <a16:creationId xmlns:a16="http://schemas.microsoft.com/office/drawing/2014/main" id="{470BE39A-C336-EBF6-448F-77FC2BFD8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3289300"/>
                        <a:ext cx="47942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6" name="Object 6">
            <a:extLst>
              <a:ext uri="{FF2B5EF4-FFF2-40B4-BE49-F238E27FC236}">
                <a16:creationId xmlns:a16="http://schemas.microsoft.com/office/drawing/2014/main" id="{D925298E-3716-9941-DE5D-2ED5B66D8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305241"/>
              </p:ext>
            </p:extLst>
          </p:nvPr>
        </p:nvGraphicFramePr>
        <p:xfrm>
          <a:off x="3362325" y="4197350"/>
          <a:ext cx="423703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3" name="Equation" r:id="rId11" imgW="64363600" imgH="11696700" progId="Equation.DSMT4">
                  <p:embed/>
                </p:oleObj>
              </mc:Choice>
              <mc:Fallback>
                <p:oleObj name="Equation" r:id="rId11" imgW="64363600" imgH="11696700" progId="Equation.DSMT4">
                  <p:embed/>
                  <p:pic>
                    <p:nvPicPr>
                      <p:cNvPr id="629766" name="Object 6">
                        <a:extLst>
                          <a:ext uri="{FF2B5EF4-FFF2-40B4-BE49-F238E27FC236}">
                            <a16:creationId xmlns:a16="http://schemas.microsoft.com/office/drawing/2014/main" id="{D925298E-3716-9941-DE5D-2ED5B66D8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4197350"/>
                        <a:ext cx="4237038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7" name="Object 7">
            <a:extLst>
              <a:ext uri="{FF2B5EF4-FFF2-40B4-BE49-F238E27FC236}">
                <a16:creationId xmlns:a16="http://schemas.microsoft.com/office/drawing/2014/main" id="{3122C160-CEB8-1788-1C84-52813F35B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657391"/>
              </p:ext>
            </p:extLst>
          </p:nvPr>
        </p:nvGraphicFramePr>
        <p:xfrm>
          <a:off x="3319463" y="5262563"/>
          <a:ext cx="41021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4" name="Equation" r:id="rId13" imgW="62318900" imgH="11696700" progId="Equation.DSMT4">
                  <p:embed/>
                </p:oleObj>
              </mc:Choice>
              <mc:Fallback>
                <p:oleObj name="Equation" r:id="rId13" imgW="62318900" imgH="11696700" progId="Equation.DSMT4">
                  <p:embed/>
                  <p:pic>
                    <p:nvPicPr>
                      <p:cNvPr id="629767" name="Object 7">
                        <a:extLst>
                          <a:ext uri="{FF2B5EF4-FFF2-40B4-BE49-F238E27FC236}">
                            <a16:creationId xmlns:a16="http://schemas.microsoft.com/office/drawing/2014/main" id="{3122C160-CEB8-1788-1C84-52813F35B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5262563"/>
                        <a:ext cx="41021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68" name="Rectangle 8">
            <a:extLst>
              <a:ext uri="{FF2B5EF4-FFF2-40B4-BE49-F238E27FC236}">
                <a16:creationId xmlns:a16="http://schemas.microsoft.com/office/drawing/2014/main" id="{328DE6B5-0C18-90F1-79C7-A047A74B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5420371"/>
            <a:ext cx="3033712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9769" name="Group 9">
            <a:extLst>
              <a:ext uri="{FF2B5EF4-FFF2-40B4-BE49-F238E27FC236}">
                <a16:creationId xmlns:a16="http://schemas.microsoft.com/office/drawing/2014/main" id="{A5F1203C-E9A9-9027-4918-719EFB44F656}"/>
              </a:ext>
            </a:extLst>
          </p:cNvPr>
          <p:cNvGrpSpPr>
            <a:grpSpLocks/>
          </p:cNvGrpSpPr>
          <p:nvPr/>
        </p:nvGrpSpPr>
        <p:grpSpPr bwMode="auto">
          <a:xfrm>
            <a:off x="1526122" y="976"/>
            <a:ext cx="4888966" cy="4057119"/>
            <a:chOff x="2122" y="975"/>
            <a:chExt cx="4888966" cy="4057119"/>
          </a:xfrm>
        </p:grpSpPr>
        <p:sp>
          <p:nvSpPr>
            <p:cNvPr id="629770" name="Line 10">
              <a:extLst>
                <a:ext uri="{FF2B5EF4-FFF2-40B4-BE49-F238E27FC236}">
                  <a16:creationId xmlns:a16="http://schemas.microsoft.com/office/drawing/2014/main" id="{AAB03851-6F02-1474-06D7-3A70FF2DA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476"/>
              <a:ext cx="23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9771" name="Freeform 11">
              <a:extLst>
                <a:ext uri="{FF2B5EF4-FFF2-40B4-BE49-F238E27FC236}">
                  <a16:creationId xmlns:a16="http://schemas.microsoft.com/office/drawing/2014/main" id="{31926CC5-A762-6411-DE78-4973691CB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088" y="3594248"/>
              <a:ext cx="0" cy="463846"/>
            </a:xfrm>
            <a:custGeom>
              <a:avLst/>
              <a:gdLst>
                <a:gd name="T0" fmla="*/ 0 w 1300"/>
                <a:gd name="T1" fmla="*/ 821 h 821"/>
                <a:gd name="T2" fmla="*/ 41 w 1300"/>
                <a:gd name="T3" fmla="*/ 607 h 821"/>
                <a:gd name="T4" fmla="*/ 115 w 1300"/>
                <a:gd name="T5" fmla="*/ 278 h 821"/>
                <a:gd name="T6" fmla="*/ 189 w 1300"/>
                <a:gd name="T7" fmla="*/ 64 h 821"/>
                <a:gd name="T8" fmla="*/ 304 w 1300"/>
                <a:gd name="T9" fmla="*/ 6 h 821"/>
                <a:gd name="T10" fmla="*/ 403 w 1300"/>
                <a:gd name="T11" fmla="*/ 97 h 821"/>
                <a:gd name="T12" fmla="*/ 493 w 1300"/>
                <a:gd name="T13" fmla="*/ 253 h 821"/>
                <a:gd name="T14" fmla="*/ 576 w 1300"/>
                <a:gd name="T15" fmla="*/ 376 h 821"/>
                <a:gd name="T16" fmla="*/ 683 w 1300"/>
                <a:gd name="T17" fmla="*/ 508 h 821"/>
                <a:gd name="T18" fmla="*/ 847 w 1300"/>
                <a:gd name="T19" fmla="*/ 623 h 821"/>
                <a:gd name="T20" fmla="*/ 1004 w 1300"/>
                <a:gd name="T21" fmla="*/ 706 h 821"/>
                <a:gd name="T22" fmla="*/ 1300 w 1300"/>
                <a:gd name="T23" fmla="*/ 788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0" h="821">
                  <a:moveTo>
                    <a:pt x="0" y="821"/>
                  </a:moveTo>
                  <a:cubicBezTo>
                    <a:pt x="7" y="785"/>
                    <a:pt x="22" y="697"/>
                    <a:pt x="41" y="607"/>
                  </a:cubicBezTo>
                  <a:cubicBezTo>
                    <a:pt x="60" y="517"/>
                    <a:pt x="90" y="368"/>
                    <a:pt x="115" y="278"/>
                  </a:cubicBezTo>
                  <a:cubicBezTo>
                    <a:pt x="140" y="188"/>
                    <a:pt x="157" y="109"/>
                    <a:pt x="189" y="64"/>
                  </a:cubicBezTo>
                  <a:cubicBezTo>
                    <a:pt x="221" y="19"/>
                    <a:pt x="268" y="0"/>
                    <a:pt x="304" y="6"/>
                  </a:cubicBezTo>
                  <a:cubicBezTo>
                    <a:pt x="340" y="12"/>
                    <a:pt x="371" y="56"/>
                    <a:pt x="403" y="97"/>
                  </a:cubicBezTo>
                  <a:cubicBezTo>
                    <a:pt x="435" y="138"/>
                    <a:pt x="464" y="207"/>
                    <a:pt x="493" y="253"/>
                  </a:cubicBezTo>
                  <a:cubicBezTo>
                    <a:pt x="522" y="299"/>
                    <a:pt x="544" y="334"/>
                    <a:pt x="576" y="376"/>
                  </a:cubicBezTo>
                  <a:cubicBezTo>
                    <a:pt x="608" y="418"/>
                    <a:pt x="638" y="467"/>
                    <a:pt x="683" y="508"/>
                  </a:cubicBezTo>
                  <a:cubicBezTo>
                    <a:pt x="728" y="549"/>
                    <a:pt x="794" y="590"/>
                    <a:pt x="847" y="623"/>
                  </a:cubicBezTo>
                  <a:cubicBezTo>
                    <a:pt x="900" y="656"/>
                    <a:pt x="929" y="678"/>
                    <a:pt x="1004" y="706"/>
                  </a:cubicBezTo>
                  <a:cubicBezTo>
                    <a:pt x="1079" y="734"/>
                    <a:pt x="1238" y="771"/>
                    <a:pt x="1300" y="788"/>
                  </a:cubicBezTo>
                </a:path>
              </a:pathLst>
            </a:custGeom>
            <a:noFill/>
            <a:ln w="254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9772" name="Line 12">
              <a:extLst>
                <a:ext uri="{FF2B5EF4-FFF2-40B4-BE49-F238E27FC236}">
                  <a16:creationId xmlns:a16="http://schemas.microsoft.com/office/drawing/2014/main" id="{D13B594F-566B-E1A3-76BC-76047B0D9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975"/>
              <a:ext cx="0" cy="499"/>
            </a:xfrm>
            <a:prstGeom prst="line">
              <a:avLst/>
            </a:prstGeom>
            <a:noFill/>
            <a:ln w="15875">
              <a:solidFill>
                <a:srgbClr val="808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3" name="Object 13">
              <a:extLst>
                <a:ext uri="{FF2B5EF4-FFF2-40B4-BE49-F238E27FC236}">
                  <a16:creationId xmlns:a16="http://schemas.microsoft.com/office/drawing/2014/main" id="{F3A533BF-DEEB-1770-35D7-8B466EDDE3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5" y="1914"/>
            <a:ext cx="19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5" name="Equation" r:id="rId15" imgW="4978400" imgH="7607300" progId="Equation.DSMT4">
                    <p:embed/>
                  </p:oleObj>
                </mc:Choice>
                <mc:Fallback>
                  <p:oleObj name="Equation" r:id="rId15" imgW="4978400" imgH="7607300" progId="Equation.DSMT4">
                    <p:embed/>
                    <p:pic>
                      <p:nvPicPr>
                        <p:cNvPr id="629773" name="Object 13">
                          <a:extLst>
                            <a:ext uri="{FF2B5EF4-FFF2-40B4-BE49-F238E27FC236}">
                              <a16:creationId xmlns:a16="http://schemas.microsoft.com/office/drawing/2014/main" id="{F3A533BF-DEEB-1770-35D7-8B466EDDE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" y="1914"/>
                          <a:ext cx="19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9774" name="Object 14">
              <a:extLst>
                <a:ext uri="{FF2B5EF4-FFF2-40B4-BE49-F238E27FC236}">
                  <a16:creationId xmlns:a16="http://schemas.microsoft.com/office/drawing/2014/main" id="{55D4B8E7-5E59-DFAC-7D7E-884DA79D01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2" y="1376"/>
            <a:ext cx="15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6" name="Equation" r:id="rId17" imgW="4102100" imgH="7607300" progId="Equation.DSMT4">
                    <p:embed/>
                  </p:oleObj>
                </mc:Choice>
                <mc:Fallback>
                  <p:oleObj name="Equation" r:id="rId17" imgW="4102100" imgH="7607300" progId="Equation.DSMT4">
                    <p:embed/>
                    <p:pic>
                      <p:nvPicPr>
                        <p:cNvPr id="629774" name="Object 14">
                          <a:extLst>
                            <a:ext uri="{FF2B5EF4-FFF2-40B4-BE49-F238E27FC236}">
                              <a16:creationId xmlns:a16="http://schemas.microsoft.com/office/drawing/2014/main" id="{55D4B8E7-5E59-DFAC-7D7E-884DA79D01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" y="1376"/>
                          <a:ext cx="15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75" name="Line 15">
              <a:extLst>
                <a:ext uri="{FF2B5EF4-FFF2-40B4-BE49-F238E27FC236}">
                  <a16:creationId xmlns:a16="http://schemas.microsoft.com/office/drawing/2014/main" id="{A8516F02-A1EA-C44D-F037-2A4F09982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163"/>
              <a:ext cx="142" cy="233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6" name="Object 16">
              <a:extLst>
                <a:ext uri="{FF2B5EF4-FFF2-40B4-BE49-F238E27FC236}">
                  <a16:creationId xmlns:a16="http://schemas.microsoft.com/office/drawing/2014/main" id="{A7F3A087-F4DA-FF7B-2BCC-FB2C989531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3" y="1104"/>
            <a:ext cx="39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7" name="Equation" r:id="rId19" imgW="7607300" imgH="4102100" progId="Equation.DSMT4">
                    <p:embed/>
                  </p:oleObj>
                </mc:Choice>
                <mc:Fallback>
                  <p:oleObj name="Equation" r:id="rId19" imgW="7607300" imgH="4102100" progId="Equation.DSMT4">
                    <p:embed/>
                    <p:pic>
                      <p:nvPicPr>
                        <p:cNvPr id="629776" name="Object 16">
                          <a:extLst>
                            <a:ext uri="{FF2B5EF4-FFF2-40B4-BE49-F238E27FC236}">
                              <a16:creationId xmlns:a16="http://schemas.microsoft.com/office/drawing/2014/main" id="{A7F3A087-F4DA-FF7B-2BCC-FB2C989531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" y="1104"/>
                          <a:ext cx="39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9777" name="Object 17">
              <a:extLst>
                <a:ext uri="{FF2B5EF4-FFF2-40B4-BE49-F238E27FC236}">
                  <a16:creationId xmlns:a16="http://schemas.microsoft.com/office/drawing/2014/main" id="{4FDD0273-D12C-182D-0182-5A0FE52F6F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2" y="1485"/>
            <a:ext cx="25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8" name="Equation" r:id="rId21" imgW="7023100" imgH="7607300" progId="Equation.DSMT4">
                    <p:embed/>
                  </p:oleObj>
                </mc:Choice>
                <mc:Fallback>
                  <p:oleObj name="Equation" r:id="rId21" imgW="7023100" imgH="7607300" progId="Equation.DSMT4">
                    <p:embed/>
                    <p:pic>
                      <p:nvPicPr>
                        <p:cNvPr id="629777" name="Object 17">
                          <a:extLst>
                            <a:ext uri="{FF2B5EF4-FFF2-40B4-BE49-F238E27FC236}">
                              <a16:creationId xmlns:a16="http://schemas.microsoft.com/office/drawing/2014/main" id="{4FDD0273-D12C-182D-0182-5A0FE52F6F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" y="1485"/>
                          <a:ext cx="25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78" name="Line 18">
              <a:extLst>
                <a:ext uri="{FF2B5EF4-FFF2-40B4-BE49-F238E27FC236}">
                  <a16:creationId xmlns:a16="http://schemas.microsoft.com/office/drawing/2014/main" id="{782DBBC2-46B1-6A8B-9BC8-5AD3F3E97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303"/>
              <a:ext cx="0" cy="166"/>
            </a:xfrm>
            <a:prstGeom prst="line">
              <a:avLst/>
            </a:prstGeom>
            <a:noFill/>
            <a:ln w="15875">
              <a:solidFill>
                <a:srgbClr val="8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9" name="Object 19">
              <a:extLst>
                <a:ext uri="{FF2B5EF4-FFF2-40B4-BE49-F238E27FC236}">
                  <a16:creationId xmlns:a16="http://schemas.microsoft.com/office/drawing/2014/main" id="{0E4A773F-16FF-8B6B-3F42-97F805BD64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5" y="1004"/>
            <a:ext cx="13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9" name="Equation" r:id="rId23" imgW="4102100" imgH="7607300" progId="Equation.DSMT4">
                    <p:embed/>
                  </p:oleObj>
                </mc:Choice>
                <mc:Fallback>
                  <p:oleObj name="Equation" r:id="rId23" imgW="4102100" imgH="7607300" progId="Equation.DSMT4">
                    <p:embed/>
                    <p:pic>
                      <p:nvPicPr>
                        <p:cNvPr id="629779" name="Object 19">
                          <a:extLst>
                            <a:ext uri="{FF2B5EF4-FFF2-40B4-BE49-F238E27FC236}">
                              <a16:creationId xmlns:a16="http://schemas.microsoft.com/office/drawing/2014/main" id="{0E4A773F-16FF-8B6B-3F42-97F805BD64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" y="1004"/>
                          <a:ext cx="13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80" name="Line 20">
              <a:extLst>
                <a:ext uri="{FF2B5EF4-FFF2-40B4-BE49-F238E27FC236}">
                  <a16:creationId xmlns:a16="http://schemas.microsoft.com/office/drawing/2014/main" id="{7BD9A339-4DE7-261F-477A-0CAAF284F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5" y="1214"/>
              <a:ext cx="192" cy="223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9781" name="Object 21">
                <a:extLst>
                  <a:ext uri="{FF2B5EF4-FFF2-40B4-BE49-F238E27FC236}">
                    <a16:creationId xmlns:a16="http://schemas.microsoft.com/office/drawing/2014/main" id="{CAE0C1A2-0F64-0403-AB86-762C5C7207AD}"/>
                  </a:ext>
                </a:extLst>
              </p:cNvPr>
              <p:cNvSpPr txBox="1"/>
              <p:nvPr/>
            </p:nvSpPr>
            <p:spPr bwMode="auto">
              <a:xfrm>
                <a:off x="8174038" y="3371850"/>
                <a:ext cx="2493962" cy="1216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思考题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方差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的置信度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单侧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置信上限是什么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9781" name="Object 21">
                <a:extLst>
                  <a:ext uri="{FF2B5EF4-FFF2-40B4-BE49-F238E27FC236}">
                    <a16:creationId xmlns:a16="http://schemas.microsoft.com/office/drawing/2014/main" id="{CAE0C1A2-0F64-0403-AB86-762C5C72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74038" y="3371850"/>
                <a:ext cx="2493962" cy="1216025"/>
              </a:xfrm>
              <a:prstGeom prst="rect">
                <a:avLst/>
              </a:prstGeom>
              <a:blipFill>
                <a:blip r:embed="rId24"/>
                <a:stretch>
                  <a:fillRect l="-17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9782" name="Object 22">
            <a:extLst>
              <a:ext uri="{FF2B5EF4-FFF2-40B4-BE49-F238E27FC236}">
                <a16:creationId xmlns:a16="http://schemas.microsoft.com/office/drawing/2014/main" id="{2388E481-6097-FE75-36DB-770E47CD4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601956"/>
              </p:ext>
            </p:extLst>
          </p:nvPr>
        </p:nvGraphicFramePr>
        <p:xfrm>
          <a:off x="8228013" y="4826000"/>
          <a:ext cx="1684337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80" name="Equation" r:id="rId25" imgW="16967200" imgH="15798800" progId="Equation.DSMT4">
                  <p:embed/>
                </p:oleObj>
              </mc:Choice>
              <mc:Fallback>
                <p:oleObj name="Equation" r:id="rId25" imgW="16967200" imgH="15798800" progId="Equation.DSMT4">
                  <p:embed/>
                  <p:pic>
                    <p:nvPicPr>
                      <p:cNvPr id="629782" name="Object 22">
                        <a:extLst>
                          <a:ext uri="{FF2B5EF4-FFF2-40B4-BE49-F238E27FC236}">
                            <a16:creationId xmlns:a16="http://schemas.microsoft.com/office/drawing/2014/main" id="{2388E481-6097-FE75-36DB-770E47CD4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8013" y="4826000"/>
                        <a:ext cx="1684337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83" name="AutoShape 23">
            <a:extLst>
              <a:ext uri="{FF2B5EF4-FFF2-40B4-BE49-F238E27FC236}">
                <a16:creationId xmlns:a16="http://schemas.microsoft.com/office/drawing/2014/main" id="{3BAA4947-4690-4639-B8B1-A0894786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164" y="3716918"/>
            <a:ext cx="2509837" cy="513191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9784" name="AutoShape 24">
            <a:extLst>
              <a:ext uri="{FF2B5EF4-FFF2-40B4-BE49-F238E27FC236}">
                <a16:creationId xmlns:a16="http://schemas.microsoft.com/office/drawing/2014/main" id="{D2D7475D-FFFD-2C81-2D35-4A06DF06E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9" y="5303869"/>
            <a:ext cx="2160587" cy="598424"/>
          </a:xfrm>
          <a:prstGeom prst="hexagon">
            <a:avLst>
              <a:gd name="adj" fmla="val 34543"/>
              <a:gd name="vf" fmla="val 115470"/>
            </a:avLst>
          </a:prstGeom>
          <a:noFill/>
          <a:ln w="19050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6" name="Object 2">
            <a:extLst>
              <a:ext uri="{FF2B5EF4-FFF2-40B4-BE49-F238E27FC236}">
                <a16:creationId xmlns:a16="http://schemas.microsoft.com/office/drawing/2014/main" id="{00D7EB63-596E-1485-5076-3B33D2504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88913"/>
          <a:ext cx="7288213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0" name="Equation" r:id="rId3" imgW="87185500" imgH="23406100" progId="Equation.DSMT4">
                  <p:embed/>
                </p:oleObj>
              </mc:Choice>
              <mc:Fallback>
                <p:oleObj name="Equation" r:id="rId3" imgW="87185500" imgH="23406100" progId="Equation.DSMT4">
                  <p:embed/>
                  <p:pic>
                    <p:nvPicPr>
                      <p:cNvPr id="630786" name="Object 2">
                        <a:extLst>
                          <a:ext uri="{FF2B5EF4-FFF2-40B4-BE49-F238E27FC236}">
                            <a16:creationId xmlns:a16="http://schemas.microsoft.com/office/drawing/2014/main" id="{00D7EB63-596E-1485-5076-3B33D25042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88913"/>
                        <a:ext cx="7288213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0787" name="Text Box 3">
            <a:extLst>
              <a:ext uri="{FF2B5EF4-FFF2-40B4-BE49-F238E27FC236}">
                <a16:creationId xmlns:a16="http://schemas.microsoft.com/office/drawing/2014/main" id="{9DE202CE-5F56-A743-B87F-2595AAC4C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231776"/>
            <a:ext cx="52640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 sz="3200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30788" name="Object 4">
            <a:extLst>
              <a:ext uri="{FF2B5EF4-FFF2-40B4-BE49-F238E27FC236}">
                <a16:creationId xmlns:a16="http://schemas.microsoft.com/office/drawing/2014/main" id="{21AC0E28-03F7-271C-2E04-B798D989B4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1151" y="2251075"/>
          <a:ext cx="32178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1" name="Equation" r:id="rId6" imgW="41833800" imgH="5854700" progId="Equation.DSMT4">
                  <p:embed/>
                </p:oleObj>
              </mc:Choice>
              <mc:Fallback>
                <p:oleObj name="Equation" r:id="rId6" imgW="41833800" imgH="5854700" progId="Equation.DSMT4">
                  <p:embed/>
                  <p:pic>
                    <p:nvPicPr>
                      <p:cNvPr id="630788" name="Object 4">
                        <a:extLst>
                          <a:ext uri="{FF2B5EF4-FFF2-40B4-BE49-F238E27FC236}">
                            <a16:creationId xmlns:a16="http://schemas.microsoft.com/office/drawing/2014/main" id="{21AC0E28-03F7-271C-2E04-B798D989B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1" y="2251075"/>
                        <a:ext cx="32178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>
            <a:extLst>
              <a:ext uri="{FF2B5EF4-FFF2-40B4-BE49-F238E27FC236}">
                <a16:creationId xmlns:a16="http://schemas.microsoft.com/office/drawing/2014/main" id="{1547671D-5355-99E6-8785-F7529C61F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7263" y="2616201"/>
          <a:ext cx="4932362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2" name="Equation" r:id="rId8" imgW="68465700" imgH="10528300" progId="Equation.DSMT4">
                  <p:embed/>
                </p:oleObj>
              </mc:Choice>
              <mc:Fallback>
                <p:oleObj name="Equation" r:id="rId8" imgW="68465700" imgH="10528300" progId="Equation.DSMT4">
                  <p:embed/>
                  <p:pic>
                    <p:nvPicPr>
                      <p:cNvPr id="630789" name="Object 5">
                        <a:extLst>
                          <a:ext uri="{FF2B5EF4-FFF2-40B4-BE49-F238E27FC236}">
                            <a16:creationId xmlns:a16="http://schemas.microsoft.com/office/drawing/2014/main" id="{1547671D-5355-99E6-8785-F7529C61F6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2616201"/>
                        <a:ext cx="4932362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0" name="Object 6">
            <a:extLst>
              <a:ext uri="{FF2B5EF4-FFF2-40B4-BE49-F238E27FC236}">
                <a16:creationId xmlns:a16="http://schemas.microsoft.com/office/drawing/2014/main" id="{794FCF28-7266-88E8-4DDB-485040DCD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89" y="3525838"/>
          <a:ext cx="45862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3" name="Equation" r:id="rId10" imgW="60566300" imgH="8775700" progId="Equation.DSMT4">
                  <p:embed/>
                </p:oleObj>
              </mc:Choice>
              <mc:Fallback>
                <p:oleObj name="Equation" r:id="rId10" imgW="60566300" imgH="8775700" progId="Equation.DSMT4">
                  <p:embed/>
                  <p:pic>
                    <p:nvPicPr>
                      <p:cNvPr id="630790" name="Object 6">
                        <a:extLst>
                          <a:ext uri="{FF2B5EF4-FFF2-40B4-BE49-F238E27FC236}">
                            <a16:creationId xmlns:a16="http://schemas.microsoft.com/office/drawing/2014/main" id="{794FCF28-7266-88E8-4DDB-485040DCD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9" y="3525838"/>
                        <a:ext cx="45862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1" name="Object 7">
            <a:extLst>
              <a:ext uri="{FF2B5EF4-FFF2-40B4-BE49-F238E27FC236}">
                <a16:creationId xmlns:a16="http://schemas.microsoft.com/office/drawing/2014/main" id="{7676E6C1-443B-56FD-C5BD-57D605AD8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100" y="4314826"/>
          <a:ext cx="389413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4" name="Equation" r:id="rId12" imgW="54127400" imgH="8775700" progId="Equation.DSMT4">
                  <p:embed/>
                </p:oleObj>
              </mc:Choice>
              <mc:Fallback>
                <p:oleObj name="Equation" r:id="rId12" imgW="54127400" imgH="8775700" progId="Equation.DSMT4">
                  <p:embed/>
                  <p:pic>
                    <p:nvPicPr>
                      <p:cNvPr id="630791" name="Object 7">
                        <a:extLst>
                          <a:ext uri="{FF2B5EF4-FFF2-40B4-BE49-F238E27FC236}">
                            <a16:creationId xmlns:a16="http://schemas.microsoft.com/office/drawing/2014/main" id="{7676E6C1-443B-56FD-C5BD-57D605AD8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314826"/>
                        <a:ext cx="389413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2" name="Object 8">
            <a:extLst>
              <a:ext uri="{FF2B5EF4-FFF2-40B4-BE49-F238E27FC236}">
                <a16:creationId xmlns:a16="http://schemas.microsoft.com/office/drawing/2014/main" id="{B8EF3C46-78DB-DE62-E471-67E0C4468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1" y="5059363"/>
          <a:ext cx="46529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5" name="Equation" r:id="rId14" imgW="46812200" imgH="5854700" progId="Equation.DSMT4">
                  <p:embed/>
                </p:oleObj>
              </mc:Choice>
              <mc:Fallback>
                <p:oleObj name="Equation" r:id="rId14" imgW="46812200" imgH="5854700" progId="Equation.DSMT4">
                  <p:embed/>
                  <p:pic>
                    <p:nvPicPr>
                      <p:cNvPr id="630792" name="Object 8">
                        <a:extLst>
                          <a:ext uri="{FF2B5EF4-FFF2-40B4-BE49-F238E27FC236}">
                            <a16:creationId xmlns:a16="http://schemas.microsoft.com/office/drawing/2014/main" id="{B8EF3C46-78DB-DE62-E471-67E0C4468F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1" y="5059363"/>
                        <a:ext cx="465296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B27A6ACD-4E9B-E484-9D0E-D71CC9D8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5524352"/>
            <a:ext cx="181822" cy="463846"/>
          </a:xfrm>
          <a:prstGeom prst="rect">
            <a:avLst/>
          </a:prstGeom>
          <a:solidFill>
            <a:schemeClr val="folHlink"/>
          </a:solidFill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31811" name="Object 3">
            <a:extLst>
              <a:ext uri="{FF2B5EF4-FFF2-40B4-BE49-F238E27FC236}">
                <a16:creationId xmlns:a16="http://schemas.microsoft.com/office/drawing/2014/main" id="{974F52F7-9EEA-EBC1-A111-C2FB4EA6F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8026" y="1227139"/>
          <a:ext cx="36480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9" name="Equation" r:id="rId3" imgW="37744400" imgH="5854700" progId="Equation.DSMT4">
                  <p:embed/>
                </p:oleObj>
              </mc:Choice>
              <mc:Fallback>
                <p:oleObj name="Equation" r:id="rId3" imgW="37744400" imgH="5854700" progId="Equation.DSMT4">
                  <p:embed/>
                  <p:pic>
                    <p:nvPicPr>
                      <p:cNvPr id="631811" name="Object 3">
                        <a:extLst>
                          <a:ext uri="{FF2B5EF4-FFF2-40B4-BE49-F238E27FC236}">
                            <a16:creationId xmlns:a16="http://schemas.microsoft.com/office/drawing/2014/main" id="{974F52F7-9EEA-EBC1-A111-C2FB4EA6F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6" y="1227139"/>
                        <a:ext cx="36480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2" name="Object 4">
            <a:extLst>
              <a:ext uri="{FF2B5EF4-FFF2-40B4-BE49-F238E27FC236}">
                <a16:creationId xmlns:a16="http://schemas.microsoft.com/office/drawing/2014/main" id="{5E49DFC4-CC38-E0CE-ACE5-01F33A29E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3275" y="1946275"/>
          <a:ext cx="60467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0" name="Equation" r:id="rId5" imgW="72847200" imgH="10528300" progId="Equation.DSMT4">
                  <p:embed/>
                </p:oleObj>
              </mc:Choice>
              <mc:Fallback>
                <p:oleObj name="Equation" r:id="rId5" imgW="72847200" imgH="10528300" progId="Equation.DSMT4">
                  <p:embed/>
                  <p:pic>
                    <p:nvPicPr>
                      <p:cNvPr id="631812" name="Object 4">
                        <a:extLst>
                          <a:ext uri="{FF2B5EF4-FFF2-40B4-BE49-F238E27FC236}">
                            <a16:creationId xmlns:a16="http://schemas.microsoft.com/office/drawing/2014/main" id="{5E49DFC4-CC38-E0CE-ACE5-01F33A29E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1946275"/>
                        <a:ext cx="60467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3" name="Object 5">
            <a:extLst>
              <a:ext uri="{FF2B5EF4-FFF2-40B4-BE49-F238E27FC236}">
                <a16:creationId xmlns:a16="http://schemas.microsoft.com/office/drawing/2014/main" id="{46ABB272-2B47-E6BA-EE69-D65D366801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1864" y="3030539"/>
          <a:ext cx="4471987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1" name="Equation" r:id="rId7" imgW="40373300" imgH="5854700" progId="Equation.DSMT4">
                  <p:embed/>
                </p:oleObj>
              </mc:Choice>
              <mc:Fallback>
                <p:oleObj name="Equation" r:id="rId7" imgW="40373300" imgH="5854700" progId="Equation.DSMT4">
                  <p:embed/>
                  <p:pic>
                    <p:nvPicPr>
                      <p:cNvPr id="631813" name="Object 5">
                        <a:extLst>
                          <a:ext uri="{FF2B5EF4-FFF2-40B4-BE49-F238E27FC236}">
                            <a16:creationId xmlns:a16="http://schemas.microsoft.com/office/drawing/2014/main" id="{46ABB272-2B47-E6BA-EE69-D65D36680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4" y="3030539"/>
                        <a:ext cx="4471987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4" name="Object 6">
            <a:extLst>
              <a:ext uri="{FF2B5EF4-FFF2-40B4-BE49-F238E27FC236}">
                <a16:creationId xmlns:a16="http://schemas.microsoft.com/office/drawing/2014/main" id="{FE866145-1B41-642F-8AD4-1621577E9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4575" y="3713164"/>
          <a:ext cx="64897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2" name="Equation" r:id="rId9" imgW="74904600" imgH="7607300" progId="Equation.DSMT4">
                  <p:embed/>
                </p:oleObj>
              </mc:Choice>
              <mc:Fallback>
                <p:oleObj name="Equation" r:id="rId9" imgW="74904600" imgH="7607300" progId="Equation.DSMT4">
                  <p:embed/>
                  <p:pic>
                    <p:nvPicPr>
                      <p:cNvPr id="631814" name="Object 6">
                        <a:extLst>
                          <a:ext uri="{FF2B5EF4-FFF2-40B4-BE49-F238E27FC236}">
                            <a16:creationId xmlns:a16="http://schemas.microsoft.com/office/drawing/2014/main" id="{FE866145-1B41-642F-8AD4-1621577E9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3713164"/>
                        <a:ext cx="64897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5" name="Object 7">
            <a:extLst>
              <a:ext uri="{FF2B5EF4-FFF2-40B4-BE49-F238E27FC236}">
                <a16:creationId xmlns:a16="http://schemas.microsoft.com/office/drawing/2014/main" id="{5EEEDC99-B257-C380-1AEC-B53C08876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5" y="4468814"/>
          <a:ext cx="41211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3" name="Equation" r:id="rId11" imgW="46812200" imgH="5854700" progId="Equation.DSMT4">
                  <p:embed/>
                </p:oleObj>
              </mc:Choice>
              <mc:Fallback>
                <p:oleObj name="Equation" r:id="rId11" imgW="46812200" imgH="5854700" progId="Equation.DSMT4">
                  <p:embed/>
                  <p:pic>
                    <p:nvPicPr>
                      <p:cNvPr id="631815" name="Object 7">
                        <a:extLst>
                          <a:ext uri="{FF2B5EF4-FFF2-40B4-BE49-F238E27FC236}">
                            <a16:creationId xmlns:a16="http://schemas.microsoft.com/office/drawing/2014/main" id="{5EEEDC99-B257-C380-1AEC-B53C088760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4468814"/>
                        <a:ext cx="41211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6" name="Object 8">
            <a:extLst>
              <a:ext uri="{FF2B5EF4-FFF2-40B4-BE49-F238E27FC236}">
                <a16:creationId xmlns:a16="http://schemas.microsoft.com/office/drawing/2014/main" id="{94A61ED6-3263-155B-03B9-2344970862E3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3717926" y="5367338"/>
          <a:ext cx="29067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4" name="Equation" r:id="rId13" imgW="41833800" imgH="11696700" progId="Equation.DSMT4">
                  <p:embed/>
                </p:oleObj>
              </mc:Choice>
              <mc:Fallback>
                <p:oleObj name="Equation" r:id="rId13" imgW="41833800" imgH="11696700" progId="Equation.DSMT4">
                  <p:embed/>
                  <p:pic>
                    <p:nvPicPr>
                      <p:cNvPr id="631816" name="Object 8">
                        <a:extLst>
                          <a:ext uri="{FF2B5EF4-FFF2-40B4-BE49-F238E27FC236}">
                            <a16:creationId xmlns:a16="http://schemas.microsoft.com/office/drawing/2014/main" id="{94A61ED6-3263-155B-03B9-2344970862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6" y="5367338"/>
                        <a:ext cx="290671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7" name="Object 9">
            <a:extLst>
              <a:ext uri="{FF2B5EF4-FFF2-40B4-BE49-F238E27FC236}">
                <a16:creationId xmlns:a16="http://schemas.microsoft.com/office/drawing/2014/main" id="{D0D83D8C-3F7B-F0DF-B7DE-6D63A5188E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7214" y="5246689"/>
          <a:ext cx="30575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5" name="Equation" r:id="rId15" imgW="43002200" imgH="11696700" progId="Equation.DSMT4">
                  <p:embed/>
                </p:oleObj>
              </mc:Choice>
              <mc:Fallback>
                <p:oleObj name="Equation" r:id="rId15" imgW="43002200" imgH="11696700" progId="Equation.DSMT4">
                  <p:embed/>
                  <p:pic>
                    <p:nvPicPr>
                      <p:cNvPr id="631817" name="Object 9">
                        <a:extLst>
                          <a:ext uri="{FF2B5EF4-FFF2-40B4-BE49-F238E27FC236}">
                            <a16:creationId xmlns:a16="http://schemas.microsoft.com/office/drawing/2014/main" id="{D0D83D8C-3F7B-F0DF-B7DE-6D63A5188E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246689"/>
                        <a:ext cx="30575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834" name="Object 2">
            <a:extLst>
              <a:ext uri="{FF2B5EF4-FFF2-40B4-BE49-F238E27FC236}">
                <a16:creationId xmlns:a16="http://schemas.microsoft.com/office/drawing/2014/main" id="{A71A9DD2-66B7-534D-07AE-40AFEAC6E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0825" y="1398588"/>
          <a:ext cx="34417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8" name="Equation" r:id="rId3" imgW="55003700" imgH="5854700" progId="Equation.DSMT4">
                  <p:embed/>
                </p:oleObj>
              </mc:Choice>
              <mc:Fallback>
                <p:oleObj name="Equation" r:id="rId3" imgW="55003700" imgH="5854700" progId="Equation.DSMT4">
                  <p:embed/>
                  <p:pic>
                    <p:nvPicPr>
                      <p:cNvPr id="632834" name="Object 2">
                        <a:extLst>
                          <a:ext uri="{FF2B5EF4-FFF2-40B4-BE49-F238E27FC236}">
                            <a16:creationId xmlns:a16="http://schemas.microsoft.com/office/drawing/2014/main" id="{A71A9DD2-66B7-534D-07AE-40AFEAC6E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1398588"/>
                        <a:ext cx="34417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5" name="Object 3">
            <a:extLst>
              <a:ext uri="{FF2B5EF4-FFF2-40B4-BE49-F238E27FC236}">
                <a16:creationId xmlns:a16="http://schemas.microsoft.com/office/drawing/2014/main" id="{E0E0831E-5333-27FE-C0B3-46615576C2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7825" y="2317751"/>
          <a:ext cx="38798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9" name="Equation" r:id="rId5" imgW="62026800" imgH="5854700" progId="Equation.DSMT4">
                  <p:embed/>
                </p:oleObj>
              </mc:Choice>
              <mc:Fallback>
                <p:oleObj name="Equation" r:id="rId5" imgW="62026800" imgH="5854700" progId="Equation.DSMT4">
                  <p:embed/>
                  <p:pic>
                    <p:nvPicPr>
                      <p:cNvPr id="632835" name="Object 3">
                        <a:extLst>
                          <a:ext uri="{FF2B5EF4-FFF2-40B4-BE49-F238E27FC236}">
                            <a16:creationId xmlns:a16="http://schemas.microsoft.com/office/drawing/2014/main" id="{E0E0831E-5333-27FE-C0B3-46615576C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317751"/>
                        <a:ext cx="38798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6" name="Object 4">
            <a:extLst>
              <a:ext uri="{FF2B5EF4-FFF2-40B4-BE49-F238E27FC236}">
                <a16:creationId xmlns:a16="http://schemas.microsoft.com/office/drawing/2014/main" id="{90A4BFFE-C2F0-063C-57FD-2D2A7A15D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764" y="2908301"/>
          <a:ext cx="3881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0" name="Equation" r:id="rId7" imgW="62026800" imgH="5854700" progId="Equation.DSMT4">
                  <p:embed/>
                </p:oleObj>
              </mc:Choice>
              <mc:Fallback>
                <p:oleObj name="Equation" r:id="rId7" imgW="62026800" imgH="5854700" progId="Equation.DSMT4">
                  <p:embed/>
                  <p:pic>
                    <p:nvPicPr>
                      <p:cNvPr id="632836" name="Object 4">
                        <a:extLst>
                          <a:ext uri="{FF2B5EF4-FFF2-40B4-BE49-F238E27FC236}">
                            <a16:creationId xmlns:a16="http://schemas.microsoft.com/office/drawing/2014/main" id="{90A4BFFE-C2F0-063C-57FD-2D2A7A15DE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4" y="2908301"/>
                        <a:ext cx="38814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7" name="Object 5">
            <a:extLst>
              <a:ext uri="{FF2B5EF4-FFF2-40B4-BE49-F238E27FC236}">
                <a16:creationId xmlns:a16="http://schemas.microsoft.com/office/drawing/2014/main" id="{C8D2AFB9-A933-F779-6D59-5EBF6A789F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2439" y="3794126"/>
          <a:ext cx="54371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1" name="Equation" r:id="rId9" imgW="86893400" imgH="11112500" progId="Equation.DSMT4">
                  <p:embed/>
                </p:oleObj>
              </mc:Choice>
              <mc:Fallback>
                <p:oleObj name="Equation" r:id="rId9" imgW="86893400" imgH="11112500" progId="Equation.DSMT4">
                  <p:embed/>
                  <p:pic>
                    <p:nvPicPr>
                      <p:cNvPr id="632837" name="Object 5">
                        <a:extLst>
                          <a:ext uri="{FF2B5EF4-FFF2-40B4-BE49-F238E27FC236}">
                            <a16:creationId xmlns:a16="http://schemas.microsoft.com/office/drawing/2014/main" id="{C8D2AFB9-A933-F779-6D59-5EBF6A789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9" y="3794126"/>
                        <a:ext cx="5437187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38" name="AutoShape 6">
            <a:extLst>
              <a:ext uri="{FF2B5EF4-FFF2-40B4-BE49-F238E27FC236}">
                <a16:creationId xmlns:a16="http://schemas.microsoft.com/office/drawing/2014/main" id="{3ED33ABC-592B-1077-7F66-A9DDF6C84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1463" y="2022475"/>
            <a:ext cx="1250950" cy="673100"/>
          </a:xfrm>
          <a:prstGeom prst="wedgeRoundRectCallout">
            <a:avLst>
              <a:gd name="adj1" fmla="val -133630"/>
              <a:gd name="adj2" fmla="val 21935"/>
              <a:gd name="adj3" fmla="val 16667"/>
            </a:avLst>
          </a:prstGeom>
          <a:solidFill>
            <a:srgbClr val="666699"/>
          </a:solidFill>
          <a:ln w="12700" algn="ctr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区间短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精度高</a:t>
            </a:r>
          </a:p>
        </p:txBody>
      </p:sp>
      <p:sp>
        <p:nvSpPr>
          <p:cNvPr id="632839" name="AutoShape 7">
            <a:extLst>
              <a:ext uri="{FF2B5EF4-FFF2-40B4-BE49-F238E27FC236}">
                <a16:creationId xmlns:a16="http://schemas.microsoft.com/office/drawing/2014/main" id="{3BABF0AD-3D2C-C47E-E9AE-7B3A9E24A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275" y="2897188"/>
            <a:ext cx="1250950" cy="673100"/>
          </a:xfrm>
          <a:prstGeom prst="wedgeRoundRectCallout">
            <a:avLst>
              <a:gd name="adj1" fmla="val -136167"/>
              <a:gd name="adj2" fmla="val -23111"/>
              <a:gd name="adj3" fmla="val 16667"/>
            </a:avLst>
          </a:prstGeom>
          <a:solidFill>
            <a:srgbClr val="666699"/>
          </a:solidFill>
          <a:ln w="12700" algn="ctr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区间长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精度低</a:t>
            </a: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8" grpId="0" animBg="1" autoUpdateAnimBg="0"/>
      <p:bldP spid="632839" grpId="0" animBg="1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858" name="Object 2">
            <a:extLst>
              <a:ext uri="{FF2B5EF4-FFF2-40B4-BE49-F238E27FC236}">
                <a16:creationId xmlns:a16="http://schemas.microsoft.com/office/drawing/2014/main" id="{A1AFEEB1-3CC7-35EC-7B61-5DFD1EEB1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3026" y="687389"/>
          <a:ext cx="19796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2" name="Equation" r:id="rId3" imgW="26619200" imgH="4686300" progId="Equation.DSMT4">
                  <p:embed/>
                </p:oleObj>
              </mc:Choice>
              <mc:Fallback>
                <p:oleObj name="Equation" r:id="rId3" imgW="26619200" imgH="4686300" progId="Equation.DSMT4">
                  <p:embed/>
                  <p:pic>
                    <p:nvPicPr>
                      <p:cNvPr id="633858" name="Object 2">
                        <a:extLst>
                          <a:ext uri="{FF2B5EF4-FFF2-40B4-BE49-F238E27FC236}">
                            <a16:creationId xmlns:a16="http://schemas.microsoft.com/office/drawing/2014/main" id="{A1AFEEB1-3CC7-35EC-7B61-5DFD1EEB1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687389"/>
                        <a:ext cx="19796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59" name="Object 3">
            <a:extLst>
              <a:ext uri="{FF2B5EF4-FFF2-40B4-BE49-F238E27FC236}">
                <a16:creationId xmlns:a16="http://schemas.microsoft.com/office/drawing/2014/main" id="{79D4A306-61DC-488D-611B-20BA4835A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0976" y="1260475"/>
          <a:ext cx="64309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3" name="Equation" r:id="rId5" imgW="97713800" imgH="12293600" progId="Equation.DSMT4">
                  <p:embed/>
                </p:oleObj>
              </mc:Choice>
              <mc:Fallback>
                <p:oleObj name="Equation" r:id="rId5" imgW="97713800" imgH="12293600" progId="Equation.DSMT4">
                  <p:embed/>
                  <p:pic>
                    <p:nvPicPr>
                      <p:cNvPr id="633859" name="Object 3">
                        <a:extLst>
                          <a:ext uri="{FF2B5EF4-FFF2-40B4-BE49-F238E27FC236}">
                            <a16:creationId xmlns:a16="http://schemas.microsoft.com/office/drawing/2014/main" id="{79D4A306-61DC-488D-611B-20BA4835A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1260475"/>
                        <a:ext cx="64309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60" name="Object 4">
            <a:extLst>
              <a:ext uri="{FF2B5EF4-FFF2-40B4-BE49-F238E27FC236}">
                <a16:creationId xmlns:a16="http://schemas.microsoft.com/office/drawing/2014/main" id="{A59AD755-3479-9FA1-B0DA-3CDBACE24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1" y="2260600"/>
          <a:ext cx="73199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4" name="Equation" r:id="rId7" imgW="111175800" imgH="15798800" progId="Equation.DSMT4">
                  <p:embed/>
                </p:oleObj>
              </mc:Choice>
              <mc:Fallback>
                <p:oleObj name="Equation" r:id="rId7" imgW="111175800" imgH="15798800" progId="Equation.DSMT4">
                  <p:embed/>
                  <p:pic>
                    <p:nvPicPr>
                      <p:cNvPr id="633860" name="Object 4">
                        <a:extLst>
                          <a:ext uri="{FF2B5EF4-FFF2-40B4-BE49-F238E27FC236}">
                            <a16:creationId xmlns:a16="http://schemas.microsoft.com/office/drawing/2014/main" id="{A59AD755-3479-9FA1-B0DA-3CDBACE24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260600"/>
                        <a:ext cx="73199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3861" name="Group 5">
            <a:extLst>
              <a:ext uri="{FF2B5EF4-FFF2-40B4-BE49-F238E27FC236}">
                <a16:creationId xmlns:a16="http://schemas.microsoft.com/office/drawing/2014/main" id="{CB7BF2BA-33A1-B103-3732-1A6DB208A8A5}"/>
              </a:ext>
            </a:extLst>
          </p:cNvPr>
          <p:cNvGrpSpPr>
            <a:grpSpLocks/>
          </p:cNvGrpSpPr>
          <p:nvPr/>
        </p:nvGrpSpPr>
        <p:grpSpPr bwMode="auto">
          <a:xfrm>
            <a:off x="3159125" y="5322889"/>
            <a:ext cx="6192838" cy="1108075"/>
            <a:chOff x="304" y="3016"/>
            <a:chExt cx="4618" cy="1304"/>
          </a:xfrm>
        </p:grpSpPr>
        <p:sp>
          <p:nvSpPr>
            <p:cNvPr id="633862" name="Freeform 6">
              <a:extLst>
                <a:ext uri="{FF2B5EF4-FFF2-40B4-BE49-F238E27FC236}">
                  <a16:creationId xmlns:a16="http://schemas.microsoft.com/office/drawing/2014/main" id="{E0BA23D4-3CA2-A255-6213-0AA50D7ECD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65" y="3017"/>
              <a:ext cx="1972" cy="1009"/>
            </a:xfrm>
            <a:custGeom>
              <a:avLst/>
              <a:gdLst>
                <a:gd name="T0" fmla="*/ 18 w 1800"/>
                <a:gd name="T1" fmla="*/ 237 h 237"/>
                <a:gd name="T2" fmla="*/ 54 w 1800"/>
                <a:gd name="T3" fmla="*/ 236 h 237"/>
                <a:gd name="T4" fmla="*/ 90 w 1800"/>
                <a:gd name="T5" fmla="*/ 234 h 237"/>
                <a:gd name="T6" fmla="*/ 126 w 1800"/>
                <a:gd name="T7" fmla="*/ 232 h 237"/>
                <a:gd name="T8" fmla="*/ 162 w 1800"/>
                <a:gd name="T9" fmla="*/ 228 h 237"/>
                <a:gd name="T10" fmla="*/ 198 w 1800"/>
                <a:gd name="T11" fmla="*/ 224 h 237"/>
                <a:gd name="T12" fmla="*/ 234 w 1800"/>
                <a:gd name="T13" fmla="*/ 219 h 237"/>
                <a:gd name="T14" fmla="*/ 270 w 1800"/>
                <a:gd name="T15" fmla="*/ 214 h 237"/>
                <a:gd name="T16" fmla="*/ 306 w 1800"/>
                <a:gd name="T17" fmla="*/ 208 h 237"/>
                <a:gd name="T18" fmla="*/ 342 w 1800"/>
                <a:gd name="T19" fmla="*/ 201 h 237"/>
                <a:gd name="T20" fmla="*/ 378 w 1800"/>
                <a:gd name="T21" fmla="*/ 194 h 237"/>
                <a:gd name="T22" fmla="*/ 414 w 1800"/>
                <a:gd name="T23" fmla="*/ 186 h 237"/>
                <a:gd name="T24" fmla="*/ 450 w 1800"/>
                <a:gd name="T25" fmla="*/ 178 h 237"/>
                <a:gd name="T26" fmla="*/ 486 w 1800"/>
                <a:gd name="T27" fmla="*/ 170 h 237"/>
                <a:gd name="T28" fmla="*/ 522 w 1800"/>
                <a:gd name="T29" fmla="*/ 161 h 237"/>
                <a:gd name="T30" fmla="*/ 558 w 1800"/>
                <a:gd name="T31" fmla="*/ 153 h 237"/>
                <a:gd name="T32" fmla="*/ 594 w 1800"/>
                <a:gd name="T33" fmla="*/ 144 h 237"/>
                <a:gd name="T34" fmla="*/ 630 w 1800"/>
                <a:gd name="T35" fmla="*/ 135 h 237"/>
                <a:gd name="T36" fmla="*/ 666 w 1800"/>
                <a:gd name="T37" fmla="*/ 126 h 237"/>
                <a:gd name="T38" fmla="*/ 702 w 1800"/>
                <a:gd name="T39" fmla="*/ 118 h 237"/>
                <a:gd name="T40" fmla="*/ 738 w 1800"/>
                <a:gd name="T41" fmla="*/ 110 h 237"/>
                <a:gd name="T42" fmla="*/ 774 w 1800"/>
                <a:gd name="T43" fmla="*/ 101 h 237"/>
                <a:gd name="T44" fmla="*/ 810 w 1800"/>
                <a:gd name="T45" fmla="*/ 93 h 237"/>
                <a:gd name="T46" fmla="*/ 846 w 1800"/>
                <a:gd name="T47" fmla="*/ 86 h 237"/>
                <a:gd name="T48" fmla="*/ 882 w 1800"/>
                <a:gd name="T49" fmla="*/ 78 h 237"/>
                <a:gd name="T50" fmla="*/ 918 w 1800"/>
                <a:gd name="T51" fmla="*/ 71 h 237"/>
                <a:gd name="T52" fmla="*/ 954 w 1800"/>
                <a:gd name="T53" fmla="*/ 65 h 237"/>
                <a:gd name="T54" fmla="*/ 990 w 1800"/>
                <a:gd name="T55" fmla="*/ 58 h 237"/>
                <a:gd name="T56" fmla="*/ 1026 w 1800"/>
                <a:gd name="T57" fmla="*/ 53 h 237"/>
                <a:gd name="T58" fmla="*/ 1062 w 1800"/>
                <a:gd name="T59" fmla="*/ 47 h 237"/>
                <a:gd name="T60" fmla="*/ 1098 w 1800"/>
                <a:gd name="T61" fmla="*/ 42 h 237"/>
                <a:gd name="T62" fmla="*/ 1134 w 1800"/>
                <a:gd name="T63" fmla="*/ 37 h 237"/>
                <a:gd name="T64" fmla="*/ 1170 w 1800"/>
                <a:gd name="T65" fmla="*/ 33 h 237"/>
                <a:gd name="T66" fmla="*/ 1206 w 1800"/>
                <a:gd name="T67" fmla="*/ 29 h 237"/>
                <a:gd name="T68" fmla="*/ 1242 w 1800"/>
                <a:gd name="T69" fmla="*/ 25 h 237"/>
                <a:gd name="T70" fmla="*/ 1278 w 1800"/>
                <a:gd name="T71" fmla="*/ 22 h 237"/>
                <a:gd name="T72" fmla="*/ 1314 w 1800"/>
                <a:gd name="T73" fmla="*/ 19 h 237"/>
                <a:gd name="T74" fmla="*/ 1350 w 1800"/>
                <a:gd name="T75" fmla="*/ 16 h 237"/>
                <a:gd name="T76" fmla="*/ 1386 w 1800"/>
                <a:gd name="T77" fmla="*/ 14 h 237"/>
                <a:gd name="T78" fmla="*/ 1422 w 1800"/>
                <a:gd name="T79" fmla="*/ 11 h 237"/>
                <a:gd name="T80" fmla="*/ 1458 w 1800"/>
                <a:gd name="T81" fmla="*/ 10 h 237"/>
                <a:gd name="T82" fmla="*/ 1494 w 1800"/>
                <a:gd name="T83" fmla="*/ 8 h 237"/>
                <a:gd name="T84" fmla="*/ 1530 w 1800"/>
                <a:gd name="T85" fmla="*/ 6 h 237"/>
                <a:gd name="T86" fmla="*/ 1566 w 1800"/>
                <a:gd name="T87" fmla="*/ 5 h 237"/>
                <a:gd name="T88" fmla="*/ 1602 w 1800"/>
                <a:gd name="T89" fmla="*/ 4 h 237"/>
                <a:gd name="T90" fmla="*/ 1638 w 1800"/>
                <a:gd name="T91" fmla="*/ 3 h 237"/>
                <a:gd name="T92" fmla="*/ 1674 w 1800"/>
                <a:gd name="T93" fmla="*/ 2 h 237"/>
                <a:gd name="T94" fmla="*/ 1710 w 1800"/>
                <a:gd name="T95" fmla="*/ 1 h 237"/>
                <a:gd name="T96" fmla="*/ 1746 w 1800"/>
                <a:gd name="T97" fmla="*/ 0 h 237"/>
                <a:gd name="T98" fmla="*/ 1782 w 1800"/>
                <a:gd name="T9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00" h="237">
                  <a:moveTo>
                    <a:pt x="0" y="237"/>
                  </a:moveTo>
                  <a:cubicBezTo>
                    <a:pt x="18" y="237"/>
                    <a:pt x="18" y="237"/>
                    <a:pt x="18" y="237"/>
                  </a:cubicBezTo>
                  <a:cubicBezTo>
                    <a:pt x="36" y="236"/>
                    <a:pt x="36" y="236"/>
                    <a:pt x="36" y="236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90" y="234"/>
                    <a:pt x="90" y="234"/>
                    <a:pt x="90" y="234"/>
                  </a:cubicBezTo>
                  <a:cubicBezTo>
                    <a:pt x="108" y="233"/>
                    <a:pt x="108" y="233"/>
                    <a:pt x="108" y="233"/>
                  </a:cubicBezTo>
                  <a:cubicBezTo>
                    <a:pt x="126" y="232"/>
                    <a:pt x="126" y="232"/>
                    <a:pt x="126" y="232"/>
                  </a:cubicBezTo>
                  <a:cubicBezTo>
                    <a:pt x="144" y="230"/>
                    <a:pt x="144" y="230"/>
                    <a:pt x="144" y="230"/>
                  </a:cubicBezTo>
                  <a:cubicBezTo>
                    <a:pt x="162" y="228"/>
                    <a:pt x="162" y="228"/>
                    <a:pt x="162" y="228"/>
                  </a:cubicBezTo>
                  <a:cubicBezTo>
                    <a:pt x="180" y="226"/>
                    <a:pt x="180" y="226"/>
                    <a:pt x="180" y="226"/>
                  </a:cubicBezTo>
                  <a:cubicBezTo>
                    <a:pt x="198" y="224"/>
                    <a:pt x="198" y="224"/>
                    <a:pt x="198" y="224"/>
                  </a:cubicBezTo>
                  <a:cubicBezTo>
                    <a:pt x="216" y="222"/>
                    <a:pt x="216" y="222"/>
                    <a:pt x="216" y="222"/>
                  </a:cubicBezTo>
                  <a:cubicBezTo>
                    <a:pt x="234" y="219"/>
                    <a:pt x="234" y="219"/>
                    <a:pt x="234" y="219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88" y="211"/>
                    <a:pt x="288" y="211"/>
                    <a:pt x="288" y="211"/>
                  </a:cubicBezTo>
                  <a:cubicBezTo>
                    <a:pt x="306" y="208"/>
                    <a:pt x="306" y="208"/>
                    <a:pt x="306" y="208"/>
                  </a:cubicBezTo>
                  <a:cubicBezTo>
                    <a:pt x="324" y="204"/>
                    <a:pt x="324" y="204"/>
                    <a:pt x="324" y="204"/>
                  </a:cubicBezTo>
                  <a:cubicBezTo>
                    <a:pt x="342" y="201"/>
                    <a:pt x="342" y="201"/>
                    <a:pt x="342" y="201"/>
                  </a:cubicBezTo>
                  <a:cubicBezTo>
                    <a:pt x="360" y="197"/>
                    <a:pt x="360" y="197"/>
                    <a:pt x="360" y="197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96" y="190"/>
                    <a:pt x="396" y="190"/>
                    <a:pt x="396" y="190"/>
                  </a:cubicBezTo>
                  <a:cubicBezTo>
                    <a:pt x="414" y="186"/>
                    <a:pt x="414" y="186"/>
                    <a:pt x="414" y="186"/>
                  </a:cubicBezTo>
                  <a:cubicBezTo>
                    <a:pt x="432" y="182"/>
                    <a:pt x="432" y="182"/>
                    <a:pt x="432" y="182"/>
                  </a:cubicBezTo>
                  <a:cubicBezTo>
                    <a:pt x="450" y="178"/>
                    <a:pt x="450" y="178"/>
                    <a:pt x="450" y="178"/>
                  </a:cubicBezTo>
                  <a:cubicBezTo>
                    <a:pt x="468" y="174"/>
                    <a:pt x="468" y="174"/>
                    <a:pt x="468" y="174"/>
                  </a:cubicBezTo>
                  <a:cubicBezTo>
                    <a:pt x="486" y="170"/>
                    <a:pt x="486" y="170"/>
                    <a:pt x="486" y="170"/>
                  </a:cubicBezTo>
                  <a:cubicBezTo>
                    <a:pt x="504" y="165"/>
                    <a:pt x="504" y="165"/>
                    <a:pt x="504" y="165"/>
                  </a:cubicBezTo>
                  <a:cubicBezTo>
                    <a:pt x="522" y="161"/>
                    <a:pt x="522" y="161"/>
                    <a:pt x="522" y="161"/>
                  </a:cubicBezTo>
                  <a:cubicBezTo>
                    <a:pt x="540" y="157"/>
                    <a:pt x="540" y="157"/>
                    <a:pt x="540" y="157"/>
                  </a:cubicBezTo>
                  <a:cubicBezTo>
                    <a:pt x="558" y="153"/>
                    <a:pt x="558" y="153"/>
                    <a:pt x="558" y="153"/>
                  </a:cubicBezTo>
                  <a:cubicBezTo>
                    <a:pt x="576" y="148"/>
                    <a:pt x="576" y="148"/>
                    <a:pt x="576" y="148"/>
                  </a:cubicBezTo>
                  <a:cubicBezTo>
                    <a:pt x="594" y="144"/>
                    <a:pt x="594" y="144"/>
                    <a:pt x="594" y="144"/>
                  </a:cubicBezTo>
                  <a:cubicBezTo>
                    <a:pt x="612" y="140"/>
                    <a:pt x="612" y="140"/>
                    <a:pt x="612" y="140"/>
                  </a:cubicBezTo>
                  <a:cubicBezTo>
                    <a:pt x="630" y="135"/>
                    <a:pt x="630" y="135"/>
                    <a:pt x="630" y="135"/>
                  </a:cubicBezTo>
                  <a:cubicBezTo>
                    <a:pt x="648" y="131"/>
                    <a:pt x="648" y="131"/>
                    <a:pt x="648" y="131"/>
                  </a:cubicBezTo>
                  <a:cubicBezTo>
                    <a:pt x="666" y="126"/>
                    <a:pt x="666" y="126"/>
                    <a:pt x="666" y="126"/>
                  </a:cubicBezTo>
                  <a:cubicBezTo>
                    <a:pt x="684" y="122"/>
                    <a:pt x="684" y="122"/>
                    <a:pt x="684" y="122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20" y="114"/>
                    <a:pt x="720" y="114"/>
                    <a:pt x="720" y="114"/>
                  </a:cubicBezTo>
                  <a:cubicBezTo>
                    <a:pt x="738" y="110"/>
                    <a:pt x="738" y="110"/>
                    <a:pt x="738" y="110"/>
                  </a:cubicBezTo>
                  <a:cubicBezTo>
                    <a:pt x="756" y="105"/>
                    <a:pt x="756" y="105"/>
                    <a:pt x="756" y="105"/>
                  </a:cubicBezTo>
                  <a:cubicBezTo>
                    <a:pt x="774" y="101"/>
                    <a:pt x="774" y="101"/>
                    <a:pt x="774" y="101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810" y="93"/>
                    <a:pt x="810" y="93"/>
                    <a:pt x="810" y="93"/>
                  </a:cubicBezTo>
                  <a:cubicBezTo>
                    <a:pt x="828" y="90"/>
                    <a:pt x="828" y="90"/>
                    <a:pt x="828" y="90"/>
                  </a:cubicBezTo>
                  <a:cubicBezTo>
                    <a:pt x="846" y="86"/>
                    <a:pt x="846" y="86"/>
                    <a:pt x="846" y="86"/>
                  </a:cubicBezTo>
                  <a:cubicBezTo>
                    <a:pt x="864" y="82"/>
                    <a:pt x="864" y="82"/>
                    <a:pt x="864" y="82"/>
                  </a:cubicBezTo>
                  <a:cubicBezTo>
                    <a:pt x="882" y="78"/>
                    <a:pt x="882" y="78"/>
                    <a:pt x="882" y="78"/>
                  </a:cubicBezTo>
                  <a:cubicBezTo>
                    <a:pt x="900" y="75"/>
                    <a:pt x="900" y="75"/>
                    <a:pt x="900" y="75"/>
                  </a:cubicBezTo>
                  <a:cubicBezTo>
                    <a:pt x="918" y="71"/>
                    <a:pt x="918" y="71"/>
                    <a:pt x="918" y="71"/>
                  </a:cubicBezTo>
                  <a:cubicBezTo>
                    <a:pt x="936" y="68"/>
                    <a:pt x="936" y="68"/>
                    <a:pt x="936" y="68"/>
                  </a:cubicBezTo>
                  <a:cubicBezTo>
                    <a:pt x="954" y="65"/>
                    <a:pt x="954" y="65"/>
                    <a:pt x="954" y="65"/>
                  </a:cubicBezTo>
                  <a:cubicBezTo>
                    <a:pt x="972" y="62"/>
                    <a:pt x="972" y="62"/>
                    <a:pt x="972" y="62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08" y="55"/>
                    <a:pt x="1008" y="55"/>
                    <a:pt x="1008" y="55"/>
                  </a:cubicBezTo>
                  <a:cubicBezTo>
                    <a:pt x="1026" y="53"/>
                    <a:pt x="1026" y="53"/>
                    <a:pt x="1026" y="53"/>
                  </a:cubicBezTo>
                  <a:cubicBezTo>
                    <a:pt x="1044" y="50"/>
                    <a:pt x="1044" y="50"/>
                    <a:pt x="1044" y="50"/>
                  </a:cubicBezTo>
                  <a:cubicBezTo>
                    <a:pt x="1062" y="47"/>
                    <a:pt x="1062" y="47"/>
                    <a:pt x="1062" y="47"/>
                  </a:cubicBezTo>
                  <a:cubicBezTo>
                    <a:pt x="1080" y="44"/>
                    <a:pt x="1080" y="44"/>
                    <a:pt x="1080" y="44"/>
                  </a:cubicBezTo>
                  <a:cubicBezTo>
                    <a:pt x="1098" y="42"/>
                    <a:pt x="1098" y="42"/>
                    <a:pt x="1098" y="42"/>
                  </a:cubicBezTo>
                  <a:cubicBezTo>
                    <a:pt x="1116" y="40"/>
                    <a:pt x="1116" y="40"/>
                    <a:pt x="1116" y="40"/>
                  </a:cubicBezTo>
                  <a:cubicBezTo>
                    <a:pt x="1134" y="37"/>
                    <a:pt x="1134" y="37"/>
                    <a:pt x="1134" y="37"/>
                  </a:cubicBezTo>
                  <a:cubicBezTo>
                    <a:pt x="1152" y="35"/>
                    <a:pt x="1152" y="35"/>
                    <a:pt x="1152" y="35"/>
                  </a:cubicBezTo>
                  <a:cubicBezTo>
                    <a:pt x="1170" y="33"/>
                    <a:pt x="1170" y="33"/>
                    <a:pt x="1170" y="33"/>
                  </a:cubicBezTo>
                  <a:cubicBezTo>
                    <a:pt x="1188" y="31"/>
                    <a:pt x="1188" y="31"/>
                    <a:pt x="1188" y="31"/>
                  </a:cubicBezTo>
                  <a:cubicBezTo>
                    <a:pt x="1206" y="29"/>
                    <a:pt x="1206" y="29"/>
                    <a:pt x="1206" y="29"/>
                  </a:cubicBezTo>
                  <a:cubicBezTo>
                    <a:pt x="1224" y="27"/>
                    <a:pt x="1224" y="27"/>
                    <a:pt x="1224" y="27"/>
                  </a:cubicBezTo>
                  <a:cubicBezTo>
                    <a:pt x="1242" y="25"/>
                    <a:pt x="1242" y="25"/>
                    <a:pt x="1242" y="25"/>
                  </a:cubicBezTo>
                  <a:cubicBezTo>
                    <a:pt x="1260" y="23"/>
                    <a:pt x="1260" y="23"/>
                    <a:pt x="1260" y="23"/>
                  </a:cubicBezTo>
                  <a:cubicBezTo>
                    <a:pt x="1278" y="22"/>
                    <a:pt x="1278" y="22"/>
                    <a:pt x="1278" y="22"/>
                  </a:cubicBezTo>
                  <a:cubicBezTo>
                    <a:pt x="1296" y="20"/>
                    <a:pt x="1296" y="20"/>
                    <a:pt x="1296" y="20"/>
                  </a:cubicBezTo>
                  <a:cubicBezTo>
                    <a:pt x="1314" y="19"/>
                    <a:pt x="1314" y="19"/>
                    <a:pt x="1314" y="19"/>
                  </a:cubicBezTo>
                  <a:cubicBezTo>
                    <a:pt x="1332" y="17"/>
                    <a:pt x="1332" y="17"/>
                    <a:pt x="1332" y="17"/>
                  </a:cubicBezTo>
                  <a:cubicBezTo>
                    <a:pt x="1350" y="16"/>
                    <a:pt x="1350" y="16"/>
                    <a:pt x="1350" y="16"/>
                  </a:cubicBezTo>
                  <a:cubicBezTo>
                    <a:pt x="1368" y="15"/>
                    <a:pt x="1368" y="15"/>
                    <a:pt x="1368" y="15"/>
                  </a:cubicBezTo>
                  <a:cubicBezTo>
                    <a:pt x="1386" y="14"/>
                    <a:pt x="1386" y="14"/>
                    <a:pt x="1386" y="14"/>
                  </a:cubicBezTo>
                  <a:cubicBezTo>
                    <a:pt x="1404" y="13"/>
                    <a:pt x="1404" y="13"/>
                    <a:pt x="1404" y="13"/>
                  </a:cubicBezTo>
                  <a:cubicBezTo>
                    <a:pt x="1422" y="11"/>
                    <a:pt x="1422" y="11"/>
                    <a:pt x="1422" y="11"/>
                  </a:cubicBezTo>
                  <a:cubicBezTo>
                    <a:pt x="1440" y="10"/>
                    <a:pt x="1440" y="10"/>
                    <a:pt x="1440" y="10"/>
                  </a:cubicBezTo>
                  <a:cubicBezTo>
                    <a:pt x="1458" y="10"/>
                    <a:pt x="1458" y="10"/>
                    <a:pt x="1458" y="10"/>
                  </a:cubicBezTo>
                  <a:cubicBezTo>
                    <a:pt x="1476" y="9"/>
                    <a:pt x="1476" y="9"/>
                    <a:pt x="1476" y="9"/>
                  </a:cubicBezTo>
                  <a:cubicBezTo>
                    <a:pt x="1494" y="8"/>
                    <a:pt x="1494" y="8"/>
                    <a:pt x="1494" y="8"/>
                  </a:cubicBezTo>
                  <a:cubicBezTo>
                    <a:pt x="1512" y="7"/>
                    <a:pt x="1512" y="7"/>
                    <a:pt x="1512" y="7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548" y="6"/>
                    <a:pt x="1548" y="6"/>
                    <a:pt x="1548" y="6"/>
                  </a:cubicBezTo>
                  <a:cubicBezTo>
                    <a:pt x="1566" y="5"/>
                    <a:pt x="1566" y="5"/>
                    <a:pt x="1566" y="5"/>
                  </a:cubicBezTo>
                  <a:cubicBezTo>
                    <a:pt x="1584" y="4"/>
                    <a:pt x="1584" y="4"/>
                    <a:pt x="1584" y="4"/>
                  </a:cubicBezTo>
                  <a:cubicBezTo>
                    <a:pt x="1602" y="4"/>
                    <a:pt x="1602" y="4"/>
                    <a:pt x="1602" y="4"/>
                  </a:cubicBezTo>
                  <a:cubicBezTo>
                    <a:pt x="1620" y="3"/>
                    <a:pt x="1620" y="3"/>
                    <a:pt x="1620" y="3"/>
                  </a:cubicBezTo>
                  <a:cubicBezTo>
                    <a:pt x="1638" y="3"/>
                    <a:pt x="1638" y="3"/>
                    <a:pt x="1638" y="3"/>
                  </a:cubicBezTo>
                  <a:cubicBezTo>
                    <a:pt x="1656" y="2"/>
                    <a:pt x="1656" y="2"/>
                    <a:pt x="1656" y="2"/>
                  </a:cubicBezTo>
                  <a:cubicBezTo>
                    <a:pt x="1674" y="2"/>
                    <a:pt x="1674" y="2"/>
                    <a:pt x="1674" y="2"/>
                  </a:cubicBezTo>
                  <a:cubicBezTo>
                    <a:pt x="1692" y="1"/>
                    <a:pt x="1692" y="1"/>
                    <a:pt x="1692" y="1"/>
                  </a:cubicBezTo>
                  <a:cubicBezTo>
                    <a:pt x="1710" y="1"/>
                    <a:pt x="1710" y="1"/>
                    <a:pt x="1710" y="1"/>
                  </a:cubicBezTo>
                  <a:cubicBezTo>
                    <a:pt x="1728" y="1"/>
                    <a:pt x="1728" y="1"/>
                    <a:pt x="1728" y="1"/>
                  </a:cubicBezTo>
                  <a:cubicBezTo>
                    <a:pt x="1746" y="0"/>
                    <a:pt x="1746" y="0"/>
                    <a:pt x="1746" y="0"/>
                  </a:cubicBezTo>
                  <a:cubicBezTo>
                    <a:pt x="1764" y="0"/>
                    <a:pt x="1764" y="0"/>
                    <a:pt x="1764" y="0"/>
                  </a:cubicBezTo>
                  <a:cubicBezTo>
                    <a:pt x="1782" y="0"/>
                    <a:pt x="1782" y="0"/>
                    <a:pt x="1782" y="0"/>
                  </a:cubicBezTo>
                  <a:cubicBezTo>
                    <a:pt x="1800" y="0"/>
                    <a:pt x="1800" y="0"/>
                    <a:pt x="1800" y="0"/>
                  </a:cubicBezTo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63" name="Line 7">
              <a:extLst>
                <a:ext uri="{FF2B5EF4-FFF2-40B4-BE49-F238E27FC236}">
                  <a16:creationId xmlns:a16="http://schemas.microsoft.com/office/drawing/2014/main" id="{D0D8EA14-4EF5-D5B6-D61A-BA4262AF6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" y="4091"/>
              <a:ext cx="4618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64" name="Freeform 8">
              <a:extLst>
                <a:ext uri="{FF2B5EF4-FFF2-40B4-BE49-F238E27FC236}">
                  <a16:creationId xmlns:a16="http://schemas.microsoft.com/office/drawing/2014/main" id="{D588EE8E-4690-0D57-DCED-8A7DE1BEE91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92" y="3016"/>
              <a:ext cx="1972" cy="1010"/>
            </a:xfrm>
            <a:custGeom>
              <a:avLst/>
              <a:gdLst>
                <a:gd name="T0" fmla="*/ 18 w 1800"/>
                <a:gd name="T1" fmla="*/ 237 h 237"/>
                <a:gd name="T2" fmla="*/ 54 w 1800"/>
                <a:gd name="T3" fmla="*/ 236 h 237"/>
                <a:gd name="T4" fmla="*/ 90 w 1800"/>
                <a:gd name="T5" fmla="*/ 234 h 237"/>
                <a:gd name="T6" fmla="*/ 126 w 1800"/>
                <a:gd name="T7" fmla="*/ 232 h 237"/>
                <a:gd name="T8" fmla="*/ 162 w 1800"/>
                <a:gd name="T9" fmla="*/ 228 h 237"/>
                <a:gd name="T10" fmla="*/ 198 w 1800"/>
                <a:gd name="T11" fmla="*/ 224 h 237"/>
                <a:gd name="T12" fmla="*/ 234 w 1800"/>
                <a:gd name="T13" fmla="*/ 219 h 237"/>
                <a:gd name="T14" fmla="*/ 270 w 1800"/>
                <a:gd name="T15" fmla="*/ 214 h 237"/>
                <a:gd name="T16" fmla="*/ 306 w 1800"/>
                <a:gd name="T17" fmla="*/ 208 h 237"/>
                <a:gd name="T18" fmla="*/ 342 w 1800"/>
                <a:gd name="T19" fmla="*/ 201 h 237"/>
                <a:gd name="T20" fmla="*/ 378 w 1800"/>
                <a:gd name="T21" fmla="*/ 194 h 237"/>
                <a:gd name="T22" fmla="*/ 414 w 1800"/>
                <a:gd name="T23" fmla="*/ 186 h 237"/>
                <a:gd name="T24" fmla="*/ 450 w 1800"/>
                <a:gd name="T25" fmla="*/ 178 h 237"/>
                <a:gd name="T26" fmla="*/ 486 w 1800"/>
                <a:gd name="T27" fmla="*/ 170 h 237"/>
                <a:gd name="T28" fmla="*/ 522 w 1800"/>
                <a:gd name="T29" fmla="*/ 161 h 237"/>
                <a:gd name="T30" fmla="*/ 558 w 1800"/>
                <a:gd name="T31" fmla="*/ 153 h 237"/>
                <a:gd name="T32" fmla="*/ 594 w 1800"/>
                <a:gd name="T33" fmla="*/ 144 h 237"/>
                <a:gd name="T34" fmla="*/ 630 w 1800"/>
                <a:gd name="T35" fmla="*/ 135 h 237"/>
                <a:gd name="T36" fmla="*/ 666 w 1800"/>
                <a:gd name="T37" fmla="*/ 126 h 237"/>
                <a:gd name="T38" fmla="*/ 702 w 1800"/>
                <a:gd name="T39" fmla="*/ 118 h 237"/>
                <a:gd name="T40" fmla="*/ 738 w 1800"/>
                <a:gd name="T41" fmla="*/ 110 h 237"/>
                <a:gd name="T42" fmla="*/ 774 w 1800"/>
                <a:gd name="T43" fmla="*/ 101 h 237"/>
                <a:gd name="T44" fmla="*/ 810 w 1800"/>
                <a:gd name="T45" fmla="*/ 93 h 237"/>
                <a:gd name="T46" fmla="*/ 846 w 1800"/>
                <a:gd name="T47" fmla="*/ 86 h 237"/>
                <a:gd name="T48" fmla="*/ 882 w 1800"/>
                <a:gd name="T49" fmla="*/ 78 h 237"/>
                <a:gd name="T50" fmla="*/ 918 w 1800"/>
                <a:gd name="T51" fmla="*/ 71 h 237"/>
                <a:gd name="T52" fmla="*/ 954 w 1800"/>
                <a:gd name="T53" fmla="*/ 65 h 237"/>
                <a:gd name="T54" fmla="*/ 990 w 1800"/>
                <a:gd name="T55" fmla="*/ 58 h 237"/>
                <a:gd name="T56" fmla="*/ 1026 w 1800"/>
                <a:gd name="T57" fmla="*/ 53 h 237"/>
                <a:gd name="T58" fmla="*/ 1062 w 1800"/>
                <a:gd name="T59" fmla="*/ 47 h 237"/>
                <a:gd name="T60" fmla="*/ 1098 w 1800"/>
                <a:gd name="T61" fmla="*/ 42 h 237"/>
                <a:gd name="T62" fmla="*/ 1134 w 1800"/>
                <a:gd name="T63" fmla="*/ 37 h 237"/>
                <a:gd name="T64" fmla="*/ 1170 w 1800"/>
                <a:gd name="T65" fmla="*/ 33 h 237"/>
                <a:gd name="T66" fmla="*/ 1206 w 1800"/>
                <a:gd name="T67" fmla="*/ 29 h 237"/>
                <a:gd name="T68" fmla="*/ 1242 w 1800"/>
                <a:gd name="T69" fmla="*/ 25 h 237"/>
                <a:gd name="T70" fmla="*/ 1278 w 1800"/>
                <a:gd name="T71" fmla="*/ 22 h 237"/>
                <a:gd name="T72" fmla="*/ 1314 w 1800"/>
                <a:gd name="T73" fmla="*/ 19 h 237"/>
                <a:gd name="T74" fmla="*/ 1350 w 1800"/>
                <a:gd name="T75" fmla="*/ 16 h 237"/>
                <a:gd name="T76" fmla="*/ 1386 w 1800"/>
                <a:gd name="T77" fmla="*/ 14 h 237"/>
                <a:gd name="T78" fmla="*/ 1422 w 1800"/>
                <a:gd name="T79" fmla="*/ 11 h 237"/>
                <a:gd name="T80" fmla="*/ 1458 w 1800"/>
                <a:gd name="T81" fmla="*/ 10 h 237"/>
                <a:gd name="T82" fmla="*/ 1494 w 1800"/>
                <a:gd name="T83" fmla="*/ 8 h 237"/>
                <a:gd name="T84" fmla="*/ 1530 w 1800"/>
                <a:gd name="T85" fmla="*/ 6 h 237"/>
                <a:gd name="T86" fmla="*/ 1566 w 1800"/>
                <a:gd name="T87" fmla="*/ 5 h 237"/>
                <a:gd name="T88" fmla="*/ 1602 w 1800"/>
                <a:gd name="T89" fmla="*/ 4 h 237"/>
                <a:gd name="T90" fmla="*/ 1638 w 1800"/>
                <a:gd name="T91" fmla="*/ 3 h 237"/>
                <a:gd name="T92" fmla="*/ 1674 w 1800"/>
                <a:gd name="T93" fmla="*/ 2 h 237"/>
                <a:gd name="T94" fmla="*/ 1710 w 1800"/>
                <a:gd name="T95" fmla="*/ 1 h 237"/>
                <a:gd name="T96" fmla="*/ 1746 w 1800"/>
                <a:gd name="T97" fmla="*/ 0 h 237"/>
                <a:gd name="T98" fmla="*/ 1782 w 1800"/>
                <a:gd name="T9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00" h="237">
                  <a:moveTo>
                    <a:pt x="0" y="237"/>
                  </a:moveTo>
                  <a:cubicBezTo>
                    <a:pt x="18" y="237"/>
                    <a:pt x="18" y="237"/>
                    <a:pt x="18" y="237"/>
                  </a:cubicBezTo>
                  <a:cubicBezTo>
                    <a:pt x="36" y="236"/>
                    <a:pt x="36" y="236"/>
                    <a:pt x="36" y="236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90" y="234"/>
                    <a:pt x="90" y="234"/>
                    <a:pt x="90" y="234"/>
                  </a:cubicBezTo>
                  <a:cubicBezTo>
                    <a:pt x="108" y="233"/>
                    <a:pt x="108" y="233"/>
                    <a:pt x="108" y="233"/>
                  </a:cubicBezTo>
                  <a:cubicBezTo>
                    <a:pt x="126" y="232"/>
                    <a:pt x="126" y="232"/>
                    <a:pt x="126" y="232"/>
                  </a:cubicBezTo>
                  <a:cubicBezTo>
                    <a:pt x="144" y="230"/>
                    <a:pt x="144" y="230"/>
                    <a:pt x="144" y="230"/>
                  </a:cubicBezTo>
                  <a:cubicBezTo>
                    <a:pt x="162" y="228"/>
                    <a:pt x="162" y="228"/>
                    <a:pt x="162" y="228"/>
                  </a:cubicBezTo>
                  <a:cubicBezTo>
                    <a:pt x="180" y="226"/>
                    <a:pt x="180" y="226"/>
                    <a:pt x="180" y="226"/>
                  </a:cubicBezTo>
                  <a:cubicBezTo>
                    <a:pt x="198" y="224"/>
                    <a:pt x="198" y="224"/>
                    <a:pt x="198" y="224"/>
                  </a:cubicBezTo>
                  <a:cubicBezTo>
                    <a:pt x="216" y="222"/>
                    <a:pt x="216" y="222"/>
                    <a:pt x="216" y="222"/>
                  </a:cubicBezTo>
                  <a:cubicBezTo>
                    <a:pt x="234" y="219"/>
                    <a:pt x="234" y="219"/>
                    <a:pt x="234" y="219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88" y="211"/>
                    <a:pt x="288" y="211"/>
                    <a:pt x="288" y="211"/>
                  </a:cubicBezTo>
                  <a:cubicBezTo>
                    <a:pt x="306" y="208"/>
                    <a:pt x="306" y="208"/>
                    <a:pt x="306" y="208"/>
                  </a:cubicBezTo>
                  <a:cubicBezTo>
                    <a:pt x="324" y="204"/>
                    <a:pt x="324" y="204"/>
                    <a:pt x="324" y="204"/>
                  </a:cubicBezTo>
                  <a:cubicBezTo>
                    <a:pt x="342" y="201"/>
                    <a:pt x="342" y="201"/>
                    <a:pt x="342" y="201"/>
                  </a:cubicBezTo>
                  <a:cubicBezTo>
                    <a:pt x="360" y="197"/>
                    <a:pt x="360" y="197"/>
                    <a:pt x="360" y="197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96" y="190"/>
                    <a:pt x="396" y="190"/>
                    <a:pt x="396" y="190"/>
                  </a:cubicBezTo>
                  <a:cubicBezTo>
                    <a:pt x="414" y="186"/>
                    <a:pt x="414" y="186"/>
                    <a:pt x="414" y="186"/>
                  </a:cubicBezTo>
                  <a:cubicBezTo>
                    <a:pt x="432" y="182"/>
                    <a:pt x="432" y="182"/>
                    <a:pt x="432" y="182"/>
                  </a:cubicBezTo>
                  <a:cubicBezTo>
                    <a:pt x="450" y="178"/>
                    <a:pt x="450" y="178"/>
                    <a:pt x="450" y="178"/>
                  </a:cubicBezTo>
                  <a:cubicBezTo>
                    <a:pt x="468" y="174"/>
                    <a:pt x="468" y="174"/>
                    <a:pt x="468" y="174"/>
                  </a:cubicBezTo>
                  <a:cubicBezTo>
                    <a:pt x="486" y="170"/>
                    <a:pt x="486" y="170"/>
                    <a:pt x="486" y="170"/>
                  </a:cubicBezTo>
                  <a:cubicBezTo>
                    <a:pt x="504" y="165"/>
                    <a:pt x="504" y="165"/>
                    <a:pt x="504" y="165"/>
                  </a:cubicBezTo>
                  <a:cubicBezTo>
                    <a:pt x="522" y="161"/>
                    <a:pt x="522" y="161"/>
                    <a:pt x="522" y="161"/>
                  </a:cubicBezTo>
                  <a:cubicBezTo>
                    <a:pt x="540" y="157"/>
                    <a:pt x="540" y="157"/>
                    <a:pt x="540" y="157"/>
                  </a:cubicBezTo>
                  <a:cubicBezTo>
                    <a:pt x="558" y="153"/>
                    <a:pt x="558" y="153"/>
                    <a:pt x="558" y="153"/>
                  </a:cubicBezTo>
                  <a:cubicBezTo>
                    <a:pt x="576" y="148"/>
                    <a:pt x="576" y="148"/>
                    <a:pt x="576" y="148"/>
                  </a:cubicBezTo>
                  <a:cubicBezTo>
                    <a:pt x="594" y="144"/>
                    <a:pt x="594" y="144"/>
                    <a:pt x="594" y="144"/>
                  </a:cubicBezTo>
                  <a:cubicBezTo>
                    <a:pt x="612" y="140"/>
                    <a:pt x="612" y="140"/>
                    <a:pt x="612" y="140"/>
                  </a:cubicBezTo>
                  <a:cubicBezTo>
                    <a:pt x="630" y="135"/>
                    <a:pt x="630" y="135"/>
                    <a:pt x="630" y="135"/>
                  </a:cubicBezTo>
                  <a:cubicBezTo>
                    <a:pt x="648" y="131"/>
                    <a:pt x="648" y="131"/>
                    <a:pt x="648" y="131"/>
                  </a:cubicBezTo>
                  <a:cubicBezTo>
                    <a:pt x="666" y="126"/>
                    <a:pt x="666" y="126"/>
                    <a:pt x="666" y="126"/>
                  </a:cubicBezTo>
                  <a:cubicBezTo>
                    <a:pt x="684" y="122"/>
                    <a:pt x="684" y="122"/>
                    <a:pt x="684" y="122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20" y="114"/>
                    <a:pt x="720" y="114"/>
                    <a:pt x="720" y="114"/>
                  </a:cubicBezTo>
                  <a:cubicBezTo>
                    <a:pt x="738" y="110"/>
                    <a:pt x="738" y="110"/>
                    <a:pt x="738" y="110"/>
                  </a:cubicBezTo>
                  <a:cubicBezTo>
                    <a:pt x="756" y="105"/>
                    <a:pt x="756" y="105"/>
                    <a:pt x="756" y="105"/>
                  </a:cubicBezTo>
                  <a:cubicBezTo>
                    <a:pt x="774" y="101"/>
                    <a:pt x="774" y="101"/>
                    <a:pt x="774" y="101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810" y="93"/>
                    <a:pt x="810" y="93"/>
                    <a:pt x="810" y="93"/>
                  </a:cubicBezTo>
                  <a:cubicBezTo>
                    <a:pt x="828" y="90"/>
                    <a:pt x="828" y="90"/>
                    <a:pt x="828" y="90"/>
                  </a:cubicBezTo>
                  <a:cubicBezTo>
                    <a:pt x="846" y="86"/>
                    <a:pt x="846" y="86"/>
                    <a:pt x="846" y="86"/>
                  </a:cubicBezTo>
                  <a:cubicBezTo>
                    <a:pt x="864" y="82"/>
                    <a:pt x="864" y="82"/>
                    <a:pt x="864" y="82"/>
                  </a:cubicBezTo>
                  <a:cubicBezTo>
                    <a:pt x="882" y="78"/>
                    <a:pt x="882" y="78"/>
                    <a:pt x="882" y="78"/>
                  </a:cubicBezTo>
                  <a:cubicBezTo>
                    <a:pt x="900" y="75"/>
                    <a:pt x="900" y="75"/>
                    <a:pt x="900" y="75"/>
                  </a:cubicBezTo>
                  <a:cubicBezTo>
                    <a:pt x="918" y="71"/>
                    <a:pt x="918" y="71"/>
                    <a:pt x="918" y="71"/>
                  </a:cubicBezTo>
                  <a:cubicBezTo>
                    <a:pt x="936" y="68"/>
                    <a:pt x="936" y="68"/>
                    <a:pt x="936" y="68"/>
                  </a:cubicBezTo>
                  <a:cubicBezTo>
                    <a:pt x="954" y="65"/>
                    <a:pt x="954" y="65"/>
                    <a:pt x="954" y="65"/>
                  </a:cubicBezTo>
                  <a:cubicBezTo>
                    <a:pt x="972" y="62"/>
                    <a:pt x="972" y="62"/>
                    <a:pt x="972" y="62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08" y="55"/>
                    <a:pt x="1008" y="55"/>
                    <a:pt x="1008" y="55"/>
                  </a:cubicBezTo>
                  <a:cubicBezTo>
                    <a:pt x="1026" y="53"/>
                    <a:pt x="1026" y="53"/>
                    <a:pt x="1026" y="53"/>
                  </a:cubicBezTo>
                  <a:cubicBezTo>
                    <a:pt x="1044" y="50"/>
                    <a:pt x="1044" y="50"/>
                    <a:pt x="1044" y="50"/>
                  </a:cubicBezTo>
                  <a:cubicBezTo>
                    <a:pt x="1062" y="47"/>
                    <a:pt x="1062" y="47"/>
                    <a:pt x="1062" y="47"/>
                  </a:cubicBezTo>
                  <a:cubicBezTo>
                    <a:pt x="1080" y="44"/>
                    <a:pt x="1080" y="44"/>
                    <a:pt x="1080" y="44"/>
                  </a:cubicBezTo>
                  <a:cubicBezTo>
                    <a:pt x="1098" y="42"/>
                    <a:pt x="1098" y="42"/>
                    <a:pt x="1098" y="42"/>
                  </a:cubicBezTo>
                  <a:cubicBezTo>
                    <a:pt x="1116" y="40"/>
                    <a:pt x="1116" y="40"/>
                    <a:pt x="1116" y="40"/>
                  </a:cubicBezTo>
                  <a:cubicBezTo>
                    <a:pt x="1134" y="37"/>
                    <a:pt x="1134" y="37"/>
                    <a:pt x="1134" y="37"/>
                  </a:cubicBezTo>
                  <a:cubicBezTo>
                    <a:pt x="1152" y="35"/>
                    <a:pt x="1152" y="35"/>
                    <a:pt x="1152" y="35"/>
                  </a:cubicBezTo>
                  <a:cubicBezTo>
                    <a:pt x="1170" y="33"/>
                    <a:pt x="1170" y="33"/>
                    <a:pt x="1170" y="33"/>
                  </a:cubicBezTo>
                  <a:cubicBezTo>
                    <a:pt x="1188" y="31"/>
                    <a:pt x="1188" y="31"/>
                    <a:pt x="1188" y="31"/>
                  </a:cubicBezTo>
                  <a:cubicBezTo>
                    <a:pt x="1206" y="29"/>
                    <a:pt x="1206" y="29"/>
                    <a:pt x="1206" y="29"/>
                  </a:cubicBezTo>
                  <a:cubicBezTo>
                    <a:pt x="1224" y="27"/>
                    <a:pt x="1224" y="27"/>
                    <a:pt x="1224" y="27"/>
                  </a:cubicBezTo>
                  <a:cubicBezTo>
                    <a:pt x="1242" y="25"/>
                    <a:pt x="1242" y="25"/>
                    <a:pt x="1242" y="25"/>
                  </a:cubicBezTo>
                  <a:cubicBezTo>
                    <a:pt x="1260" y="23"/>
                    <a:pt x="1260" y="23"/>
                    <a:pt x="1260" y="23"/>
                  </a:cubicBezTo>
                  <a:cubicBezTo>
                    <a:pt x="1278" y="22"/>
                    <a:pt x="1278" y="22"/>
                    <a:pt x="1278" y="22"/>
                  </a:cubicBezTo>
                  <a:cubicBezTo>
                    <a:pt x="1296" y="20"/>
                    <a:pt x="1296" y="20"/>
                    <a:pt x="1296" y="20"/>
                  </a:cubicBezTo>
                  <a:cubicBezTo>
                    <a:pt x="1314" y="19"/>
                    <a:pt x="1314" y="19"/>
                    <a:pt x="1314" y="19"/>
                  </a:cubicBezTo>
                  <a:cubicBezTo>
                    <a:pt x="1332" y="17"/>
                    <a:pt x="1332" y="17"/>
                    <a:pt x="1332" y="17"/>
                  </a:cubicBezTo>
                  <a:cubicBezTo>
                    <a:pt x="1350" y="16"/>
                    <a:pt x="1350" y="16"/>
                    <a:pt x="1350" y="16"/>
                  </a:cubicBezTo>
                  <a:cubicBezTo>
                    <a:pt x="1368" y="15"/>
                    <a:pt x="1368" y="15"/>
                    <a:pt x="1368" y="15"/>
                  </a:cubicBezTo>
                  <a:cubicBezTo>
                    <a:pt x="1386" y="14"/>
                    <a:pt x="1386" y="14"/>
                    <a:pt x="1386" y="14"/>
                  </a:cubicBezTo>
                  <a:cubicBezTo>
                    <a:pt x="1404" y="13"/>
                    <a:pt x="1404" y="13"/>
                    <a:pt x="1404" y="13"/>
                  </a:cubicBezTo>
                  <a:cubicBezTo>
                    <a:pt x="1422" y="11"/>
                    <a:pt x="1422" y="11"/>
                    <a:pt x="1422" y="11"/>
                  </a:cubicBezTo>
                  <a:cubicBezTo>
                    <a:pt x="1440" y="10"/>
                    <a:pt x="1440" y="10"/>
                    <a:pt x="1440" y="10"/>
                  </a:cubicBezTo>
                  <a:cubicBezTo>
                    <a:pt x="1458" y="10"/>
                    <a:pt x="1458" y="10"/>
                    <a:pt x="1458" y="10"/>
                  </a:cubicBezTo>
                  <a:cubicBezTo>
                    <a:pt x="1476" y="9"/>
                    <a:pt x="1476" y="9"/>
                    <a:pt x="1476" y="9"/>
                  </a:cubicBezTo>
                  <a:cubicBezTo>
                    <a:pt x="1494" y="8"/>
                    <a:pt x="1494" y="8"/>
                    <a:pt x="1494" y="8"/>
                  </a:cubicBezTo>
                  <a:cubicBezTo>
                    <a:pt x="1512" y="7"/>
                    <a:pt x="1512" y="7"/>
                    <a:pt x="1512" y="7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548" y="6"/>
                    <a:pt x="1548" y="6"/>
                    <a:pt x="1548" y="6"/>
                  </a:cubicBezTo>
                  <a:cubicBezTo>
                    <a:pt x="1566" y="5"/>
                    <a:pt x="1566" y="5"/>
                    <a:pt x="1566" y="5"/>
                  </a:cubicBezTo>
                  <a:cubicBezTo>
                    <a:pt x="1584" y="4"/>
                    <a:pt x="1584" y="4"/>
                    <a:pt x="1584" y="4"/>
                  </a:cubicBezTo>
                  <a:cubicBezTo>
                    <a:pt x="1602" y="4"/>
                    <a:pt x="1602" y="4"/>
                    <a:pt x="1602" y="4"/>
                  </a:cubicBezTo>
                  <a:cubicBezTo>
                    <a:pt x="1620" y="3"/>
                    <a:pt x="1620" y="3"/>
                    <a:pt x="1620" y="3"/>
                  </a:cubicBezTo>
                  <a:cubicBezTo>
                    <a:pt x="1638" y="3"/>
                    <a:pt x="1638" y="3"/>
                    <a:pt x="1638" y="3"/>
                  </a:cubicBezTo>
                  <a:cubicBezTo>
                    <a:pt x="1656" y="2"/>
                    <a:pt x="1656" y="2"/>
                    <a:pt x="1656" y="2"/>
                  </a:cubicBezTo>
                  <a:cubicBezTo>
                    <a:pt x="1674" y="2"/>
                    <a:pt x="1674" y="2"/>
                    <a:pt x="1674" y="2"/>
                  </a:cubicBezTo>
                  <a:cubicBezTo>
                    <a:pt x="1692" y="1"/>
                    <a:pt x="1692" y="1"/>
                    <a:pt x="1692" y="1"/>
                  </a:cubicBezTo>
                  <a:cubicBezTo>
                    <a:pt x="1710" y="1"/>
                    <a:pt x="1710" y="1"/>
                    <a:pt x="1710" y="1"/>
                  </a:cubicBezTo>
                  <a:cubicBezTo>
                    <a:pt x="1728" y="1"/>
                    <a:pt x="1728" y="1"/>
                    <a:pt x="1728" y="1"/>
                  </a:cubicBezTo>
                  <a:cubicBezTo>
                    <a:pt x="1746" y="0"/>
                    <a:pt x="1746" y="0"/>
                    <a:pt x="1746" y="0"/>
                  </a:cubicBezTo>
                  <a:cubicBezTo>
                    <a:pt x="1764" y="0"/>
                    <a:pt x="1764" y="0"/>
                    <a:pt x="1764" y="0"/>
                  </a:cubicBezTo>
                  <a:cubicBezTo>
                    <a:pt x="1782" y="0"/>
                    <a:pt x="1782" y="0"/>
                    <a:pt x="1782" y="0"/>
                  </a:cubicBezTo>
                  <a:cubicBezTo>
                    <a:pt x="1800" y="0"/>
                    <a:pt x="1800" y="0"/>
                    <a:pt x="1800" y="0"/>
                  </a:cubicBezTo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33865" name="Object 9">
              <a:extLst>
                <a:ext uri="{FF2B5EF4-FFF2-40B4-BE49-F238E27FC236}">
                  <a16:creationId xmlns:a16="http://schemas.microsoft.com/office/drawing/2014/main" id="{F8615272-2B9E-544D-7718-D61EF3E1C6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5" y="4151"/>
            <a:ext cx="12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25" name="Equation" r:id="rId9" imgW="2921000" imgH="4102100" progId="Equation.DSMT4">
                    <p:embed/>
                  </p:oleObj>
                </mc:Choice>
                <mc:Fallback>
                  <p:oleObj name="Equation" r:id="rId9" imgW="2921000" imgH="4102100" progId="Equation.DSMT4">
                    <p:embed/>
                    <p:pic>
                      <p:nvPicPr>
                        <p:cNvPr id="633865" name="Object 9">
                          <a:extLst>
                            <a:ext uri="{FF2B5EF4-FFF2-40B4-BE49-F238E27FC236}">
                              <a16:creationId xmlns:a16="http://schemas.microsoft.com/office/drawing/2014/main" id="{F8615272-2B9E-544D-7718-D61EF3E1C6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5" y="4151"/>
                          <a:ext cx="12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6" name="Object 10">
              <a:extLst>
                <a:ext uri="{FF2B5EF4-FFF2-40B4-BE49-F238E27FC236}">
                  <a16:creationId xmlns:a16="http://schemas.microsoft.com/office/drawing/2014/main" id="{3F40EE31-2F5B-6EB8-875A-59AA4112BC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7" y="4169"/>
            <a:ext cx="121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26" name="Equation" r:id="rId11" imgW="2921000" imgH="3213100" progId="Equation.DSMT4">
                    <p:embed/>
                  </p:oleObj>
                </mc:Choice>
                <mc:Fallback>
                  <p:oleObj name="Equation" r:id="rId11" imgW="2921000" imgH="3213100" progId="Equation.DSMT4">
                    <p:embed/>
                    <p:pic>
                      <p:nvPicPr>
                        <p:cNvPr id="633866" name="Object 10">
                          <a:extLst>
                            <a:ext uri="{FF2B5EF4-FFF2-40B4-BE49-F238E27FC236}">
                              <a16:creationId xmlns:a16="http://schemas.microsoft.com/office/drawing/2014/main" id="{3F40EE31-2F5B-6EB8-875A-59AA4112BC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" y="4169"/>
                          <a:ext cx="121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7" name="Object 11">
              <a:extLst>
                <a:ext uri="{FF2B5EF4-FFF2-40B4-BE49-F238E27FC236}">
                  <a16:creationId xmlns:a16="http://schemas.microsoft.com/office/drawing/2014/main" id="{E6D8F4CA-63D6-069D-B676-0813C388A3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3" y="3438"/>
            <a:ext cx="303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27" name="Equation" r:id="rId13" imgW="7315200" imgH="4102100" progId="Equation.DSMT4">
                    <p:embed/>
                  </p:oleObj>
                </mc:Choice>
                <mc:Fallback>
                  <p:oleObj name="Equation" r:id="rId13" imgW="7315200" imgH="4102100" progId="Equation.DSMT4">
                    <p:embed/>
                    <p:pic>
                      <p:nvPicPr>
                        <p:cNvPr id="633867" name="Object 11">
                          <a:extLst>
                            <a:ext uri="{FF2B5EF4-FFF2-40B4-BE49-F238E27FC236}">
                              <a16:creationId xmlns:a16="http://schemas.microsoft.com/office/drawing/2014/main" id="{E6D8F4CA-63D6-069D-B676-0813C388A3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3" y="3438"/>
                          <a:ext cx="303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8" name="Object 12">
              <a:extLst>
                <a:ext uri="{FF2B5EF4-FFF2-40B4-BE49-F238E27FC236}">
                  <a16:creationId xmlns:a16="http://schemas.microsoft.com/office/drawing/2014/main" id="{9FA2B8F9-216F-B2BF-9CB4-1D7ED38CB7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6" y="3724"/>
            <a:ext cx="3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28" name="Equation" r:id="rId15" imgW="8775700" imgH="4102100" progId="Equation.DSMT4">
                    <p:embed/>
                  </p:oleObj>
                </mc:Choice>
                <mc:Fallback>
                  <p:oleObj name="Equation" r:id="rId15" imgW="8775700" imgH="4102100" progId="Equation.DSMT4">
                    <p:embed/>
                    <p:pic>
                      <p:nvPicPr>
                        <p:cNvPr id="633868" name="Object 12">
                          <a:extLst>
                            <a:ext uri="{FF2B5EF4-FFF2-40B4-BE49-F238E27FC236}">
                              <a16:creationId xmlns:a16="http://schemas.microsoft.com/office/drawing/2014/main" id="{9FA2B8F9-216F-B2BF-9CB4-1D7ED38CB7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6" y="3724"/>
                          <a:ext cx="3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3869" name="Line 13">
              <a:extLst>
                <a:ext uri="{FF2B5EF4-FFF2-40B4-BE49-F238E27FC236}">
                  <a16:creationId xmlns:a16="http://schemas.microsoft.com/office/drawing/2014/main" id="{F2887C13-7669-9F51-EBFA-2FD1CB6A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981"/>
              <a:ext cx="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0" name="Line 14">
              <a:extLst>
                <a:ext uri="{FF2B5EF4-FFF2-40B4-BE49-F238E27FC236}">
                  <a16:creationId xmlns:a16="http://schemas.microsoft.com/office/drawing/2014/main" id="{AC739456-8ECB-1C99-130A-D0D17C54E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3966"/>
              <a:ext cx="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33871" name="Object 15">
              <a:extLst>
                <a:ext uri="{FF2B5EF4-FFF2-40B4-BE49-F238E27FC236}">
                  <a16:creationId xmlns:a16="http://schemas.microsoft.com/office/drawing/2014/main" id="{E4BE6EB1-8BF3-E9A0-44C4-E44970864E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" y="3680"/>
            <a:ext cx="3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929" name="Equation" r:id="rId17" imgW="8775700" imgH="4102100" progId="Equation.DSMT4">
                    <p:embed/>
                  </p:oleObj>
                </mc:Choice>
                <mc:Fallback>
                  <p:oleObj name="Equation" r:id="rId17" imgW="8775700" imgH="4102100" progId="Equation.DSMT4">
                    <p:embed/>
                    <p:pic>
                      <p:nvPicPr>
                        <p:cNvPr id="633871" name="Object 15">
                          <a:extLst>
                            <a:ext uri="{FF2B5EF4-FFF2-40B4-BE49-F238E27FC236}">
                              <a16:creationId xmlns:a16="http://schemas.microsoft.com/office/drawing/2014/main" id="{E4BE6EB1-8BF3-E9A0-44C4-E44970864E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" y="3680"/>
                          <a:ext cx="3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3872" name="Line 16">
              <a:extLst>
                <a:ext uri="{FF2B5EF4-FFF2-40B4-BE49-F238E27FC236}">
                  <a16:creationId xmlns:a16="http://schemas.microsoft.com/office/drawing/2014/main" id="{49B7F5CD-CA66-6267-E0B2-05DF6F9DE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4" y="3890"/>
              <a:ext cx="171" cy="18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3" name="Line 17">
              <a:extLst>
                <a:ext uri="{FF2B5EF4-FFF2-40B4-BE49-F238E27FC236}">
                  <a16:creationId xmlns:a16="http://schemas.microsoft.com/office/drawing/2014/main" id="{3F5C6B88-67F6-2205-1C37-8ED1DBBE4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" y="3870"/>
              <a:ext cx="192" cy="20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3874" name="Group 18">
            <a:extLst>
              <a:ext uri="{FF2B5EF4-FFF2-40B4-BE49-F238E27FC236}">
                <a16:creationId xmlns:a16="http://schemas.microsoft.com/office/drawing/2014/main" id="{7CB621F7-1519-A2AE-8A9D-87D20ED4D697}"/>
              </a:ext>
            </a:extLst>
          </p:cNvPr>
          <p:cNvGrpSpPr>
            <a:grpSpLocks/>
          </p:cNvGrpSpPr>
          <p:nvPr/>
        </p:nvGrpSpPr>
        <p:grpSpPr bwMode="auto">
          <a:xfrm>
            <a:off x="3151189" y="3509963"/>
            <a:ext cx="5888037" cy="1574800"/>
            <a:chOff x="575" y="2281"/>
            <a:chExt cx="3305" cy="1467"/>
          </a:xfrm>
        </p:grpSpPr>
        <p:sp>
          <p:nvSpPr>
            <p:cNvPr id="633875" name="Line 19">
              <a:extLst>
                <a:ext uri="{FF2B5EF4-FFF2-40B4-BE49-F238E27FC236}">
                  <a16:creationId xmlns:a16="http://schemas.microsoft.com/office/drawing/2014/main" id="{BFF525F7-43C7-445A-6F03-957BF0266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" y="2891"/>
              <a:ext cx="0" cy="31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6" name="Line 20">
              <a:extLst>
                <a:ext uri="{FF2B5EF4-FFF2-40B4-BE49-F238E27FC236}">
                  <a16:creationId xmlns:a16="http://schemas.microsoft.com/office/drawing/2014/main" id="{7CBBD69E-4127-AC9C-1C19-18EBF0133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" y="2761"/>
              <a:ext cx="0" cy="51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7" name="Line 21">
              <a:extLst>
                <a:ext uri="{FF2B5EF4-FFF2-40B4-BE49-F238E27FC236}">
                  <a16:creationId xmlns:a16="http://schemas.microsoft.com/office/drawing/2014/main" id="{7B0410BA-5F2E-5925-C5BE-658F91668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8" y="2651"/>
              <a:ext cx="0" cy="68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8" name="Line 22">
              <a:extLst>
                <a:ext uri="{FF2B5EF4-FFF2-40B4-BE49-F238E27FC236}">
                  <a16:creationId xmlns:a16="http://schemas.microsoft.com/office/drawing/2014/main" id="{076836C3-710A-DA8D-FF30-F974161C4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" y="2521"/>
              <a:ext cx="0" cy="62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9" name="Line 23">
              <a:extLst>
                <a:ext uri="{FF2B5EF4-FFF2-40B4-BE49-F238E27FC236}">
                  <a16:creationId xmlns:a16="http://schemas.microsoft.com/office/drawing/2014/main" id="{B8CC6B1B-5EE4-904C-29CB-7B2C2DA1C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6" y="2681"/>
              <a:ext cx="0" cy="43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0" name="Line 24">
              <a:extLst>
                <a:ext uri="{FF2B5EF4-FFF2-40B4-BE49-F238E27FC236}">
                  <a16:creationId xmlns:a16="http://schemas.microsoft.com/office/drawing/2014/main" id="{58478A60-3F3F-AF21-493A-F52917792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" y="2601"/>
              <a:ext cx="0" cy="82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1" name="Line 25">
              <a:extLst>
                <a:ext uri="{FF2B5EF4-FFF2-40B4-BE49-F238E27FC236}">
                  <a16:creationId xmlns:a16="http://schemas.microsoft.com/office/drawing/2014/main" id="{C192914D-307E-A64B-68A2-91BC3D73F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4" y="2891"/>
              <a:ext cx="0" cy="3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2" name="Line 26">
              <a:extLst>
                <a:ext uri="{FF2B5EF4-FFF2-40B4-BE49-F238E27FC236}">
                  <a16:creationId xmlns:a16="http://schemas.microsoft.com/office/drawing/2014/main" id="{9B07ED38-78A4-2F1E-1B11-FA29B8A1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8" y="2794"/>
              <a:ext cx="0" cy="47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3" name="Line 27">
              <a:extLst>
                <a:ext uri="{FF2B5EF4-FFF2-40B4-BE49-F238E27FC236}">
                  <a16:creationId xmlns:a16="http://schemas.microsoft.com/office/drawing/2014/main" id="{BD3B8E51-63CD-C437-E94C-0BAD4AB1D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" y="2400"/>
              <a:ext cx="0" cy="88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4" name="Line 28">
              <a:extLst>
                <a:ext uri="{FF2B5EF4-FFF2-40B4-BE49-F238E27FC236}">
                  <a16:creationId xmlns:a16="http://schemas.microsoft.com/office/drawing/2014/main" id="{53C5B0AE-29CF-6298-5027-13ECC5E74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861"/>
              <a:ext cx="0" cy="39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5" name="Line 29">
              <a:extLst>
                <a:ext uri="{FF2B5EF4-FFF2-40B4-BE49-F238E27FC236}">
                  <a16:creationId xmlns:a16="http://schemas.microsoft.com/office/drawing/2014/main" id="{40C0B59C-6A27-0D61-D5D1-3ED721EB9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4" y="2761"/>
              <a:ext cx="0" cy="52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6" name="Line 30">
              <a:extLst>
                <a:ext uri="{FF2B5EF4-FFF2-40B4-BE49-F238E27FC236}">
                  <a16:creationId xmlns:a16="http://schemas.microsoft.com/office/drawing/2014/main" id="{5F2A4040-5C96-6E61-6445-1B7C116DC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2491"/>
              <a:ext cx="0" cy="95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7" name="Line 31">
              <a:extLst>
                <a:ext uri="{FF2B5EF4-FFF2-40B4-BE49-F238E27FC236}">
                  <a16:creationId xmlns:a16="http://schemas.microsoft.com/office/drawing/2014/main" id="{2AF84D3F-6C98-7E56-4BCD-0545CC26D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2" y="2381"/>
              <a:ext cx="0" cy="97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8" name="Line 32">
              <a:extLst>
                <a:ext uri="{FF2B5EF4-FFF2-40B4-BE49-F238E27FC236}">
                  <a16:creationId xmlns:a16="http://schemas.microsoft.com/office/drawing/2014/main" id="{17FC9077-D2C3-3C27-7116-F605B6100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2851"/>
              <a:ext cx="0" cy="37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9" name="Line 33">
              <a:extLst>
                <a:ext uri="{FF2B5EF4-FFF2-40B4-BE49-F238E27FC236}">
                  <a16:creationId xmlns:a16="http://schemas.microsoft.com/office/drawing/2014/main" id="{06F2A6EB-995D-5F46-DB6F-F7B5AF889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2941"/>
              <a:ext cx="0" cy="37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0" name="Line 34">
              <a:extLst>
                <a:ext uri="{FF2B5EF4-FFF2-40B4-BE49-F238E27FC236}">
                  <a16:creationId xmlns:a16="http://schemas.microsoft.com/office/drawing/2014/main" id="{9E00D69B-21CF-9152-DA7E-E3F295E86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" y="2602"/>
              <a:ext cx="0" cy="65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1" name="Line 35">
              <a:extLst>
                <a:ext uri="{FF2B5EF4-FFF2-40B4-BE49-F238E27FC236}">
                  <a16:creationId xmlns:a16="http://schemas.microsoft.com/office/drawing/2014/main" id="{00B12A3F-7660-ACC6-59CB-5C68F762B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8" y="3121"/>
              <a:ext cx="0" cy="2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2" name="Line 36">
              <a:extLst>
                <a:ext uri="{FF2B5EF4-FFF2-40B4-BE49-F238E27FC236}">
                  <a16:creationId xmlns:a16="http://schemas.microsoft.com/office/drawing/2014/main" id="{BDC9BA5B-E169-F9FB-FAAE-F9D169256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2391"/>
              <a:ext cx="0" cy="88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3" name="Line 37">
              <a:extLst>
                <a:ext uri="{FF2B5EF4-FFF2-40B4-BE49-F238E27FC236}">
                  <a16:creationId xmlns:a16="http://schemas.microsoft.com/office/drawing/2014/main" id="{F753332A-0300-75AF-2465-795EFE9C4B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0" y="2721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4" name="Line 38">
              <a:extLst>
                <a:ext uri="{FF2B5EF4-FFF2-40B4-BE49-F238E27FC236}">
                  <a16:creationId xmlns:a16="http://schemas.microsoft.com/office/drawing/2014/main" id="{74C39AFE-0DC3-0510-F557-8955FF18C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2651"/>
              <a:ext cx="0" cy="63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5" name="Line 39">
              <a:extLst>
                <a:ext uri="{FF2B5EF4-FFF2-40B4-BE49-F238E27FC236}">
                  <a16:creationId xmlns:a16="http://schemas.microsoft.com/office/drawing/2014/main" id="{8CCDAAFA-D917-7AEF-8E22-190C33930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8" y="2591"/>
              <a:ext cx="0" cy="72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6" name="Line 40">
              <a:extLst>
                <a:ext uri="{FF2B5EF4-FFF2-40B4-BE49-F238E27FC236}">
                  <a16:creationId xmlns:a16="http://schemas.microsoft.com/office/drawing/2014/main" id="{6493AF77-04BA-72B7-B2E9-44049662F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2" y="277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7" name="Line 41">
              <a:extLst>
                <a:ext uri="{FF2B5EF4-FFF2-40B4-BE49-F238E27FC236}">
                  <a16:creationId xmlns:a16="http://schemas.microsoft.com/office/drawing/2014/main" id="{74F1C4A2-30F2-D132-2F13-18F07869F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6" y="2851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8" name="Line 42">
              <a:extLst>
                <a:ext uri="{FF2B5EF4-FFF2-40B4-BE49-F238E27FC236}">
                  <a16:creationId xmlns:a16="http://schemas.microsoft.com/office/drawing/2014/main" id="{88047936-64E3-4223-0C51-C4FABB83A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0" y="277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9" name="Line 43">
              <a:extLst>
                <a:ext uri="{FF2B5EF4-FFF2-40B4-BE49-F238E27FC236}">
                  <a16:creationId xmlns:a16="http://schemas.microsoft.com/office/drawing/2014/main" id="{504E0FDB-8A74-DFA5-90D9-D207C6A02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4" y="2921"/>
              <a:ext cx="0" cy="63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0" name="Line 44">
              <a:extLst>
                <a:ext uri="{FF2B5EF4-FFF2-40B4-BE49-F238E27FC236}">
                  <a16:creationId xmlns:a16="http://schemas.microsoft.com/office/drawing/2014/main" id="{D23C957C-3241-7E7B-8D00-318D7AE9D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8" y="2395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1" name="Line 45">
              <a:extLst>
                <a:ext uri="{FF2B5EF4-FFF2-40B4-BE49-F238E27FC236}">
                  <a16:creationId xmlns:a16="http://schemas.microsoft.com/office/drawing/2014/main" id="{5D572CA5-823D-E16E-B1A4-DB3898204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2" y="2526"/>
              <a:ext cx="0" cy="21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2" name="Line 46">
              <a:extLst>
                <a:ext uri="{FF2B5EF4-FFF2-40B4-BE49-F238E27FC236}">
                  <a16:creationId xmlns:a16="http://schemas.microsoft.com/office/drawing/2014/main" id="{FC90B7E3-4F8C-485F-115C-F46715A639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0" y="2511"/>
              <a:ext cx="0" cy="91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3" name="Line 47">
              <a:extLst>
                <a:ext uri="{FF2B5EF4-FFF2-40B4-BE49-F238E27FC236}">
                  <a16:creationId xmlns:a16="http://schemas.microsoft.com/office/drawing/2014/main" id="{1C2A6874-6BC1-A1EB-033A-458DFF24B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4" y="2451"/>
              <a:ext cx="0" cy="103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4" name="Line 48">
              <a:extLst>
                <a:ext uri="{FF2B5EF4-FFF2-40B4-BE49-F238E27FC236}">
                  <a16:creationId xmlns:a16="http://schemas.microsoft.com/office/drawing/2014/main" id="{35992C36-186E-BD6F-2522-D83E9CA8B7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8" y="2401"/>
              <a:ext cx="0" cy="79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5" name="Line 49">
              <a:extLst>
                <a:ext uri="{FF2B5EF4-FFF2-40B4-BE49-F238E27FC236}">
                  <a16:creationId xmlns:a16="http://schemas.microsoft.com/office/drawing/2014/main" id="{A413C8C0-4B0F-9384-D7FA-F17DF6730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2" y="2651"/>
              <a:ext cx="0" cy="48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6" name="Line 50">
              <a:extLst>
                <a:ext uri="{FF2B5EF4-FFF2-40B4-BE49-F238E27FC236}">
                  <a16:creationId xmlns:a16="http://schemas.microsoft.com/office/drawing/2014/main" id="{AEB2FC0F-91FA-90DA-7078-2D1EEBEC3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" y="2711"/>
              <a:ext cx="0" cy="55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7" name="Line 51">
              <a:extLst>
                <a:ext uri="{FF2B5EF4-FFF2-40B4-BE49-F238E27FC236}">
                  <a16:creationId xmlns:a16="http://schemas.microsoft.com/office/drawing/2014/main" id="{74DE15BC-D907-821F-DD6B-106A744A0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402"/>
              <a:ext cx="0" cy="65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8" name="Line 52">
              <a:extLst>
                <a:ext uri="{FF2B5EF4-FFF2-40B4-BE49-F238E27FC236}">
                  <a16:creationId xmlns:a16="http://schemas.microsoft.com/office/drawing/2014/main" id="{8F125A74-F328-70BD-E206-0DC90E616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4" y="2653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9" name="Line 53">
              <a:extLst>
                <a:ext uri="{FF2B5EF4-FFF2-40B4-BE49-F238E27FC236}">
                  <a16:creationId xmlns:a16="http://schemas.microsoft.com/office/drawing/2014/main" id="{71205038-42C9-99F3-A5B2-4CA97BFE1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2631"/>
              <a:ext cx="0" cy="63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0" name="Line 54">
              <a:extLst>
                <a:ext uri="{FF2B5EF4-FFF2-40B4-BE49-F238E27FC236}">
                  <a16:creationId xmlns:a16="http://schemas.microsoft.com/office/drawing/2014/main" id="{61B671ED-78D8-9EC4-13A2-95AF2451F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461"/>
              <a:ext cx="0" cy="1051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1" name="Line 55">
              <a:extLst>
                <a:ext uri="{FF2B5EF4-FFF2-40B4-BE49-F238E27FC236}">
                  <a16:creationId xmlns:a16="http://schemas.microsoft.com/office/drawing/2014/main" id="{6640C7B8-1CB2-3FE7-E03E-9309152C4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0" y="2401"/>
              <a:ext cx="0" cy="11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2" name="Line 56">
              <a:extLst>
                <a:ext uri="{FF2B5EF4-FFF2-40B4-BE49-F238E27FC236}">
                  <a16:creationId xmlns:a16="http://schemas.microsoft.com/office/drawing/2014/main" id="{C6985078-90FE-0BB9-CA66-E98E18CF9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4" y="2701"/>
              <a:ext cx="0" cy="61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3" name="Line 57">
              <a:extLst>
                <a:ext uri="{FF2B5EF4-FFF2-40B4-BE49-F238E27FC236}">
                  <a16:creationId xmlns:a16="http://schemas.microsoft.com/office/drawing/2014/main" id="{B3871E60-E707-A5D0-EB41-A283E66D8E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8" y="2765"/>
              <a:ext cx="0" cy="42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4" name="Line 58">
              <a:extLst>
                <a:ext uri="{FF2B5EF4-FFF2-40B4-BE49-F238E27FC236}">
                  <a16:creationId xmlns:a16="http://schemas.microsoft.com/office/drawing/2014/main" id="{7708C650-39CD-ED60-F1AA-25C54966B3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2831"/>
              <a:ext cx="0" cy="55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5" name="Line 59">
              <a:extLst>
                <a:ext uri="{FF2B5EF4-FFF2-40B4-BE49-F238E27FC236}">
                  <a16:creationId xmlns:a16="http://schemas.microsoft.com/office/drawing/2014/main" id="{647BF4EA-5E3F-9E2F-3BA9-C64A7D1DB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6" y="2781"/>
              <a:ext cx="0" cy="45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6" name="Line 60">
              <a:extLst>
                <a:ext uri="{FF2B5EF4-FFF2-40B4-BE49-F238E27FC236}">
                  <a16:creationId xmlns:a16="http://schemas.microsoft.com/office/drawing/2014/main" id="{4FA06AD3-8A5F-CF73-24E7-0D290F8E7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0" y="2705"/>
              <a:ext cx="0" cy="64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7" name="Line 61">
              <a:extLst>
                <a:ext uri="{FF2B5EF4-FFF2-40B4-BE49-F238E27FC236}">
                  <a16:creationId xmlns:a16="http://schemas.microsoft.com/office/drawing/2014/main" id="{ACCEE1B0-ACB6-93DF-DA67-8F0646E6D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4" y="2654"/>
              <a:ext cx="0" cy="65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8" name="Line 62">
              <a:extLst>
                <a:ext uri="{FF2B5EF4-FFF2-40B4-BE49-F238E27FC236}">
                  <a16:creationId xmlns:a16="http://schemas.microsoft.com/office/drawing/2014/main" id="{494C6327-AB45-5D8A-B1DC-F5AA23AA2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8" y="259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9" name="Line 63">
              <a:extLst>
                <a:ext uri="{FF2B5EF4-FFF2-40B4-BE49-F238E27FC236}">
                  <a16:creationId xmlns:a16="http://schemas.microsoft.com/office/drawing/2014/main" id="{46EA0E9F-164E-41A6-9E4E-AB58C27E3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2" y="2421"/>
              <a:ext cx="0" cy="991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0" name="Line 64">
              <a:extLst>
                <a:ext uri="{FF2B5EF4-FFF2-40B4-BE49-F238E27FC236}">
                  <a16:creationId xmlns:a16="http://schemas.microsoft.com/office/drawing/2014/main" id="{3E1060F3-9693-C8BC-5FA5-097556C09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2341"/>
              <a:ext cx="0" cy="119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1" name="Line 65">
              <a:extLst>
                <a:ext uri="{FF2B5EF4-FFF2-40B4-BE49-F238E27FC236}">
                  <a16:creationId xmlns:a16="http://schemas.microsoft.com/office/drawing/2014/main" id="{3FB2DAD6-B7B5-977C-2303-259803548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4" y="2281"/>
              <a:ext cx="0" cy="89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2" name="Line 66">
              <a:extLst>
                <a:ext uri="{FF2B5EF4-FFF2-40B4-BE49-F238E27FC236}">
                  <a16:creationId xmlns:a16="http://schemas.microsoft.com/office/drawing/2014/main" id="{7C1D3477-F3E4-4D02-4164-4BF130EEB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8" y="250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3" name="Line 67">
              <a:extLst>
                <a:ext uri="{FF2B5EF4-FFF2-40B4-BE49-F238E27FC236}">
                  <a16:creationId xmlns:a16="http://schemas.microsoft.com/office/drawing/2014/main" id="{68B602D6-DB7A-039F-75D1-D402CA97A2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2401"/>
              <a:ext cx="0" cy="39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4" name="Line 68">
              <a:extLst>
                <a:ext uri="{FF2B5EF4-FFF2-40B4-BE49-F238E27FC236}">
                  <a16:creationId xmlns:a16="http://schemas.microsoft.com/office/drawing/2014/main" id="{53AF4807-E814-A00E-ACED-CDE2C1C96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6" y="252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5" name="Line 69">
              <a:extLst>
                <a:ext uri="{FF2B5EF4-FFF2-40B4-BE49-F238E27FC236}">
                  <a16:creationId xmlns:a16="http://schemas.microsoft.com/office/drawing/2014/main" id="{79D9D09F-B96C-BAA5-61F9-0A2D83C0F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0" y="2641"/>
              <a:ext cx="0" cy="59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6" name="Line 70">
              <a:extLst>
                <a:ext uri="{FF2B5EF4-FFF2-40B4-BE49-F238E27FC236}">
                  <a16:creationId xmlns:a16="http://schemas.microsoft.com/office/drawing/2014/main" id="{B10A7B4B-40A1-2030-796D-9880E5A103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4" y="2711"/>
              <a:ext cx="0" cy="59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7" name="Line 71">
              <a:extLst>
                <a:ext uri="{FF2B5EF4-FFF2-40B4-BE49-F238E27FC236}">
                  <a16:creationId xmlns:a16="http://schemas.microsoft.com/office/drawing/2014/main" id="{A0940DA6-F1E1-E1C0-7618-330C15931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8" y="2364"/>
              <a:ext cx="0" cy="115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8" name="Line 72">
              <a:extLst>
                <a:ext uri="{FF2B5EF4-FFF2-40B4-BE49-F238E27FC236}">
                  <a16:creationId xmlns:a16="http://schemas.microsoft.com/office/drawing/2014/main" id="{96D3E210-412F-CE9D-AB6F-B8027729E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" y="2791"/>
              <a:ext cx="0" cy="46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9" name="Line 73">
              <a:extLst>
                <a:ext uri="{FF2B5EF4-FFF2-40B4-BE49-F238E27FC236}">
                  <a16:creationId xmlns:a16="http://schemas.microsoft.com/office/drawing/2014/main" id="{67F67B82-53BA-944B-901A-F56A7B744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2701"/>
              <a:ext cx="0" cy="50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0" name="Line 74">
              <a:extLst>
                <a:ext uri="{FF2B5EF4-FFF2-40B4-BE49-F238E27FC236}">
                  <a16:creationId xmlns:a16="http://schemas.microsoft.com/office/drawing/2014/main" id="{790F114B-FA01-16CF-B909-4B1097CCF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4" y="268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1" name="Line 75">
              <a:extLst>
                <a:ext uri="{FF2B5EF4-FFF2-40B4-BE49-F238E27FC236}">
                  <a16:creationId xmlns:a16="http://schemas.microsoft.com/office/drawing/2014/main" id="{594DFD54-ED08-2FD7-FFD1-927931EC9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8" y="2821"/>
              <a:ext cx="0" cy="51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2" name="Line 76">
              <a:extLst>
                <a:ext uri="{FF2B5EF4-FFF2-40B4-BE49-F238E27FC236}">
                  <a16:creationId xmlns:a16="http://schemas.microsoft.com/office/drawing/2014/main" id="{A264C326-8003-6B79-A31D-903F312BF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2" y="259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3" name="Line 77">
              <a:extLst>
                <a:ext uri="{FF2B5EF4-FFF2-40B4-BE49-F238E27FC236}">
                  <a16:creationId xmlns:a16="http://schemas.microsoft.com/office/drawing/2014/main" id="{6B814CE2-962E-FD2F-BAB1-4E582F759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6" y="2641"/>
              <a:ext cx="0" cy="46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4" name="Line 78">
              <a:extLst>
                <a:ext uri="{FF2B5EF4-FFF2-40B4-BE49-F238E27FC236}">
                  <a16:creationId xmlns:a16="http://schemas.microsoft.com/office/drawing/2014/main" id="{90E56BD3-87EA-1277-04AB-C0F8AE60C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0" y="2621"/>
              <a:ext cx="0" cy="58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5" name="Line 79">
              <a:extLst>
                <a:ext uri="{FF2B5EF4-FFF2-40B4-BE49-F238E27FC236}">
                  <a16:creationId xmlns:a16="http://schemas.microsoft.com/office/drawing/2014/main" id="{0AFF1C21-2A35-EC74-0686-D27E40CB1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333"/>
              <a:ext cx="0" cy="14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6" name="Line 80">
              <a:extLst>
                <a:ext uri="{FF2B5EF4-FFF2-40B4-BE49-F238E27FC236}">
                  <a16:creationId xmlns:a16="http://schemas.microsoft.com/office/drawing/2014/main" id="{1189C7A1-0AA1-5B2C-DAA0-CCB53E9AA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033"/>
              <a:ext cx="3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blinds dir="vert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5906" name="Object 2">
            <a:extLst>
              <a:ext uri="{FF2B5EF4-FFF2-40B4-BE49-F238E27FC236}">
                <a16:creationId xmlns:a16="http://schemas.microsoft.com/office/drawing/2014/main" id="{79F25B1B-AB13-F6D2-EB7E-08C2ABE0F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333376"/>
          <a:ext cx="77184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6" name="Equation" r:id="rId3" imgW="106794300" imgH="22821900" progId="Equation.DSMT4">
                  <p:embed/>
                </p:oleObj>
              </mc:Choice>
              <mc:Fallback>
                <p:oleObj name="Equation" r:id="rId3" imgW="106794300" imgH="22821900" progId="Equation.DSMT4">
                  <p:embed/>
                  <p:pic>
                    <p:nvPicPr>
                      <p:cNvPr id="635906" name="Object 2">
                        <a:extLst>
                          <a:ext uri="{FF2B5EF4-FFF2-40B4-BE49-F238E27FC236}">
                            <a16:creationId xmlns:a16="http://schemas.microsoft.com/office/drawing/2014/main" id="{79F25B1B-AB13-F6D2-EB7E-08C2ABE0F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33376"/>
                        <a:ext cx="771842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907" name="Text Box 3">
            <a:extLst>
              <a:ext uri="{FF2B5EF4-FFF2-40B4-BE49-F238E27FC236}">
                <a16:creationId xmlns:a16="http://schemas.microsoft.com/office/drawing/2014/main" id="{9CA78697-6B5B-29DB-E971-12C35FC0F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333376"/>
            <a:ext cx="52640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 sz="3200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35908" name="Object 4">
            <a:extLst>
              <a:ext uri="{FF2B5EF4-FFF2-40B4-BE49-F238E27FC236}">
                <a16:creationId xmlns:a16="http://schemas.microsoft.com/office/drawing/2014/main" id="{A8EA11AA-D53A-EE7B-4FE9-6AEB345FF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4575" y="2044700"/>
          <a:ext cx="298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7" name="Equation" r:id="rId6" imgW="31305500" imgH="4686300" progId="Equation.DSMT4">
                  <p:embed/>
                </p:oleObj>
              </mc:Choice>
              <mc:Fallback>
                <p:oleObj name="Equation" r:id="rId6" imgW="31305500" imgH="4686300" progId="Equation.DSMT4">
                  <p:embed/>
                  <p:pic>
                    <p:nvPicPr>
                      <p:cNvPr id="635908" name="Object 4">
                        <a:extLst>
                          <a:ext uri="{FF2B5EF4-FFF2-40B4-BE49-F238E27FC236}">
                            <a16:creationId xmlns:a16="http://schemas.microsoft.com/office/drawing/2014/main" id="{A8EA11AA-D53A-EE7B-4FE9-6AEB345FFB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2044700"/>
                        <a:ext cx="29845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09" name="Object 5">
            <a:extLst>
              <a:ext uri="{FF2B5EF4-FFF2-40B4-BE49-F238E27FC236}">
                <a16:creationId xmlns:a16="http://schemas.microsoft.com/office/drawing/2014/main" id="{141020E8-ED67-D7EC-6DCA-26D705A63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2609851"/>
          <a:ext cx="40147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8" name="Equation" r:id="rId8" imgW="58508900" imgH="11696700" progId="Equation.DSMT4">
                  <p:embed/>
                </p:oleObj>
              </mc:Choice>
              <mc:Fallback>
                <p:oleObj name="Equation" r:id="rId8" imgW="58508900" imgH="11696700" progId="Equation.DSMT4">
                  <p:embed/>
                  <p:pic>
                    <p:nvPicPr>
                      <p:cNvPr id="635909" name="Object 5">
                        <a:extLst>
                          <a:ext uri="{FF2B5EF4-FFF2-40B4-BE49-F238E27FC236}">
                            <a16:creationId xmlns:a16="http://schemas.microsoft.com/office/drawing/2014/main" id="{141020E8-ED67-D7EC-6DCA-26D705A63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2609851"/>
                        <a:ext cx="40147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0" name="Object 6">
            <a:extLst>
              <a:ext uri="{FF2B5EF4-FFF2-40B4-BE49-F238E27FC236}">
                <a16:creationId xmlns:a16="http://schemas.microsoft.com/office/drawing/2014/main" id="{0377D9B8-0C9C-EE05-E71A-F3E3B0F9E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2238" y="3586164"/>
          <a:ext cx="48752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9" name="Equation" r:id="rId10" imgW="63195200" imgH="5854700" progId="Equation.DSMT4">
                  <p:embed/>
                </p:oleObj>
              </mc:Choice>
              <mc:Fallback>
                <p:oleObj name="Equation" r:id="rId10" imgW="63195200" imgH="5854700" progId="Equation.DSMT4">
                  <p:embed/>
                  <p:pic>
                    <p:nvPicPr>
                      <p:cNvPr id="635910" name="Object 6">
                        <a:extLst>
                          <a:ext uri="{FF2B5EF4-FFF2-40B4-BE49-F238E27FC236}">
                            <a16:creationId xmlns:a16="http://schemas.microsoft.com/office/drawing/2014/main" id="{0377D9B8-0C9C-EE05-E71A-F3E3B0F9E6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3586164"/>
                        <a:ext cx="4875212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1" name="Object 7">
            <a:extLst>
              <a:ext uri="{FF2B5EF4-FFF2-40B4-BE49-F238E27FC236}">
                <a16:creationId xmlns:a16="http://schemas.microsoft.com/office/drawing/2014/main" id="{9EAADC76-BB7E-11F9-A2CF-3800DF0E2C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9" y="4200526"/>
          <a:ext cx="47021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0" name="Equation" r:id="rId12" imgW="68757800" imgH="9067800" progId="Equation.DSMT4">
                  <p:embed/>
                </p:oleObj>
              </mc:Choice>
              <mc:Fallback>
                <p:oleObj name="Equation" r:id="rId12" imgW="68757800" imgH="9067800" progId="Equation.DSMT4">
                  <p:embed/>
                  <p:pic>
                    <p:nvPicPr>
                      <p:cNvPr id="635911" name="Object 7">
                        <a:extLst>
                          <a:ext uri="{FF2B5EF4-FFF2-40B4-BE49-F238E27FC236}">
                            <a16:creationId xmlns:a16="http://schemas.microsoft.com/office/drawing/2014/main" id="{9EAADC76-BB7E-11F9-A2CF-3800DF0E2C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9" y="4200526"/>
                        <a:ext cx="47021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2" name="Object 8">
            <a:extLst>
              <a:ext uri="{FF2B5EF4-FFF2-40B4-BE49-F238E27FC236}">
                <a16:creationId xmlns:a16="http://schemas.microsoft.com/office/drawing/2014/main" id="{D58F038E-CFC5-6161-0290-382CF6DB3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8275" y="5267325"/>
          <a:ext cx="35639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1" name="Equation" r:id="rId14" imgW="41541700" imgH="5854700" progId="Equation.DSMT4">
                  <p:embed/>
                </p:oleObj>
              </mc:Choice>
              <mc:Fallback>
                <p:oleObj name="Equation" r:id="rId14" imgW="41541700" imgH="5854700" progId="Equation.DSMT4">
                  <p:embed/>
                  <p:pic>
                    <p:nvPicPr>
                      <p:cNvPr id="635912" name="Object 8">
                        <a:extLst>
                          <a:ext uri="{FF2B5EF4-FFF2-40B4-BE49-F238E27FC236}">
                            <a16:creationId xmlns:a16="http://schemas.microsoft.com/office/drawing/2014/main" id="{D58F038E-CFC5-6161-0290-382CF6DB33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5267325"/>
                        <a:ext cx="35639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3" name="Object 9">
            <a:extLst>
              <a:ext uri="{FF2B5EF4-FFF2-40B4-BE49-F238E27FC236}">
                <a16:creationId xmlns:a16="http://schemas.microsoft.com/office/drawing/2014/main" id="{D9E77904-A2B9-C307-4D59-6C4A47445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2589" y="2022475"/>
          <a:ext cx="2320925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2" name="Equation" r:id="rId16" imgW="31597600" imgH="36576000" progId="Equation.DSMT4">
                  <p:embed/>
                </p:oleObj>
              </mc:Choice>
              <mc:Fallback>
                <p:oleObj name="Equation" r:id="rId16" imgW="31597600" imgH="36576000" progId="Equation.DSMT4">
                  <p:embed/>
                  <p:pic>
                    <p:nvPicPr>
                      <p:cNvPr id="635913" name="Object 9">
                        <a:extLst>
                          <a:ext uri="{FF2B5EF4-FFF2-40B4-BE49-F238E27FC236}">
                            <a16:creationId xmlns:a16="http://schemas.microsoft.com/office/drawing/2014/main" id="{D9E77904-A2B9-C307-4D59-6C4A474455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2589" y="2022475"/>
                        <a:ext cx="2320925" cy="268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4" name="Object 10">
            <a:extLst>
              <a:ext uri="{FF2B5EF4-FFF2-40B4-BE49-F238E27FC236}">
                <a16:creationId xmlns:a16="http://schemas.microsoft.com/office/drawing/2014/main" id="{B7DCACA6-A9DC-3791-4E39-FF5E76146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9188" y="5056188"/>
          <a:ext cx="31988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3" name="Equation" r:id="rId18" imgW="43002200" imgH="5854700" progId="Equation.DSMT4">
                  <p:embed/>
                </p:oleObj>
              </mc:Choice>
              <mc:Fallback>
                <p:oleObj name="Equation" r:id="rId18" imgW="43002200" imgH="5854700" progId="Equation.DSMT4">
                  <p:embed/>
                  <p:pic>
                    <p:nvPicPr>
                      <p:cNvPr id="635914" name="Object 10">
                        <a:extLst>
                          <a:ext uri="{FF2B5EF4-FFF2-40B4-BE49-F238E27FC236}">
                            <a16:creationId xmlns:a16="http://schemas.microsoft.com/office/drawing/2014/main" id="{B7DCACA6-A9DC-3791-4E39-FF5E76146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188" y="5056188"/>
                        <a:ext cx="319881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930" name="Object 2">
            <a:extLst>
              <a:ext uri="{FF2B5EF4-FFF2-40B4-BE49-F238E27FC236}">
                <a16:creationId xmlns:a16="http://schemas.microsoft.com/office/drawing/2014/main" id="{A4BD5369-17CF-4EEB-A28C-6A5FE93D4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9" y="646113"/>
          <a:ext cx="466248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5" name="Equation" r:id="rId3" imgW="70802500" imgH="6438900" progId="Equation.DSMT4">
                  <p:embed/>
                </p:oleObj>
              </mc:Choice>
              <mc:Fallback>
                <p:oleObj name="Equation" r:id="rId3" imgW="70802500" imgH="6438900" progId="Equation.DSMT4">
                  <p:embed/>
                  <p:pic>
                    <p:nvPicPr>
                      <p:cNvPr id="636930" name="Object 2">
                        <a:extLst>
                          <a:ext uri="{FF2B5EF4-FFF2-40B4-BE49-F238E27FC236}">
                            <a16:creationId xmlns:a16="http://schemas.microsoft.com/office/drawing/2014/main" id="{A4BD5369-17CF-4EEB-A28C-6A5FE93D4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9" y="646113"/>
                        <a:ext cx="4662487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1" name="Object 3">
            <a:extLst>
              <a:ext uri="{FF2B5EF4-FFF2-40B4-BE49-F238E27FC236}">
                <a16:creationId xmlns:a16="http://schemas.microsoft.com/office/drawing/2014/main" id="{C202C2E6-72F3-FAF5-AA54-CDD708555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6" y="1173163"/>
          <a:ext cx="82280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6" name="Equation" r:id="rId5" imgW="124929900" imgH="17551400" progId="Equation.DSMT4">
                  <p:embed/>
                </p:oleObj>
              </mc:Choice>
              <mc:Fallback>
                <p:oleObj name="Equation" r:id="rId5" imgW="124929900" imgH="17551400" progId="Equation.DSMT4">
                  <p:embed/>
                  <p:pic>
                    <p:nvPicPr>
                      <p:cNvPr id="636931" name="Object 3">
                        <a:extLst>
                          <a:ext uri="{FF2B5EF4-FFF2-40B4-BE49-F238E27FC236}">
                            <a16:creationId xmlns:a16="http://schemas.microsoft.com/office/drawing/2014/main" id="{C202C2E6-72F3-FAF5-AA54-CDD708555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6" y="1173163"/>
                        <a:ext cx="82280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2" name="Object 4">
            <a:extLst>
              <a:ext uri="{FF2B5EF4-FFF2-40B4-BE49-F238E27FC236}">
                <a16:creationId xmlns:a16="http://schemas.microsoft.com/office/drawing/2014/main" id="{B6BABDCD-308D-8CC8-CB5A-C91639EB01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5576" y="2398713"/>
          <a:ext cx="24368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7" name="Equation" r:id="rId7" imgW="31597600" imgH="5270500" progId="Equation.DSMT4">
                  <p:embed/>
                </p:oleObj>
              </mc:Choice>
              <mc:Fallback>
                <p:oleObj name="Equation" r:id="rId7" imgW="31597600" imgH="5270500" progId="Equation.DSMT4">
                  <p:embed/>
                  <p:pic>
                    <p:nvPicPr>
                      <p:cNvPr id="636932" name="Object 4">
                        <a:extLst>
                          <a:ext uri="{FF2B5EF4-FFF2-40B4-BE49-F238E27FC236}">
                            <a16:creationId xmlns:a16="http://schemas.microsoft.com/office/drawing/2014/main" id="{B6BABDCD-308D-8CC8-CB5A-C91639EB0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6" y="2398713"/>
                        <a:ext cx="24368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3" name="Object 5">
            <a:extLst>
              <a:ext uri="{FF2B5EF4-FFF2-40B4-BE49-F238E27FC236}">
                <a16:creationId xmlns:a16="http://schemas.microsoft.com/office/drawing/2014/main" id="{372E4CC4-2C93-E4FA-B31A-E8FBB969F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363" y="2933701"/>
          <a:ext cx="16573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8" name="Equation" r:id="rId9" imgW="25158700" imgH="5854700" progId="Equation.DSMT4">
                  <p:embed/>
                </p:oleObj>
              </mc:Choice>
              <mc:Fallback>
                <p:oleObj name="Equation" r:id="rId9" imgW="25158700" imgH="5854700" progId="Equation.DSMT4">
                  <p:embed/>
                  <p:pic>
                    <p:nvPicPr>
                      <p:cNvPr id="636933" name="Object 5">
                        <a:extLst>
                          <a:ext uri="{FF2B5EF4-FFF2-40B4-BE49-F238E27FC236}">
                            <a16:creationId xmlns:a16="http://schemas.microsoft.com/office/drawing/2014/main" id="{372E4CC4-2C93-E4FA-B31A-E8FBB969F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2933701"/>
                        <a:ext cx="165735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4" name="Object 6">
            <a:extLst>
              <a:ext uri="{FF2B5EF4-FFF2-40B4-BE49-F238E27FC236}">
                <a16:creationId xmlns:a16="http://schemas.microsoft.com/office/drawing/2014/main" id="{DA413756-6560-ED75-1D9B-407220ECA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4389" y="3506789"/>
          <a:ext cx="313848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9" name="Equation" r:id="rId11" imgW="47688500" imgH="11112500" progId="Equation.DSMT4">
                  <p:embed/>
                </p:oleObj>
              </mc:Choice>
              <mc:Fallback>
                <p:oleObj name="Equation" r:id="rId11" imgW="47688500" imgH="11112500" progId="Equation.DSMT4">
                  <p:embed/>
                  <p:pic>
                    <p:nvPicPr>
                      <p:cNvPr id="636934" name="Object 6">
                        <a:extLst>
                          <a:ext uri="{FF2B5EF4-FFF2-40B4-BE49-F238E27FC236}">
                            <a16:creationId xmlns:a16="http://schemas.microsoft.com/office/drawing/2014/main" id="{DA413756-6560-ED75-1D9B-407220ECAB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9" y="3506789"/>
                        <a:ext cx="3138487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5" name="Object 7">
            <a:extLst>
              <a:ext uri="{FF2B5EF4-FFF2-40B4-BE49-F238E27FC236}">
                <a16:creationId xmlns:a16="http://schemas.microsoft.com/office/drawing/2014/main" id="{C5F4D641-1643-5FC4-F3EE-4E038E239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1689" y="4429125"/>
          <a:ext cx="315753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0" name="Equation" r:id="rId13" imgW="47980600" imgH="16383000" progId="Equation.DSMT4">
                  <p:embed/>
                </p:oleObj>
              </mc:Choice>
              <mc:Fallback>
                <p:oleObj name="Equation" r:id="rId13" imgW="47980600" imgH="16383000" progId="Equation.DSMT4">
                  <p:embed/>
                  <p:pic>
                    <p:nvPicPr>
                      <p:cNvPr id="636935" name="Object 7">
                        <a:extLst>
                          <a:ext uri="{FF2B5EF4-FFF2-40B4-BE49-F238E27FC236}">
                            <a16:creationId xmlns:a16="http://schemas.microsoft.com/office/drawing/2014/main" id="{C5F4D641-1643-5FC4-F3EE-4E038E2394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9" y="4429125"/>
                        <a:ext cx="3157537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6" name="Object 8">
            <a:extLst>
              <a:ext uri="{FF2B5EF4-FFF2-40B4-BE49-F238E27FC236}">
                <a16:creationId xmlns:a16="http://schemas.microsoft.com/office/drawing/2014/main" id="{888B66DE-6B52-AAC6-2C99-DC3DD0BAC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9938" y="5557839"/>
          <a:ext cx="40068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1" name="Equation" r:id="rId15" imgW="60858400" imgH="12293600" progId="Equation.DSMT4">
                  <p:embed/>
                </p:oleObj>
              </mc:Choice>
              <mc:Fallback>
                <p:oleObj name="Equation" r:id="rId15" imgW="60858400" imgH="12293600" progId="Equation.DSMT4">
                  <p:embed/>
                  <p:pic>
                    <p:nvPicPr>
                      <p:cNvPr id="636936" name="Object 8">
                        <a:extLst>
                          <a:ext uri="{FF2B5EF4-FFF2-40B4-BE49-F238E27FC236}">
                            <a16:creationId xmlns:a16="http://schemas.microsoft.com/office/drawing/2014/main" id="{888B66DE-6B52-AAC6-2C99-DC3DD0BAC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5557839"/>
                        <a:ext cx="40068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954" name="Object 2">
            <a:extLst>
              <a:ext uri="{FF2B5EF4-FFF2-40B4-BE49-F238E27FC236}">
                <a16:creationId xmlns:a16="http://schemas.microsoft.com/office/drawing/2014/main" id="{43C24FC5-4CC7-D294-124E-7E0A769567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1344613"/>
          <a:ext cx="24844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4" name="Equation" r:id="rId3" imgW="37744400" imgH="5854700" progId="Equation.DSMT4">
                  <p:embed/>
                </p:oleObj>
              </mc:Choice>
              <mc:Fallback>
                <p:oleObj name="Equation" r:id="rId3" imgW="37744400" imgH="5854700" progId="Equation.DSMT4">
                  <p:embed/>
                  <p:pic>
                    <p:nvPicPr>
                      <p:cNvPr id="637954" name="Object 2">
                        <a:extLst>
                          <a:ext uri="{FF2B5EF4-FFF2-40B4-BE49-F238E27FC236}">
                            <a16:creationId xmlns:a16="http://schemas.microsoft.com/office/drawing/2014/main" id="{43C24FC5-4CC7-D294-124E-7E0A76956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1344613"/>
                        <a:ext cx="24844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5" name="Object 3">
            <a:extLst>
              <a:ext uri="{FF2B5EF4-FFF2-40B4-BE49-F238E27FC236}">
                <a16:creationId xmlns:a16="http://schemas.microsoft.com/office/drawing/2014/main" id="{F58A5B87-07A9-B5F3-2D5A-EFD23916E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9" y="1989138"/>
          <a:ext cx="571658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5" name="Equation" r:id="rId5" imgW="86893400" imgH="15214600" progId="Equation.DSMT4">
                  <p:embed/>
                </p:oleObj>
              </mc:Choice>
              <mc:Fallback>
                <p:oleObj name="Equation" r:id="rId5" imgW="86893400" imgH="15214600" progId="Equation.DSMT4">
                  <p:embed/>
                  <p:pic>
                    <p:nvPicPr>
                      <p:cNvPr id="637955" name="Object 3">
                        <a:extLst>
                          <a:ext uri="{FF2B5EF4-FFF2-40B4-BE49-F238E27FC236}">
                            <a16:creationId xmlns:a16="http://schemas.microsoft.com/office/drawing/2014/main" id="{F58A5B87-07A9-B5F3-2D5A-EFD23916E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9" y="1989138"/>
                        <a:ext cx="571658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6" name="Object 4">
            <a:extLst>
              <a:ext uri="{FF2B5EF4-FFF2-40B4-BE49-F238E27FC236}">
                <a16:creationId xmlns:a16="http://schemas.microsoft.com/office/drawing/2014/main" id="{0483942E-D8E8-C568-2876-B81CD40CF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2025" y="4632326"/>
          <a:ext cx="42164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6" name="Equation" r:id="rId7" imgW="64071500" imgH="10236200" progId="Equation.DSMT4">
                  <p:embed/>
                </p:oleObj>
              </mc:Choice>
              <mc:Fallback>
                <p:oleObj name="Equation" r:id="rId7" imgW="64071500" imgH="10236200" progId="Equation.DSMT4">
                  <p:embed/>
                  <p:pic>
                    <p:nvPicPr>
                      <p:cNvPr id="637956" name="Object 4">
                        <a:extLst>
                          <a:ext uri="{FF2B5EF4-FFF2-40B4-BE49-F238E27FC236}">
                            <a16:creationId xmlns:a16="http://schemas.microsoft.com/office/drawing/2014/main" id="{0483942E-D8E8-C568-2876-B81CD40CF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4632326"/>
                        <a:ext cx="42164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7" name="Object 5">
            <a:extLst>
              <a:ext uri="{FF2B5EF4-FFF2-40B4-BE49-F238E27FC236}">
                <a16:creationId xmlns:a16="http://schemas.microsoft.com/office/drawing/2014/main" id="{983789BF-CD85-736C-4418-12D6CE0B3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3338513"/>
          <a:ext cx="5181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7" name="Equation" r:id="rId9" imgW="78701900" imgH="10528300" progId="Equation.DSMT4">
                  <p:embed/>
                </p:oleObj>
              </mc:Choice>
              <mc:Fallback>
                <p:oleObj name="Equation" r:id="rId9" imgW="78701900" imgH="10528300" progId="Equation.DSMT4">
                  <p:embed/>
                  <p:pic>
                    <p:nvPicPr>
                      <p:cNvPr id="637957" name="Object 5">
                        <a:extLst>
                          <a:ext uri="{FF2B5EF4-FFF2-40B4-BE49-F238E27FC236}">
                            <a16:creationId xmlns:a16="http://schemas.microsoft.com/office/drawing/2014/main" id="{983789BF-CD85-736C-4418-12D6CE0B3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3338513"/>
                        <a:ext cx="51816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8978" name="Object 2">
            <a:extLst>
              <a:ext uri="{FF2B5EF4-FFF2-40B4-BE49-F238E27FC236}">
                <a16:creationId xmlns:a16="http://schemas.microsoft.com/office/drawing/2014/main" id="{D7C620F7-B4DD-3443-933A-BD4DC0FAC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5576" y="352426"/>
          <a:ext cx="2143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8" name="Equation" r:id="rId3" imgW="27800300" imgH="10528300" progId="Equation.DSMT4">
                  <p:embed/>
                </p:oleObj>
              </mc:Choice>
              <mc:Fallback>
                <p:oleObj name="Equation" r:id="rId3" imgW="27800300" imgH="10528300" progId="Equation.DSMT4">
                  <p:embed/>
                  <p:pic>
                    <p:nvPicPr>
                      <p:cNvPr id="638978" name="Object 2">
                        <a:extLst>
                          <a:ext uri="{FF2B5EF4-FFF2-40B4-BE49-F238E27FC236}">
                            <a16:creationId xmlns:a16="http://schemas.microsoft.com/office/drawing/2014/main" id="{D7C620F7-B4DD-3443-933A-BD4DC0FAC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6" y="352426"/>
                        <a:ext cx="21431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79" name="Object 3">
            <a:extLst>
              <a:ext uri="{FF2B5EF4-FFF2-40B4-BE49-F238E27FC236}">
                <a16:creationId xmlns:a16="http://schemas.microsoft.com/office/drawing/2014/main" id="{B1675FD1-CF27-FEAF-28AB-D7E829CB2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4" y="1300164"/>
          <a:ext cx="13668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9" name="Equation" r:id="rId5" imgW="19011900" imgH="5270500" progId="Equation.DSMT4">
                  <p:embed/>
                </p:oleObj>
              </mc:Choice>
              <mc:Fallback>
                <p:oleObj name="Equation" r:id="rId5" imgW="19011900" imgH="5270500" progId="Equation.DSMT4">
                  <p:embed/>
                  <p:pic>
                    <p:nvPicPr>
                      <p:cNvPr id="638979" name="Object 3">
                        <a:extLst>
                          <a:ext uri="{FF2B5EF4-FFF2-40B4-BE49-F238E27FC236}">
                            <a16:creationId xmlns:a16="http://schemas.microsoft.com/office/drawing/2014/main" id="{B1675FD1-CF27-FEAF-28AB-D7E829CB2C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4" y="1300164"/>
                        <a:ext cx="13668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0" name="Object 4">
            <a:extLst>
              <a:ext uri="{FF2B5EF4-FFF2-40B4-BE49-F238E27FC236}">
                <a16:creationId xmlns:a16="http://schemas.microsoft.com/office/drawing/2014/main" id="{1B467651-EFB1-5049-4B1C-0E708D2AB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6" y="1890714"/>
          <a:ext cx="27146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0" name="Equation" r:id="rId7" imgW="41249600" imgH="10528300" progId="Equation.DSMT4">
                  <p:embed/>
                </p:oleObj>
              </mc:Choice>
              <mc:Fallback>
                <p:oleObj name="Equation" r:id="rId7" imgW="41249600" imgH="10528300" progId="Equation.DSMT4">
                  <p:embed/>
                  <p:pic>
                    <p:nvPicPr>
                      <p:cNvPr id="638980" name="Object 4">
                        <a:extLst>
                          <a:ext uri="{FF2B5EF4-FFF2-40B4-BE49-F238E27FC236}">
                            <a16:creationId xmlns:a16="http://schemas.microsoft.com/office/drawing/2014/main" id="{1B467651-EFB1-5049-4B1C-0E708D2AB1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6" y="1890714"/>
                        <a:ext cx="27146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1" name="Object 5">
            <a:extLst>
              <a:ext uri="{FF2B5EF4-FFF2-40B4-BE49-F238E27FC236}">
                <a16:creationId xmlns:a16="http://schemas.microsoft.com/office/drawing/2014/main" id="{729E4B49-73DF-3DD5-7941-E057B4271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8488" y="2820988"/>
          <a:ext cx="571976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1" name="Equation" r:id="rId9" imgW="86893400" imgH="11112500" progId="Equation.DSMT4">
                  <p:embed/>
                </p:oleObj>
              </mc:Choice>
              <mc:Fallback>
                <p:oleObj name="Equation" r:id="rId9" imgW="86893400" imgH="11112500" progId="Equation.DSMT4">
                  <p:embed/>
                  <p:pic>
                    <p:nvPicPr>
                      <p:cNvPr id="638981" name="Object 5">
                        <a:extLst>
                          <a:ext uri="{FF2B5EF4-FFF2-40B4-BE49-F238E27FC236}">
                            <a16:creationId xmlns:a16="http://schemas.microsoft.com/office/drawing/2014/main" id="{729E4B49-73DF-3DD5-7941-E057B42714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2820988"/>
                        <a:ext cx="571976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2" name="Object 6">
            <a:extLst>
              <a:ext uri="{FF2B5EF4-FFF2-40B4-BE49-F238E27FC236}">
                <a16:creationId xmlns:a16="http://schemas.microsoft.com/office/drawing/2014/main" id="{4353FA9A-4701-FCC7-A098-BA687D60C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5938" y="5114925"/>
          <a:ext cx="57023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2" name="Equation" r:id="rId11" imgW="86601300" imgH="14630400" progId="Equation.DSMT4">
                  <p:embed/>
                </p:oleObj>
              </mc:Choice>
              <mc:Fallback>
                <p:oleObj name="Equation" r:id="rId11" imgW="86601300" imgH="14630400" progId="Equation.DSMT4">
                  <p:embed/>
                  <p:pic>
                    <p:nvPicPr>
                      <p:cNvPr id="638982" name="Object 6">
                        <a:extLst>
                          <a:ext uri="{FF2B5EF4-FFF2-40B4-BE49-F238E27FC236}">
                            <a16:creationId xmlns:a16="http://schemas.microsoft.com/office/drawing/2014/main" id="{4353FA9A-4701-FCC7-A098-BA687D60C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5114925"/>
                        <a:ext cx="57023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3" name="Object 7">
            <a:extLst>
              <a:ext uri="{FF2B5EF4-FFF2-40B4-BE49-F238E27FC236}">
                <a16:creationId xmlns:a16="http://schemas.microsoft.com/office/drawing/2014/main" id="{0065D91F-12B7-48F0-D5DB-CBFCFCC04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3849688"/>
          <a:ext cx="60086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3" name="Equation" r:id="rId13" imgW="91287600" imgH="14630400" progId="Equation.DSMT4">
                  <p:embed/>
                </p:oleObj>
              </mc:Choice>
              <mc:Fallback>
                <p:oleObj name="Equation" r:id="rId13" imgW="91287600" imgH="14630400" progId="Equation.DSMT4">
                  <p:embed/>
                  <p:pic>
                    <p:nvPicPr>
                      <p:cNvPr id="638983" name="Object 7">
                        <a:extLst>
                          <a:ext uri="{FF2B5EF4-FFF2-40B4-BE49-F238E27FC236}">
                            <a16:creationId xmlns:a16="http://schemas.microsoft.com/office/drawing/2014/main" id="{0065D91F-12B7-48F0-D5DB-CBFCFCC0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3849688"/>
                        <a:ext cx="60086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>
            <a:extLst>
              <a:ext uri="{FF2B5EF4-FFF2-40B4-BE49-F238E27FC236}">
                <a16:creationId xmlns:a16="http://schemas.microsoft.com/office/drawing/2014/main" id="{E85F53D7-DE89-1049-A1FC-AB4A88819975}"/>
              </a:ext>
            </a:extLst>
          </p:cNvPr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424114" y="1125538"/>
            <a:ext cx="7775575" cy="2087562"/>
          </a:xfrm>
        </p:spPr>
        <p:txBody>
          <a:bodyPr/>
          <a:lstStyle/>
          <a:p>
            <a:pPr marL="0" indent="0">
              <a:buBlip>
                <a:blip r:embed="rId3"/>
              </a:buBlip>
            </a:pP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：两台机床生产同一个型号的滚珠，从甲机床生产的滚珠中抽取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个，从乙机床生产的滚珠中抽取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个，测得这	些滚珠得直径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毫米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如下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6600"/>
                </a:solidFill>
                <a:latin typeface="宋体" panose="02010600030101010101" pitchFamily="2" charset="-122"/>
              </a:rPr>
              <a:t>甲机床 </a:t>
            </a: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15.0  14.8  15.2  15.4  14.9  15.1  15.2  14.8</a:t>
            </a:r>
          </a:p>
          <a:p>
            <a:pPr marL="0" indent="0">
              <a:buNone/>
            </a:pP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6600"/>
                </a:solidFill>
                <a:latin typeface="宋体" panose="02010600030101010101" pitchFamily="2" charset="-122"/>
              </a:rPr>
              <a:t>乙机床 </a:t>
            </a: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15.2  15.0  14.8  15.1  14.6  14.8  15.1  14.5 15.0</a:t>
            </a:r>
          </a:p>
        </p:txBody>
      </p:sp>
      <p:graphicFrame>
        <p:nvGraphicFramePr>
          <p:cNvPr id="640003" name="Object 3">
            <a:extLst>
              <a:ext uri="{FF2B5EF4-FFF2-40B4-BE49-F238E27FC236}">
                <a16:creationId xmlns:a16="http://schemas.microsoft.com/office/drawing/2014/main" id="{E9F0CA6D-FB7E-0AFA-79D2-EDD8727178D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57475" y="3533776"/>
          <a:ext cx="7513638" cy="2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7" name="Equation" r:id="rId4" imgW="103568500" imgH="38328600" progId="Equation.DSMT4">
                  <p:embed/>
                </p:oleObj>
              </mc:Choice>
              <mc:Fallback>
                <p:oleObj name="Equation" r:id="rId4" imgW="103568500" imgH="38328600" progId="Equation.DSMT4">
                  <p:embed/>
                  <p:pic>
                    <p:nvPicPr>
                      <p:cNvPr id="640003" name="Object 3">
                        <a:extLst>
                          <a:ext uri="{FF2B5EF4-FFF2-40B4-BE49-F238E27FC236}">
                            <a16:creationId xmlns:a16="http://schemas.microsoft.com/office/drawing/2014/main" id="{E9F0CA6D-FB7E-0AFA-79D2-EDD872717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3533776"/>
                        <a:ext cx="7513638" cy="248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026" name="Object 2">
            <a:extLst>
              <a:ext uri="{FF2B5EF4-FFF2-40B4-BE49-F238E27FC236}">
                <a16:creationId xmlns:a16="http://schemas.microsoft.com/office/drawing/2014/main" id="{B569DAFC-4515-C0C9-F36D-31783A8F2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1144589"/>
          <a:ext cx="71818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1" name="Equation" r:id="rId3" imgW="98005900" imgH="5562600" progId="Equation.DSMT4">
                  <p:embed/>
                </p:oleObj>
              </mc:Choice>
              <mc:Fallback>
                <p:oleObj name="Equation" r:id="rId3" imgW="98005900" imgH="5562600" progId="Equation.DSMT4">
                  <p:embed/>
                  <p:pic>
                    <p:nvPicPr>
                      <p:cNvPr id="641026" name="Object 2">
                        <a:extLst>
                          <a:ext uri="{FF2B5EF4-FFF2-40B4-BE49-F238E27FC236}">
                            <a16:creationId xmlns:a16="http://schemas.microsoft.com/office/drawing/2014/main" id="{B569DAFC-4515-C0C9-F36D-31783A8F22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144589"/>
                        <a:ext cx="71818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7" name="Object 3">
            <a:extLst>
              <a:ext uri="{FF2B5EF4-FFF2-40B4-BE49-F238E27FC236}">
                <a16:creationId xmlns:a16="http://schemas.microsoft.com/office/drawing/2014/main" id="{D70D0A9C-01F6-F1DC-C73C-C48F69A7AE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3836988"/>
          <a:ext cx="622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2" name="Equation" r:id="rId5" imgW="95669100" imgH="5854700" progId="Equation.DSMT4">
                  <p:embed/>
                </p:oleObj>
              </mc:Choice>
              <mc:Fallback>
                <p:oleObj name="Equation" r:id="rId5" imgW="95669100" imgH="5854700" progId="Equation.DSMT4">
                  <p:embed/>
                  <p:pic>
                    <p:nvPicPr>
                      <p:cNvPr id="641027" name="Object 3">
                        <a:extLst>
                          <a:ext uri="{FF2B5EF4-FFF2-40B4-BE49-F238E27FC236}">
                            <a16:creationId xmlns:a16="http://schemas.microsoft.com/office/drawing/2014/main" id="{D70D0A9C-01F6-F1DC-C73C-C48F69A7A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836988"/>
                        <a:ext cx="6223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8" name="Object 4">
            <a:extLst>
              <a:ext uri="{FF2B5EF4-FFF2-40B4-BE49-F238E27FC236}">
                <a16:creationId xmlns:a16="http://schemas.microsoft.com/office/drawing/2014/main" id="{230714B2-AE95-747D-33A1-EBBE63E20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1697038"/>
          <a:ext cx="59388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3" name="Equation" r:id="rId7" imgW="81038700" imgH="10528300" progId="Equation.DSMT4">
                  <p:embed/>
                </p:oleObj>
              </mc:Choice>
              <mc:Fallback>
                <p:oleObj name="Equation" r:id="rId7" imgW="81038700" imgH="10528300" progId="Equation.DSMT4">
                  <p:embed/>
                  <p:pic>
                    <p:nvPicPr>
                      <p:cNvPr id="641028" name="Object 4">
                        <a:extLst>
                          <a:ext uri="{FF2B5EF4-FFF2-40B4-BE49-F238E27FC236}">
                            <a16:creationId xmlns:a16="http://schemas.microsoft.com/office/drawing/2014/main" id="{230714B2-AE95-747D-33A1-EBBE63E20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697038"/>
                        <a:ext cx="59388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9" name="Object 5">
            <a:extLst>
              <a:ext uri="{FF2B5EF4-FFF2-40B4-BE49-F238E27FC236}">
                <a16:creationId xmlns:a16="http://schemas.microsoft.com/office/drawing/2014/main" id="{6BD83F88-DFA4-AC69-ED1B-C02C119DD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3300" y="2255838"/>
          <a:ext cx="2789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4" name="Equation" r:id="rId9" imgW="38036500" imgH="12293600" progId="Equation.DSMT4">
                  <p:embed/>
                </p:oleObj>
              </mc:Choice>
              <mc:Fallback>
                <p:oleObj name="Equation" r:id="rId9" imgW="38036500" imgH="12293600" progId="Equation.DSMT4">
                  <p:embed/>
                  <p:pic>
                    <p:nvPicPr>
                      <p:cNvPr id="641029" name="Object 5">
                        <a:extLst>
                          <a:ext uri="{FF2B5EF4-FFF2-40B4-BE49-F238E27FC236}">
                            <a16:creationId xmlns:a16="http://schemas.microsoft.com/office/drawing/2014/main" id="{6BD83F88-DFA4-AC69-ED1B-C02C119DDC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255838"/>
                        <a:ext cx="27892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0" name="Object 6">
            <a:extLst>
              <a:ext uri="{FF2B5EF4-FFF2-40B4-BE49-F238E27FC236}">
                <a16:creationId xmlns:a16="http://schemas.microsoft.com/office/drawing/2014/main" id="{46400537-25AA-513E-4129-E88EE2278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0" y="3182938"/>
          <a:ext cx="58102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5" name="Equation" r:id="rId11" imgW="79286100" imgH="5854700" progId="Equation.DSMT4">
                  <p:embed/>
                </p:oleObj>
              </mc:Choice>
              <mc:Fallback>
                <p:oleObj name="Equation" r:id="rId11" imgW="79286100" imgH="5854700" progId="Equation.DSMT4">
                  <p:embed/>
                  <p:pic>
                    <p:nvPicPr>
                      <p:cNvPr id="641030" name="Object 6">
                        <a:extLst>
                          <a:ext uri="{FF2B5EF4-FFF2-40B4-BE49-F238E27FC236}">
                            <a16:creationId xmlns:a16="http://schemas.microsoft.com/office/drawing/2014/main" id="{46400537-25AA-513E-4129-E88EE2278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182938"/>
                        <a:ext cx="58102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1" name="Object 7">
            <a:extLst>
              <a:ext uri="{FF2B5EF4-FFF2-40B4-BE49-F238E27FC236}">
                <a16:creationId xmlns:a16="http://schemas.microsoft.com/office/drawing/2014/main" id="{EAC1CD78-5AC7-DEB4-9D17-8CDCF025F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9425" y="5164138"/>
          <a:ext cx="48895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6" name="Equation" r:id="rId13" imgW="66700400" imgH="9652000" progId="Equation.DSMT4">
                  <p:embed/>
                </p:oleObj>
              </mc:Choice>
              <mc:Fallback>
                <p:oleObj name="Equation" r:id="rId13" imgW="66700400" imgH="9652000" progId="Equation.DSMT4">
                  <p:embed/>
                  <p:pic>
                    <p:nvPicPr>
                      <p:cNvPr id="641031" name="Object 7">
                        <a:extLst>
                          <a:ext uri="{FF2B5EF4-FFF2-40B4-BE49-F238E27FC236}">
                            <a16:creationId xmlns:a16="http://schemas.microsoft.com/office/drawing/2014/main" id="{EAC1CD78-5AC7-DEB4-9D17-8CDCF025F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5164138"/>
                        <a:ext cx="48895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2" name="Object 8">
            <a:extLst>
              <a:ext uri="{FF2B5EF4-FFF2-40B4-BE49-F238E27FC236}">
                <a16:creationId xmlns:a16="http://schemas.microsoft.com/office/drawing/2014/main" id="{BE3BBF51-D4AB-BAB7-AADF-E2F7AB0CF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5" y="4289425"/>
          <a:ext cx="40084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7" name="Equation" r:id="rId15" imgW="54711600" imgH="10528300" progId="Equation.DSMT4">
                  <p:embed/>
                </p:oleObj>
              </mc:Choice>
              <mc:Fallback>
                <p:oleObj name="Equation" r:id="rId15" imgW="54711600" imgH="10528300" progId="Equation.DSMT4">
                  <p:embed/>
                  <p:pic>
                    <p:nvPicPr>
                      <p:cNvPr id="641032" name="Object 8">
                        <a:extLst>
                          <a:ext uri="{FF2B5EF4-FFF2-40B4-BE49-F238E27FC236}">
                            <a16:creationId xmlns:a16="http://schemas.microsoft.com/office/drawing/2014/main" id="{BE3BBF51-D4AB-BAB7-AADF-E2F7AB0CF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4289425"/>
                        <a:ext cx="40084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3" name="Object 9">
            <a:extLst>
              <a:ext uri="{FF2B5EF4-FFF2-40B4-BE49-F238E27FC236}">
                <a16:creationId xmlns:a16="http://schemas.microsoft.com/office/drawing/2014/main" id="{CF56E626-5F6A-5ED9-99AD-774507710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5957888"/>
          <a:ext cx="34734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8" name="Equation" r:id="rId17" imgW="47396400" imgH="5854700" progId="Equation.DSMT4">
                  <p:embed/>
                </p:oleObj>
              </mc:Choice>
              <mc:Fallback>
                <p:oleObj name="Equation" r:id="rId17" imgW="47396400" imgH="5854700" progId="Equation.DSMT4">
                  <p:embed/>
                  <p:pic>
                    <p:nvPicPr>
                      <p:cNvPr id="641033" name="Object 9">
                        <a:extLst>
                          <a:ext uri="{FF2B5EF4-FFF2-40B4-BE49-F238E27FC236}">
                            <a16:creationId xmlns:a16="http://schemas.microsoft.com/office/drawing/2014/main" id="{CF56E626-5F6A-5ED9-99AD-774507710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5957888"/>
                        <a:ext cx="34734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4" name="Object 10">
            <a:extLst>
              <a:ext uri="{FF2B5EF4-FFF2-40B4-BE49-F238E27FC236}">
                <a16:creationId xmlns:a16="http://schemas.microsoft.com/office/drawing/2014/main" id="{32D04E56-BF0C-6E36-5D8B-AE3DD8607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0" y="4173538"/>
          <a:ext cx="30162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9" name="Equation" r:id="rId19" imgW="44183300" imgH="15506700" progId="Equation.DSMT4">
                  <p:embed/>
                </p:oleObj>
              </mc:Choice>
              <mc:Fallback>
                <p:oleObj name="Equation" r:id="rId19" imgW="44183300" imgH="15506700" progId="Equation.DSMT4">
                  <p:embed/>
                  <p:pic>
                    <p:nvPicPr>
                      <p:cNvPr id="641034" name="Object 10">
                        <a:extLst>
                          <a:ext uri="{FF2B5EF4-FFF2-40B4-BE49-F238E27FC236}">
                            <a16:creationId xmlns:a16="http://schemas.microsoft.com/office/drawing/2014/main" id="{32D04E56-BF0C-6E36-5D8B-AE3DD8607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4173538"/>
                        <a:ext cx="301625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35" name="Oval 11">
            <a:extLst>
              <a:ext uri="{FF2B5EF4-FFF2-40B4-BE49-F238E27FC236}">
                <a16:creationId xmlns:a16="http://schemas.microsoft.com/office/drawing/2014/main" id="{3D019212-DF36-AC54-12B9-FE43546B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4443517"/>
            <a:ext cx="3084512" cy="652255"/>
          </a:xfrm>
          <a:prstGeom prst="ellipse">
            <a:avLst/>
          </a:prstGeom>
          <a:noFill/>
          <a:ln w="19050">
            <a:solidFill>
              <a:srgbClr val="FFCC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4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Text Box 2">
            <a:extLst>
              <a:ext uri="{FF2B5EF4-FFF2-40B4-BE49-F238E27FC236}">
                <a16:creationId xmlns:a16="http://schemas.microsoft.com/office/drawing/2014/main" id="{F11DEE89-E861-93F6-AAF5-E06E98C8C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1962" y="1773238"/>
            <a:ext cx="1314376" cy="42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[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说明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] 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置信区间包含两方面含义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    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1.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置信水平  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2.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区间长度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3"/>
              </a:buBlip>
            </a:pPr>
            <a:r>
              <a:rPr kumimoji="0" lang="zh-CN" altLang="en-US" sz="1600">
                <a:solidFill>
                  <a:srgbClr val="3366FF"/>
                </a:solidFill>
                <a:latin typeface="宋体" panose="02010600030101010101" pitchFamily="2" charset="-122"/>
              </a:rPr>
              <a:t>置信水平越高，区间越大，但区间精确度差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3"/>
              </a:buBlip>
            </a:pPr>
            <a:r>
              <a:rPr kumimoji="0" lang="zh-CN" altLang="en-US" sz="1600">
                <a:solidFill>
                  <a:srgbClr val="3366FF"/>
                </a:solidFill>
                <a:latin typeface="宋体" panose="02010600030101010101" pitchFamily="2" charset="-122"/>
              </a:rPr>
              <a:t>置信区间越小，精确度高，但置信水平差</a:t>
            </a:r>
          </a:p>
        </p:txBody>
      </p:sp>
      <p:graphicFrame>
        <p:nvGraphicFramePr>
          <p:cNvPr id="643075" name="Object 3">
            <a:extLst>
              <a:ext uri="{FF2B5EF4-FFF2-40B4-BE49-F238E27FC236}">
                <a16:creationId xmlns:a16="http://schemas.microsoft.com/office/drawing/2014/main" id="{62F9BF4B-A639-71BC-CB6C-C86586778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981076"/>
          <a:ext cx="55594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5" name="Equation" r:id="rId4" imgW="79870300" imgH="10528300" progId="Equation.DSMT4">
                  <p:embed/>
                </p:oleObj>
              </mc:Choice>
              <mc:Fallback>
                <p:oleObj name="Equation" r:id="rId4" imgW="79870300" imgH="10528300" progId="Equation.DSMT4">
                  <p:embed/>
                  <p:pic>
                    <p:nvPicPr>
                      <p:cNvPr id="643075" name="Object 3">
                        <a:extLst>
                          <a:ext uri="{FF2B5EF4-FFF2-40B4-BE49-F238E27FC236}">
                            <a16:creationId xmlns:a16="http://schemas.microsoft.com/office/drawing/2014/main" id="{62F9BF4B-A639-71BC-CB6C-C86586778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981076"/>
                        <a:ext cx="55594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6" name="Object 4">
            <a:extLst>
              <a:ext uri="{FF2B5EF4-FFF2-40B4-BE49-F238E27FC236}">
                <a16:creationId xmlns:a16="http://schemas.microsoft.com/office/drawing/2014/main" id="{EEE89848-2410-75C9-958C-BE939FD14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1773239"/>
          <a:ext cx="46434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6" name="Equation" r:id="rId6" imgW="66700400" imgH="11696700" progId="Equation.DSMT4">
                  <p:embed/>
                </p:oleObj>
              </mc:Choice>
              <mc:Fallback>
                <p:oleObj name="Equation" r:id="rId6" imgW="66700400" imgH="11696700" progId="Equation.DSMT4">
                  <p:embed/>
                  <p:pic>
                    <p:nvPicPr>
                      <p:cNvPr id="643076" name="Object 4">
                        <a:extLst>
                          <a:ext uri="{FF2B5EF4-FFF2-40B4-BE49-F238E27FC236}">
                            <a16:creationId xmlns:a16="http://schemas.microsoft.com/office/drawing/2014/main" id="{EEE89848-2410-75C9-958C-BE939FD14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773239"/>
                        <a:ext cx="464343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7" name="Object 5">
            <a:extLst>
              <a:ext uri="{FF2B5EF4-FFF2-40B4-BE49-F238E27FC236}">
                <a16:creationId xmlns:a16="http://schemas.microsoft.com/office/drawing/2014/main" id="{24FEC549-1C30-121F-3DEF-5EBE9DD10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708276"/>
          <a:ext cx="56213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7" name="Equation" r:id="rId8" imgW="80746600" imgH="9067800" progId="Equation.DSMT4">
                  <p:embed/>
                </p:oleObj>
              </mc:Choice>
              <mc:Fallback>
                <p:oleObj name="Equation" r:id="rId8" imgW="80746600" imgH="9067800" progId="Equation.DSMT4">
                  <p:embed/>
                  <p:pic>
                    <p:nvPicPr>
                      <p:cNvPr id="643077" name="Object 5">
                        <a:extLst>
                          <a:ext uri="{FF2B5EF4-FFF2-40B4-BE49-F238E27FC236}">
                            <a16:creationId xmlns:a16="http://schemas.microsoft.com/office/drawing/2014/main" id="{24FEC549-1C30-121F-3DEF-5EBE9DD10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08276"/>
                        <a:ext cx="562133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8" name="Object 6">
            <a:extLst>
              <a:ext uri="{FF2B5EF4-FFF2-40B4-BE49-F238E27FC236}">
                <a16:creationId xmlns:a16="http://schemas.microsoft.com/office/drawing/2014/main" id="{6FDD5FB9-2504-BAD8-130D-AE999F591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3284539"/>
          <a:ext cx="51323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8" name="Equation" r:id="rId10" imgW="73723500" imgH="10528300" progId="Equation.DSMT4">
                  <p:embed/>
                </p:oleObj>
              </mc:Choice>
              <mc:Fallback>
                <p:oleObj name="Equation" r:id="rId10" imgW="73723500" imgH="10528300" progId="Equation.DSMT4">
                  <p:embed/>
                  <p:pic>
                    <p:nvPicPr>
                      <p:cNvPr id="643078" name="Object 6">
                        <a:extLst>
                          <a:ext uri="{FF2B5EF4-FFF2-40B4-BE49-F238E27FC236}">
                            <a16:creationId xmlns:a16="http://schemas.microsoft.com/office/drawing/2014/main" id="{6FDD5FB9-2504-BAD8-130D-AE999F591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284539"/>
                        <a:ext cx="513238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9" name="Object 7">
            <a:extLst>
              <a:ext uri="{FF2B5EF4-FFF2-40B4-BE49-F238E27FC236}">
                <a16:creationId xmlns:a16="http://schemas.microsoft.com/office/drawing/2014/main" id="{54AF3CB6-F325-A76B-0915-9171C26BC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4365625"/>
          <a:ext cx="45926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9" name="Equation" r:id="rId12" imgW="69049900" imgH="15214600" progId="Equation.DSMT4">
                  <p:embed/>
                </p:oleObj>
              </mc:Choice>
              <mc:Fallback>
                <p:oleObj name="Equation" r:id="rId12" imgW="69049900" imgH="15214600" progId="Equation.DSMT4">
                  <p:embed/>
                  <p:pic>
                    <p:nvPicPr>
                      <p:cNvPr id="643079" name="Object 7">
                        <a:extLst>
                          <a:ext uri="{FF2B5EF4-FFF2-40B4-BE49-F238E27FC236}">
                            <a16:creationId xmlns:a16="http://schemas.microsoft.com/office/drawing/2014/main" id="{54AF3CB6-F325-A76B-0915-9171C26BC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365625"/>
                        <a:ext cx="45926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080" name="Oval 8">
            <a:extLst>
              <a:ext uri="{FF2B5EF4-FFF2-40B4-BE49-F238E27FC236}">
                <a16:creationId xmlns:a16="http://schemas.microsoft.com/office/drawing/2014/main" id="{570242F9-AAEA-C69A-C9BE-B74D14FA3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684023"/>
            <a:ext cx="5380037" cy="652255"/>
          </a:xfrm>
          <a:prstGeom prst="ellipse">
            <a:avLst/>
          </a:prstGeom>
          <a:noFill/>
          <a:ln w="19050">
            <a:solidFill>
              <a:srgbClr val="FFCC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4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218" name="Group 98">
            <a:extLst>
              <a:ext uri="{FF2B5EF4-FFF2-40B4-BE49-F238E27FC236}">
                <a16:creationId xmlns:a16="http://schemas.microsoft.com/office/drawing/2014/main" id="{3275B7CA-E76B-5C66-53FE-8E04F27104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31951" y="736600"/>
          <a:ext cx="8742363" cy="5835844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74375016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558480531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1791113053"/>
                    </a:ext>
                  </a:extLst>
                </a:gridCol>
                <a:gridCol w="2430463">
                  <a:extLst>
                    <a:ext uri="{9D8B030D-6E8A-4147-A177-3AD203B41FA5}">
                      <a16:colId xmlns:a16="http://schemas.microsoft.com/office/drawing/2014/main" val="360502033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3884342659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820182348"/>
                    </a:ext>
                  </a:extLst>
                </a:gridCol>
              </a:tblGrid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参数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参数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 分 布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置信区间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单侧置信限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314558"/>
                  </a:ext>
                </a:extLst>
              </a:tr>
              <a:tr h="782638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一个正态总体</a:t>
                      </a:r>
                    </a:p>
                  </a:txBody>
                  <a:tcPr marL="90000" marR="90000" marT="46800" marB="46800" vert="eaVert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237274"/>
                  </a:ext>
                </a:extLst>
              </a:tr>
              <a:tr h="74771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18326"/>
                  </a:ext>
                </a:extLst>
              </a:tr>
              <a:tr h="955675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52579"/>
                  </a:ext>
                </a:extLst>
              </a:tr>
              <a:tr h="779463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两个正态总体</a:t>
                      </a:r>
                    </a:p>
                  </a:txBody>
                  <a:tcPr marL="90000" marR="90000" marT="46800" marB="46800" vert="eaVert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62170"/>
                  </a:ext>
                </a:extLst>
              </a:tr>
              <a:tr h="83343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530737"/>
                  </a:ext>
                </a:extLst>
              </a:tr>
              <a:tr h="103981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27378"/>
                  </a:ext>
                </a:extLst>
              </a:tr>
            </a:tbl>
          </a:graphicData>
        </a:graphic>
      </p:graphicFrame>
      <p:grpSp>
        <p:nvGrpSpPr>
          <p:cNvPr id="645184" name="Group 64">
            <a:extLst>
              <a:ext uri="{FF2B5EF4-FFF2-40B4-BE49-F238E27FC236}">
                <a16:creationId xmlns:a16="http://schemas.microsoft.com/office/drawing/2014/main" id="{42C81DA2-ADCF-CF20-DAEF-7AEBEC1E6607}"/>
              </a:ext>
            </a:extLst>
          </p:cNvPr>
          <p:cNvGrpSpPr>
            <a:grpSpLocks/>
          </p:cNvGrpSpPr>
          <p:nvPr/>
        </p:nvGrpSpPr>
        <p:grpSpPr bwMode="auto">
          <a:xfrm>
            <a:off x="2314576" y="1401763"/>
            <a:ext cx="8061325" cy="5130800"/>
            <a:chOff x="498" y="883"/>
            <a:chExt cx="5078" cy="3232"/>
          </a:xfrm>
        </p:grpSpPr>
        <p:graphicFrame>
          <p:nvGraphicFramePr>
            <p:cNvPr id="645185" name="Object 65">
              <a:extLst>
                <a:ext uri="{FF2B5EF4-FFF2-40B4-BE49-F238E27FC236}">
                  <a16:creationId xmlns:a16="http://schemas.microsoft.com/office/drawing/2014/main" id="{2812AE4D-96D9-B410-6C06-D37D2CD316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4" y="1070"/>
            <a:ext cx="172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59" name="Equation" r:id="rId3" imgW="3505200" imgH="3797300" progId="Equation.DSMT4">
                    <p:embed/>
                  </p:oleObj>
                </mc:Choice>
                <mc:Fallback>
                  <p:oleObj name="Equation" r:id="rId3" imgW="3505200" imgH="3797300" progId="Equation.DSMT4">
                    <p:embed/>
                    <p:pic>
                      <p:nvPicPr>
                        <p:cNvPr id="645185" name="Object 65">
                          <a:extLst>
                            <a:ext uri="{FF2B5EF4-FFF2-40B4-BE49-F238E27FC236}">
                              <a16:creationId xmlns:a16="http://schemas.microsoft.com/office/drawing/2014/main" id="{2812AE4D-96D9-B410-6C06-D37D2CD316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" y="1070"/>
                          <a:ext cx="172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6" name="Object 66">
              <a:extLst>
                <a:ext uri="{FF2B5EF4-FFF2-40B4-BE49-F238E27FC236}">
                  <a16:creationId xmlns:a16="http://schemas.microsoft.com/office/drawing/2014/main" id="{0A107A32-91CA-062A-6F4E-D966EC6D33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8" y="1564"/>
            <a:ext cx="172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0" name="Equation" r:id="rId5" imgW="3505200" imgH="3797300" progId="Equation.DSMT4">
                    <p:embed/>
                  </p:oleObj>
                </mc:Choice>
                <mc:Fallback>
                  <p:oleObj name="Equation" r:id="rId5" imgW="3505200" imgH="3797300" progId="Equation.DSMT4">
                    <p:embed/>
                    <p:pic>
                      <p:nvPicPr>
                        <p:cNvPr id="645186" name="Object 66">
                          <a:extLst>
                            <a:ext uri="{FF2B5EF4-FFF2-40B4-BE49-F238E27FC236}">
                              <a16:creationId xmlns:a16="http://schemas.microsoft.com/office/drawing/2014/main" id="{0A107A32-91CA-062A-6F4E-D966EC6D33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1564"/>
                          <a:ext cx="172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7" name="Object 67">
              <a:extLst>
                <a:ext uri="{FF2B5EF4-FFF2-40B4-BE49-F238E27FC236}">
                  <a16:creationId xmlns:a16="http://schemas.microsoft.com/office/drawing/2014/main" id="{8216289D-C068-5D80-31AE-E8998FC3A1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9" y="2042"/>
            <a:ext cx="22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1" name="Equation" r:id="rId7" imgW="4686300" imgH="4686300" progId="Equation.DSMT4">
                    <p:embed/>
                  </p:oleObj>
                </mc:Choice>
                <mc:Fallback>
                  <p:oleObj name="Equation" r:id="rId7" imgW="4686300" imgH="4686300" progId="Equation.DSMT4">
                    <p:embed/>
                    <p:pic>
                      <p:nvPicPr>
                        <p:cNvPr id="645187" name="Object 67">
                          <a:extLst>
                            <a:ext uri="{FF2B5EF4-FFF2-40B4-BE49-F238E27FC236}">
                              <a16:creationId xmlns:a16="http://schemas.microsoft.com/office/drawing/2014/main" id="{8216289D-C068-5D80-31AE-E8998FC3A1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" y="2042"/>
                          <a:ext cx="22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8" name="Object 68">
              <a:extLst>
                <a:ext uri="{FF2B5EF4-FFF2-40B4-BE49-F238E27FC236}">
                  <a16:creationId xmlns:a16="http://schemas.microsoft.com/office/drawing/2014/main" id="{AE6D9D54-EE8A-3C3F-7A86-58DBA1272B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" y="2594"/>
            <a:ext cx="4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2" name="Equation" r:id="rId9" imgW="10528300" imgH="5270500" progId="Equation.DSMT4">
                    <p:embed/>
                  </p:oleObj>
                </mc:Choice>
                <mc:Fallback>
                  <p:oleObj name="Equation" r:id="rId9" imgW="10528300" imgH="5270500" progId="Equation.DSMT4">
                    <p:embed/>
                    <p:pic>
                      <p:nvPicPr>
                        <p:cNvPr id="645188" name="Object 68">
                          <a:extLst>
                            <a:ext uri="{FF2B5EF4-FFF2-40B4-BE49-F238E27FC236}">
                              <a16:creationId xmlns:a16="http://schemas.microsoft.com/office/drawing/2014/main" id="{AE6D9D54-EE8A-3C3F-7A86-58DBA1272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2594"/>
                          <a:ext cx="4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9" name="Object 69">
              <a:extLst>
                <a:ext uri="{FF2B5EF4-FFF2-40B4-BE49-F238E27FC236}">
                  <a16:creationId xmlns:a16="http://schemas.microsoft.com/office/drawing/2014/main" id="{A3F4517F-C82C-5EEF-1C88-59629174F9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0" y="3495"/>
            <a:ext cx="231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3" name="Equation" r:id="rId11" imgW="5562600" imgH="10528300" progId="Equation.DSMT4">
                    <p:embed/>
                  </p:oleObj>
                </mc:Choice>
                <mc:Fallback>
                  <p:oleObj name="Equation" r:id="rId11" imgW="5562600" imgH="10528300" progId="Equation.DSMT4">
                    <p:embed/>
                    <p:pic>
                      <p:nvPicPr>
                        <p:cNvPr id="645189" name="Object 69">
                          <a:extLst>
                            <a:ext uri="{FF2B5EF4-FFF2-40B4-BE49-F238E27FC236}">
                              <a16:creationId xmlns:a16="http://schemas.microsoft.com/office/drawing/2014/main" id="{A3F4517F-C82C-5EEF-1C88-59629174F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3495"/>
                          <a:ext cx="231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0" name="Object 70">
              <a:extLst>
                <a:ext uri="{FF2B5EF4-FFF2-40B4-BE49-F238E27FC236}">
                  <a16:creationId xmlns:a16="http://schemas.microsoft.com/office/drawing/2014/main" id="{365FA2C6-DB8A-AAA7-1219-5902CDB272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9" y="1024"/>
            <a:ext cx="47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4" name="Equation" r:id="rId13" imgW="11112500" imgH="4686300" progId="Equation.DSMT4">
                    <p:embed/>
                  </p:oleObj>
                </mc:Choice>
                <mc:Fallback>
                  <p:oleObj name="Equation" r:id="rId13" imgW="11112500" imgH="4686300" progId="Equation.DSMT4">
                    <p:embed/>
                    <p:pic>
                      <p:nvPicPr>
                        <p:cNvPr id="645190" name="Object 70">
                          <a:extLst>
                            <a:ext uri="{FF2B5EF4-FFF2-40B4-BE49-F238E27FC236}">
                              <a16:creationId xmlns:a16="http://schemas.microsoft.com/office/drawing/2014/main" id="{365FA2C6-DB8A-AAA7-1219-5902CDB272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1024"/>
                          <a:ext cx="471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1" name="Object 71">
              <a:extLst>
                <a:ext uri="{FF2B5EF4-FFF2-40B4-BE49-F238E27FC236}">
                  <a16:creationId xmlns:a16="http://schemas.microsoft.com/office/drawing/2014/main" id="{3B046322-E490-EAC3-6C5B-ABBFA49F89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3" y="2510"/>
            <a:ext cx="38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5" name="Equation" r:id="rId15" imgW="9944100" imgH="10528300" progId="Equation.DSMT4">
                    <p:embed/>
                  </p:oleObj>
                </mc:Choice>
                <mc:Fallback>
                  <p:oleObj name="Equation" r:id="rId15" imgW="9944100" imgH="10528300" progId="Equation.DSMT4">
                    <p:embed/>
                    <p:pic>
                      <p:nvPicPr>
                        <p:cNvPr id="645191" name="Object 71">
                          <a:extLst>
                            <a:ext uri="{FF2B5EF4-FFF2-40B4-BE49-F238E27FC236}">
                              <a16:creationId xmlns:a16="http://schemas.microsoft.com/office/drawing/2014/main" id="{3B046322-E490-EAC3-6C5B-ABBFA49F89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2510"/>
                          <a:ext cx="38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2" name="Object 72">
              <a:extLst>
                <a:ext uri="{FF2B5EF4-FFF2-40B4-BE49-F238E27FC236}">
                  <a16:creationId xmlns:a16="http://schemas.microsoft.com/office/drawing/2014/main" id="{492F38A0-020C-C2F2-CA9E-82348A3D9B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2" y="3052"/>
            <a:ext cx="4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6" name="Equation" r:id="rId17" imgW="14338300" imgH="10528300" progId="Equation.DSMT4">
                    <p:embed/>
                  </p:oleObj>
                </mc:Choice>
                <mc:Fallback>
                  <p:oleObj name="Equation" r:id="rId17" imgW="14338300" imgH="10528300" progId="Equation.DSMT4">
                    <p:embed/>
                    <p:pic>
                      <p:nvPicPr>
                        <p:cNvPr id="645192" name="Object 72">
                          <a:extLst>
                            <a:ext uri="{FF2B5EF4-FFF2-40B4-BE49-F238E27FC236}">
                              <a16:creationId xmlns:a16="http://schemas.microsoft.com/office/drawing/2014/main" id="{492F38A0-020C-C2F2-CA9E-82348A3D9B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3052"/>
                          <a:ext cx="46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3" name="Object 73">
              <a:extLst>
                <a:ext uri="{FF2B5EF4-FFF2-40B4-BE49-F238E27FC236}">
                  <a16:creationId xmlns:a16="http://schemas.microsoft.com/office/drawing/2014/main" id="{9458A156-BF2A-93E3-40D5-5DA55893B1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0" y="3541"/>
            <a:ext cx="32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7" name="Equation" r:id="rId19" imgW="8775700" imgH="9944100" progId="Equation.DSMT4">
                    <p:embed/>
                  </p:oleObj>
                </mc:Choice>
                <mc:Fallback>
                  <p:oleObj name="Equation" r:id="rId19" imgW="8775700" imgH="9944100" progId="Equation.DSMT4">
                    <p:embed/>
                    <p:pic>
                      <p:nvPicPr>
                        <p:cNvPr id="645193" name="Object 73">
                          <a:extLst>
                            <a:ext uri="{FF2B5EF4-FFF2-40B4-BE49-F238E27FC236}">
                              <a16:creationId xmlns:a16="http://schemas.microsoft.com/office/drawing/2014/main" id="{9458A156-BF2A-93E3-40D5-5DA55893B1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3541"/>
                          <a:ext cx="32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4" name="Object 74">
              <a:extLst>
                <a:ext uri="{FF2B5EF4-FFF2-40B4-BE49-F238E27FC236}">
                  <a16:creationId xmlns:a16="http://schemas.microsoft.com/office/drawing/2014/main" id="{6668B3D2-AC17-32E0-8213-5BE499E5E3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961"/>
            <a:ext cx="762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8" name="Equation" r:id="rId21" imgW="21945600" imgH="10528300" progId="Equation.DSMT4">
                    <p:embed/>
                  </p:oleObj>
                </mc:Choice>
                <mc:Fallback>
                  <p:oleObj name="Equation" r:id="rId21" imgW="21945600" imgH="10528300" progId="Equation.DSMT4">
                    <p:embed/>
                    <p:pic>
                      <p:nvPicPr>
                        <p:cNvPr id="645194" name="Object 74">
                          <a:extLst>
                            <a:ext uri="{FF2B5EF4-FFF2-40B4-BE49-F238E27FC236}">
                              <a16:creationId xmlns:a16="http://schemas.microsoft.com/office/drawing/2014/main" id="{6668B3D2-AC17-32E0-8213-5BE499E5E3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61"/>
                          <a:ext cx="762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5" name="Object 75">
              <a:extLst>
                <a:ext uri="{FF2B5EF4-FFF2-40B4-BE49-F238E27FC236}">
                  <a16:creationId xmlns:a16="http://schemas.microsoft.com/office/drawing/2014/main" id="{60EFD9D0-735D-2911-9778-C5F6FD5228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0" y="1453"/>
            <a:ext cx="1059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9" name="Equation" r:id="rId23" imgW="29845000" imgH="10528300" progId="Equation.DSMT4">
                    <p:embed/>
                  </p:oleObj>
                </mc:Choice>
                <mc:Fallback>
                  <p:oleObj name="Equation" r:id="rId23" imgW="29845000" imgH="10528300" progId="Equation.DSMT4">
                    <p:embed/>
                    <p:pic>
                      <p:nvPicPr>
                        <p:cNvPr id="645195" name="Object 75">
                          <a:extLst>
                            <a:ext uri="{FF2B5EF4-FFF2-40B4-BE49-F238E27FC236}">
                              <a16:creationId xmlns:a16="http://schemas.microsoft.com/office/drawing/2014/main" id="{60EFD9D0-735D-2911-9778-C5F6FD5228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0" y="1453"/>
                          <a:ext cx="1059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6" name="Object 76">
              <a:extLst>
                <a:ext uri="{FF2B5EF4-FFF2-40B4-BE49-F238E27FC236}">
                  <a16:creationId xmlns:a16="http://schemas.microsoft.com/office/drawing/2014/main" id="{FE6E6656-7738-AA0C-3293-F62E8F4D5B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5" y="1964"/>
            <a:ext cx="1289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0" name="Equation" r:id="rId25" imgW="38912800" imgH="11696700" progId="Equation.DSMT4">
                    <p:embed/>
                  </p:oleObj>
                </mc:Choice>
                <mc:Fallback>
                  <p:oleObj name="Equation" r:id="rId25" imgW="38912800" imgH="11696700" progId="Equation.DSMT4">
                    <p:embed/>
                    <p:pic>
                      <p:nvPicPr>
                        <p:cNvPr id="645196" name="Object 76">
                          <a:extLst>
                            <a:ext uri="{FF2B5EF4-FFF2-40B4-BE49-F238E27FC236}">
                              <a16:creationId xmlns:a16="http://schemas.microsoft.com/office/drawing/2014/main" id="{FE6E6656-7738-AA0C-3293-F62E8F4D5B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5" y="1964"/>
                          <a:ext cx="1289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7" name="Object 77">
              <a:extLst>
                <a:ext uri="{FF2B5EF4-FFF2-40B4-BE49-F238E27FC236}">
                  <a16:creationId xmlns:a16="http://schemas.microsoft.com/office/drawing/2014/main" id="{79B2187D-9B79-1ADA-1DB9-6EB5FE0F1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" y="3091"/>
            <a:ext cx="4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1" name="Equation" r:id="rId27" imgW="10528300" imgH="5270500" progId="Equation.DSMT4">
                    <p:embed/>
                  </p:oleObj>
                </mc:Choice>
                <mc:Fallback>
                  <p:oleObj name="Equation" r:id="rId27" imgW="10528300" imgH="5270500" progId="Equation.DSMT4">
                    <p:embed/>
                    <p:pic>
                      <p:nvPicPr>
                        <p:cNvPr id="645197" name="Object 77">
                          <a:extLst>
                            <a:ext uri="{FF2B5EF4-FFF2-40B4-BE49-F238E27FC236}">
                              <a16:creationId xmlns:a16="http://schemas.microsoft.com/office/drawing/2014/main" id="{79B2187D-9B79-1ADA-1DB9-6EB5FE0F1B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3091"/>
                          <a:ext cx="4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8" name="Object 78">
              <a:extLst>
                <a:ext uri="{FF2B5EF4-FFF2-40B4-BE49-F238E27FC236}">
                  <a16:creationId xmlns:a16="http://schemas.microsoft.com/office/drawing/2014/main" id="{DFC25E3A-C919-8C3D-9AA9-426779E46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7" y="1543"/>
            <a:ext cx="48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2" name="Equation" r:id="rId29" imgW="11404600" imgH="4978400" progId="Equation.DSMT4">
                    <p:embed/>
                  </p:oleObj>
                </mc:Choice>
                <mc:Fallback>
                  <p:oleObj name="Equation" r:id="rId29" imgW="11404600" imgH="4978400" progId="Equation.DSMT4">
                    <p:embed/>
                    <p:pic>
                      <p:nvPicPr>
                        <p:cNvPr id="645198" name="Object 78">
                          <a:extLst>
                            <a:ext uri="{FF2B5EF4-FFF2-40B4-BE49-F238E27FC236}">
                              <a16:creationId xmlns:a16="http://schemas.microsoft.com/office/drawing/2014/main" id="{DFC25E3A-C919-8C3D-9AA9-426779E466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7" y="1543"/>
                          <a:ext cx="48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9" name="Object 79">
              <a:extLst>
                <a:ext uri="{FF2B5EF4-FFF2-40B4-BE49-F238E27FC236}">
                  <a16:creationId xmlns:a16="http://schemas.microsoft.com/office/drawing/2014/main" id="{1BC32D10-2E15-AB7A-9B12-1AF8C92CAF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" y="2059"/>
            <a:ext cx="434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3" name="Equation" r:id="rId31" imgW="10236200" imgH="4978400" progId="Equation.DSMT4">
                    <p:embed/>
                  </p:oleObj>
                </mc:Choice>
                <mc:Fallback>
                  <p:oleObj name="Equation" r:id="rId31" imgW="10236200" imgH="4978400" progId="Equation.DSMT4">
                    <p:embed/>
                    <p:pic>
                      <p:nvPicPr>
                        <p:cNvPr id="645199" name="Object 79">
                          <a:extLst>
                            <a:ext uri="{FF2B5EF4-FFF2-40B4-BE49-F238E27FC236}">
                              <a16:creationId xmlns:a16="http://schemas.microsoft.com/office/drawing/2014/main" id="{1BC32D10-2E15-AB7A-9B12-1AF8C92CAF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7" y="2059"/>
                          <a:ext cx="434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0" name="Object 80">
              <a:extLst>
                <a:ext uri="{FF2B5EF4-FFF2-40B4-BE49-F238E27FC236}">
                  <a16:creationId xmlns:a16="http://schemas.microsoft.com/office/drawing/2014/main" id="{C2471AA0-6E11-0D12-90E1-5B1E0C8C9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7" y="2521"/>
            <a:ext cx="120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4" name="Equation" r:id="rId33" imgW="36576000" imgH="12293600" progId="Equation.DSMT4">
                    <p:embed/>
                  </p:oleObj>
                </mc:Choice>
                <mc:Fallback>
                  <p:oleObj name="Equation" r:id="rId33" imgW="36576000" imgH="12293600" progId="Equation.DSMT4">
                    <p:embed/>
                    <p:pic>
                      <p:nvPicPr>
                        <p:cNvPr id="645200" name="Object 80">
                          <a:extLst>
                            <a:ext uri="{FF2B5EF4-FFF2-40B4-BE49-F238E27FC236}">
                              <a16:creationId xmlns:a16="http://schemas.microsoft.com/office/drawing/2014/main" id="{C2471AA0-6E11-0D12-90E1-5B1E0C8C9B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7" y="2521"/>
                          <a:ext cx="120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1" name="Object 81">
              <a:extLst>
                <a:ext uri="{FF2B5EF4-FFF2-40B4-BE49-F238E27FC236}">
                  <a16:creationId xmlns:a16="http://schemas.microsoft.com/office/drawing/2014/main" id="{87865F55-BE9D-91FD-A0E9-A677771A0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3" y="3532"/>
            <a:ext cx="909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5" name="Equation" r:id="rId35" imgW="35699700" imgH="22237700" progId="Equation.DSMT4">
                    <p:embed/>
                  </p:oleObj>
                </mc:Choice>
                <mc:Fallback>
                  <p:oleObj name="Equation" r:id="rId35" imgW="35699700" imgH="22237700" progId="Equation.DSMT4">
                    <p:embed/>
                    <p:pic>
                      <p:nvPicPr>
                        <p:cNvPr id="645201" name="Object 81">
                          <a:extLst>
                            <a:ext uri="{FF2B5EF4-FFF2-40B4-BE49-F238E27FC236}">
                              <a16:creationId xmlns:a16="http://schemas.microsoft.com/office/drawing/2014/main" id="{87865F55-BE9D-91FD-A0E9-A677771A03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3" y="3532"/>
                          <a:ext cx="909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2" name="Object 82">
              <a:extLst>
                <a:ext uri="{FF2B5EF4-FFF2-40B4-BE49-F238E27FC236}">
                  <a16:creationId xmlns:a16="http://schemas.microsoft.com/office/drawing/2014/main" id="{2F152DEB-3FF5-B0D1-CA1D-8C3EB752B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" y="3088"/>
            <a:ext cx="123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6" name="Equation" r:id="rId37" imgW="54419500" imgH="10528300" progId="Equation.DSMT4">
                    <p:embed/>
                  </p:oleObj>
                </mc:Choice>
                <mc:Fallback>
                  <p:oleObj name="Equation" r:id="rId37" imgW="54419500" imgH="10528300" progId="Equation.DSMT4">
                    <p:embed/>
                    <p:pic>
                      <p:nvPicPr>
                        <p:cNvPr id="645202" name="Object 82">
                          <a:extLst>
                            <a:ext uri="{FF2B5EF4-FFF2-40B4-BE49-F238E27FC236}">
                              <a16:creationId xmlns:a16="http://schemas.microsoft.com/office/drawing/2014/main" id="{2F152DEB-3FF5-B0D1-CA1D-8C3EB752B9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3088"/>
                          <a:ext cx="123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3" name="Object 83">
              <a:extLst>
                <a:ext uri="{FF2B5EF4-FFF2-40B4-BE49-F238E27FC236}">
                  <a16:creationId xmlns:a16="http://schemas.microsoft.com/office/drawing/2014/main" id="{134EDC4E-A55A-B7E1-7379-FD839F1505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7" y="954"/>
            <a:ext cx="1085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7" name="Equation" r:id="rId39" imgW="29552900" imgH="10528300" progId="Equation.DSMT4">
                    <p:embed/>
                  </p:oleObj>
                </mc:Choice>
                <mc:Fallback>
                  <p:oleObj name="Equation" r:id="rId39" imgW="29552900" imgH="10528300" progId="Equation.DSMT4">
                    <p:embed/>
                    <p:pic>
                      <p:nvPicPr>
                        <p:cNvPr id="645203" name="Object 83">
                          <a:extLst>
                            <a:ext uri="{FF2B5EF4-FFF2-40B4-BE49-F238E27FC236}">
                              <a16:creationId xmlns:a16="http://schemas.microsoft.com/office/drawing/2014/main" id="{134EDC4E-A55A-B7E1-7379-FD839F1505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7" y="954"/>
                          <a:ext cx="1085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4" name="Object 84">
              <a:extLst>
                <a:ext uri="{FF2B5EF4-FFF2-40B4-BE49-F238E27FC236}">
                  <a16:creationId xmlns:a16="http://schemas.microsoft.com/office/drawing/2014/main" id="{EA0477B7-3A08-9355-EDEB-21100B1EB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2" y="1460"/>
            <a:ext cx="100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8" name="Equation" r:id="rId41" imgW="28384500" imgH="10528300" progId="Equation.DSMT4">
                    <p:embed/>
                  </p:oleObj>
                </mc:Choice>
                <mc:Fallback>
                  <p:oleObj name="Equation" r:id="rId41" imgW="28384500" imgH="10528300" progId="Equation.DSMT4">
                    <p:embed/>
                    <p:pic>
                      <p:nvPicPr>
                        <p:cNvPr id="645204" name="Object 84">
                          <a:extLst>
                            <a:ext uri="{FF2B5EF4-FFF2-40B4-BE49-F238E27FC236}">
                              <a16:creationId xmlns:a16="http://schemas.microsoft.com/office/drawing/2014/main" id="{EA0477B7-3A08-9355-EDEB-21100B1EB4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" y="1460"/>
                          <a:ext cx="100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5" name="Object 85">
              <a:extLst>
                <a:ext uri="{FF2B5EF4-FFF2-40B4-BE49-F238E27FC236}">
                  <a16:creationId xmlns:a16="http://schemas.microsoft.com/office/drawing/2014/main" id="{D5DE3417-11F2-7BC6-A829-CF4D048AEB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5" y="1956"/>
            <a:ext cx="1470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9" name="Equation" r:id="rId43" imgW="38328600" imgH="9944100" progId="Equation.DSMT4">
                    <p:embed/>
                  </p:oleObj>
                </mc:Choice>
                <mc:Fallback>
                  <p:oleObj name="Equation" r:id="rId43" imgW="38328600" imgH="9944100" progId="Equation.DSMT4">
                    <p:embed/>
                    <p:pic>
                      <p:nvPicPr>
                        <p:cNvPr id="645205" name="Object 85">
                          <a:extLst>
                            <a:ext uri="{FF2B5EF4-FFF2-40B4-BE49-F238E27FC236}">
                              <a16:creationId xmlns:a16="http://schemas.microsoft.com/office/drawing/2014/main" id="{D5DE3417-11F2-7BC6-A829-CF4D048AEB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5" y="1956"/>
                          <a:ext cx="1470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6" name="Object 86">
              <a:extLst>
                <a:ext uri="{FF2B5EF4-FFF2-40B4-BE49-F238E27FC236}">
                  <a16:creationId xmlns:a16="http://schemas.microsoft.com/office/drawing/2014/main" id="{B8C0580F-B4DA-7554-28B0-80ABC37BD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1" y="2497"/>
            <a:ext cx="1441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0" name="Equation" r:id="rId45" imgW="47980600" imgH="16383000" progId="Equation.DSMT4">
                    <p:embed/>
                  </p:oleObj>
                </mc:Choice>
                <mc:Fallback>
                  <p:oleObj name="Equation" r:id="rId45" imgW="47980600" imgH="16383000" progId="Equation.DSMT4">
                    <p:embed/>
                    <p:pic>
                      <p:nvPicPr>
                        <p:cNvPr id="645206" name="Object 86">
                          <a:extLst>
                            <a:ext uri="{FF2B5EF4-FFF2-40B4-BE49-F238E27FC236}">
                              <a16:creationId xmlns:a16="http://schemas.microsoft.com/office/drawing/2014/main" id="{B8C0580F-B4DA-7554-28B0-80ABC37BD4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1" y="2497"/>
                          <a:ext cx="1441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7" name="Object 87">
              <a:extLst>
                <a:ext uri="{FF2B5EF4-FFF2-40B4-BE49-F238E27FC236}">
                  <a16:creationId xmlns:a16="http://schemas.microsoft.com/office/drawing/2014/main" id="{64E7B13D-E7D5-7563-9676-947DF58959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3563"/>
            <a:ext cx="1333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1" name="Equation" r:id="rId47" imgW="42125900" imgH="10528300" progId="Equation.DSMT4">
                    <p:embed/>
                  </p:oleObj>
                </mc:Choice>
                <mc:Fallback>
                  <p:oleObj name="Equation" r:id="rId47" imgW="42125900" imgH="10528300" progId="Equation.DSMT4">
                    <p:embed/>
                    <p:pic>
                      <p:nvPicPr>
                        <p:cNvPr id="645207" name="Object 87">
                          <a:extLst>
                            <a:ext uri="{FF2B5EF4-FFF2-40B4-BE49-F238E27FC236}">
                              <a16:creationId xmlns:a16="http://schemas.microsoft.com/office/drawing/2014/main" id="{64E7B13D-E7D5-7563-9676-947DF58959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563"/>
                          <a:ext cx="1333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8" name="Object 88">
              <a:extLst>
                <a:ext uri="{FF2B5EF4-FFF2-40B4-BE49-F238E27FC236}">
                  <a16:creationId xmlns:a16="http://schemas.microsoft.com/office/drawing/2014/main" id="{2EB4E82F-CAD9-2EC3-6EE5-ACEE603349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7" y="3016"/>
            <a:ext cx="1484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2" name="Equation" r:id="rId49" imgW="54711600" imgH="15214600" progId="Equation.DSMT4">
                    <p:embed/>
                  </p:oleObj>
                </mc:Choice>
                <mc:Fallback>
                  <p:oleObj name="Equation" r:id="rId49" imgW="54711600" imgH="15214600" progId="Equation.DSMT4">
                    <p:embed/>
                    <p:pic>
                      <p:nvPicPr>
                        <p:cNvPr id="645208" name="Object 88">
                          <a:extLst>
                            <a:ext uri="{FF2B5EF4-FFF2-40B4-BE49-F238E27FC236}">
                              <a16:creationId xmlns:a16="http://schemas.microsoft.com/office/drawing/2014/main" id="{2EB4E82F-CAD9-2EC3-6EE5-ACEE603349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" y="3016"/>
                          <a:ext cx="1484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9" name="Object 89">
              <a:extLst>
                <a:ext uri="{FF2B5EF4-FFF2-40B4-BE49-F238E27FC236}">
                  <a16:creationId xmlns:a16="http://schemas.microsoft.com/office/drawing/2014/main" id="{6CC168B1-79D2-6FBB-8578-BBE2F385C0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6" y="883"/>
            <a:ext cx="801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3" name="Equation" r:id="rId51" imgW="22237700" imgH="16967200" progId="Equation.DSMT4">
                    <p:embed/>
                  </p:oleObj>
                </mc:Choice>
                <mc:Fallback>
                  <p:oleObj name="Equation" r:id="rId51" imgW="22237700" imgH="16967200" progId="Equation.DSMT4">
                    <p:embed/>
                    <p:pic>
                      <p:nvPicPr>
                        <p:cNvPr id="645209" name="Object 89">
                          <a:extLst>
                            <a:ext uri="{FF2B5EF4-FFF2-40B4-BE49-F238E27FC236}">
                              <a16:creationId xmlns:a16="http://schemas.microsoft.com/office/drawing/2014/main" id="{6CC168B1-79D2-6FBB-8578-BBE2F385C0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883"/>
                          <a:ext cx="801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0" name="Object 90">
              <a:extLst>
                <a:ext uri="{FF2B5EF4-FFF2-40B4-BE49-F238E27FC236}">
                  <a16:creationId xmlns:a16="http://schemas.microsoft.com/office/drawing/2014/main" id="{E9B5D272-10EF-DEB7-2269-297E4E8601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1422"/>
            <a:ext cx="90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4" name="Equation" r:id="rId53" imgW="30429200" imgH="16967200" progId="Equation.DSMT4">
                    <p:embed/>
                  </p:oleObj>
                </mc:Choice>
                <mc:Fallback>
                  <p:oleObj name="Equation" r:id="rId53" imgW="30429200" imgH="16967200" progId="Equation.DSMT4">
                    <p:embed/>
                    <p:pic>
                      <p:nvPicPr>
                        <p:cNvPr id="645210" name="Object 90">
                          <a:extLst>
                            <a:ext uri="{FF2B5EF4-FFF2-40B4-BE49-F238E27FC236}">
                              <a16:creationId xmlns:a16="http://schemas.microsoft.com/office/drawing/2014/main" id="{E9B5D272-10EF-DEB7-2269-297E4E8601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422"/>
                          <a:ext cx="909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1" name="Object 91">
              <a:extLst>
                <a:ext uri="{FF2B5EF4-FFF2-40B4-BE49-F238E27FC236}">
                  <a16:creationId xmlns:a16="http://schemas.microsoft.com/office/drawing/2014/main" id="{898EA636-96F7-CF4D-6377-782CD3C920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5" y="1871"/>
            <a:ext cx="884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5" name="Equation" r:id="rId55" imgW="23990300" imgH="21069300" progId="Equation.DSMT4">
                    <p:embed/>
                  </p:oleObj>
                </mc:Choice>
                <mc:Fallback>
                  <p:oleObj name="Equation" r:id="rId55" imgW="23990300" imgH="21069300" progId="Equation.DSMT4">
                    <p:embed/>
                    <p:pic>
                      <p:nvPicPr>
                        <p:cNvPr id="645211" name="Object 91">
                          <a:extLst>
                            <a:ext uri="{FF2B5EF4-FFF2-40B4-BE49-F238E27FC236}">
                              <a16:creationId xmlns:a16="http://schemas.microsoft.com/office/drawing/2014/main" id="{898EA636-96F7-CF4D-6377-782CD3C920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5" y="1871"/>
                          <a:ext cx="884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2" name="Object 92">
              <a:extLst>
                <a:ext uri="{FF2B5EF4-FFF2-40B4-BE49-F238E27FC236}">
                  <a16:creationId xmlns:a16="http://schemas.microsoft.com/office/drawing/2014/main" id="{547D9190-26BF-55D6-536F-0573871D8A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4" y="2480"/>
            <a:ext cx="1041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6" name="Equation" r:id="rId57" imgW="44767500" imgH="21069300" progId="Equation.DSMT4">
                    <p:embed/>
                  </p:oleObj>
                </mc:Choice>
                <mc:Fallback>
                  <p:oleObj name="Equation" r:id="rId57" imgW="44767500" imgH="21069300" progId="Equation.DSMT4">
                    <p:embed/>
                    <p:pic>
                      <p:nvPicPr>
                        <p:cNvPr id="645212" name="Object 92">
                          <a:extLst>
                            <a:ext uri="{FF2B5EF4-FFF2-40B4-BE49-F238E27FC236}">
                              <a16:creationId xmlns:a16="http://schemas.microsoft.com/office/drawing/2014/main" id="{547D9190-26BF-55D6-536F-0573871D8A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2480"/>
                          <a:ext cx="1041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3" name="Object 93">
              <a:extLst>
                <a:ext uri="{FF2B5EF4-FFF2-40B4-BE49-F238E27FC236}">
                  <a16:creationId xmlns:a16="http://schemas.microsoft.com/office/drawing/2014/main" id="{8B859F9D-C82B-5CA7-67FB-0E42E7FFE5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1" y="3510"/>
            <a:ext cx="1128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7" name="Equation" r:id="rId59" imgW="41833800" imgH="22237700" progId="Equation.DSMT4">
                    <p:embed/>
                  </p:oleObj>
                </mc:Choice>
                <mc:Fallback>
                  <p:oleObj name="Equation" r:id="rId59" imgW="41833800" imgH="22237700" progId="Equation.DSMT4">
                    <p:embed/>
                    <p:pic>
                      <p:nvPicPr>
                        <p:cNvPr id="645213" name="Object 93">
                          <a:extLst>
                            <a:ext uri="{FF2B5EF4-FFF2-40B4-BE49-F238E27FC236}">
                              <a16:creationId xmlns:a16="http://schemas.microsoft.com/office/drawing/2014/main" id="{8B859F9D-C82B-5CA7-67FB-0E42E7FFE5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1" y="3510"/>
                          <a:ext cx="1128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4" name="Object 94">
              <a:extLst>
                <a:ext uri="{FF2B5EF4-FFF2-40B4-BE49-F238E27FC236}">
                  <a16:creationId xmlns:a16="http://schemas.microsoft.com/office/drawing/2014/main" id="{875F7090-E77B-7E39-0653-10B29F3389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8" y="2981"/>
            <a:ext cx="1068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8" name="Equation" r:id="rId61" imgW="62611000" imgH="18719800" progId="Equation.DSMT4">
                    <p:embed/>
                  </p:oleObj>
                </mc:Choice>
                <mc:Fallback>
                  <p:oleObj name="Equation" r:id="rId61" imgW="62611000" imgH="18719800" progId="Equation.DSMT4">
                    <p:embed/>
                    <p:pic>
                      <p:nvPicPr>
                        <p:cNvPr id="645214" name="Object 94">
                          <a:extLst>
                            <a:ext uri="{FF2B5EF4-FFF2-40B4-BE49-F238E27FC236}">
                              <a16:creationId xmlns:a16="http://schemas.microsoft.com/office/drawing/2014/main" id="{875F7090-E77B-7E39-0653-10B29F3389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8" y="2981"/>
                          <a:ext cx="1068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5215" name="Group 95">
            <a:extLst>
              <a:ext uri="{FF2B5EF4-FFF2-40B4-BE49-F238E27FC236}">
                <a16:creationId xmlns:a16="http://schemas.microsoft.com/office/drawing/2014/main" id="{6F207B31-7DEE-6D2A-D9E4-E86C9EDB71AB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188914"/>
            <a:ext cx="5915025" cy="409575"/>
            <a:chOff x="967" y="103"/>
            <a:chExt cx="3726" cy="258"/>
          </a:xfrm>
        </p:grpSpPr>
        <p:sp>
          <p:nvSpPr>
            <p:cNvPr id="645216" name="Text Box 96">
              <a:extLst>
                <a:ext uri="{FF2B5EF4-FFF2-40B4-BE49-F238E27FC236}">
                  <a16:creationId xmlns:a16="http://schemas.microsoft.com/office/drawing/2014/main" id="{0613896C-1343-E515-3BB2-817C7800C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03"/>
              <a:ext cx="302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accent2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7A77"/>
                </a:buClr>
                <a:buSzPct val="80000"/>
              </a:pPr>
              <a:r>
                <a:rPr kumimoji="0" lang="zh-CN" altLang="en-US" sz="1800">
                  <a:solidFill>
                    <a:srgbClr val="3366FF"/>
                  </a:solidFill>
                  <a:latin typeface="Arial" panose="020B0604020202020204" pitchFamily="34" charset="0"/>
                </a:rPr>
                <a:t>正态总体均值、方差的置信区间与单侧置信限</a:t>
              </a:r>
            </a:p>
          </p:txBody>
        </p:sp>
        <p:graphicFrame>
          <p:nvGraphicFramePr>
            <p:cNvPr id="645217" name="Object 97">
              <a:extLst>
                <a:ext uri="{FF2B5EF4-FFF2-40B4-BE49-F238E27FC236}">
                  <a16:creationId xmlns:a16="http://schemas.microsoft.com/office/drawing/2014/main" id="{997F678A-90E2-C8E2-A659-103BB2CBCB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0" y="139"/>
            <a:ext cx="78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9" name="Equation" r:id="rId63" imgW="20777200" imgH="5854700" progId="Equation.DSMT4">
                    <p:embed/>
                  </p:oleObj>
                </mc:Choice>
                <mc:Fallback>
                  <p:oleObj name="Equation" r:id="rId63" imgW="20777200" imgH="5854700" progId="Equation.DSMT4">
                    <p:embed/>
                    <p:pic>
                      <p:nvPicPr>
                        <p:cNvPr id="645217" name="Object 97">
                          <a:extLst>
                            <a:ext uri="{FF2B5EF4-FFF2-40B4-BE49-F238E27FC236}">
                              <a16:creationId xmlns:a16="http://schemas.microsoft.com/office/drawing/2014/main" id="{997F678A-90E2-C8E2-A659-103BB2CBCB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139"/>
                          <a:ext cx="783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blinds dir="vert"/>
  </p:transition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2940</Words>
  <Application>Microsoft Office PowerPoint</Application>
  <PresentationFormat>宽屏</PresentationFormat>
  <Paragraphs>370</Paragraphs>
  <Slides>95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95</vt:i4>
      </vt:variant>
    </vt:vector>
  </HeadingPairs>
  <TitlesOfParts>
    <vt:vector size="111" baseType="lpstr">
      <vt:lpstr>黑体</vt:lpstr>
      <vt:lpstr>华文楷体</vt:lpstr>
      <vt:lpstr>楷体_GB2312</vt:lpstr>
      <vt:lpstr>宋体</vt:lpstr>
      <vt:lpstr>Arial</vt:lpstr>
      <vt:lpstr>Cambria Math</vt:lpstr>
      <vt:lpstr>MT Extra</vt:lpstr>
      <vt:lpstr>Times New Roman</vt:lpstr>
      <vt:lpstr>Wingdings</vt:lpstr>
      <vt:lpstr>Wingdings 2</vt:lpstr>
      <vt:lpstr>吉祥如意</vt:lpstr>
      <vt:lpstr>诗情画意</vt:lpstr>
      <vt:lpstr>公式</vt:lpstr>
      <vt:lpstr>Equation.3</vt:lpstr>
      <vt:lpstr>Equation.DSMT4</vt:lpstr>
      <vt:lpstr>Equation</vt:lpstr>
      <vt:lpstr>               参数估计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第四节 区间估计</vt:lpstr>
      <vt:lpstr>PowerPoint 演示文稿</vt:lpstr>
      <vt:lpstr>  单侧置信区间</vt:lpstr>
      <vt:lpstr>  正态总体均值方差的区间估计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参数估计</dc:title>
  <dc:creator>Microsoft Office User</dc:creator>
  <cp:lastModifiedBy>Administrator</cp:lastModifiedBy>
  <cp:revision>16</cp:revision>
  <dcterms:created xsi:type="dcterms:W3CDTF">2023-09-03T08:05:29Z</dcterms:created>
  <dcterms:modified xsi:type="dcterms:W3CDTF">2023-11-15T03:15:18Z</dcterms:modified>
</cp:coreProperties>
</file>